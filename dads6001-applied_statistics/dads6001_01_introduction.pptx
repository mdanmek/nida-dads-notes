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3"/>
  </p:notesMasterIdLst>
  <p:handoutMasterIdLst>
    <p:handoutMasterId r:id="rId44"/>
  </p:handoutMasterIdLst>
  <p:sldIdLst>
    <p:sldId id="256" r:id="rId2"/>
    <p:sldId id="257" r:id="rId3"/>
    <p:sldId id="259" r:id="rId4"/>
    <p:sldId id="364" r:id="rId5"/>
    <p:sldId id="375" r:id="rId6"/>
    <p:sldId id="377" r:id="rId7"/>
    <p:sldId id="260" r:id="rId8"/>
    <p:sldId id="346" r:id="rId9"/>
    <p:sldId id="394" r:id="rId10"/>
    <p:sldId id="262" r:id="rId11"/>
    <p:sldId id="264" r:id="rId12"/>
    <p:sldId id="347" r:id="rId13"/>
    <p:sldId id="267" r:id="rId14"/>
    <p:sldId id="268" r:id="rId15"/>
    <p:sldId id="393" r:id="rId16"/>
    <p:sldId id="359" r:id="rId17"/>
    <p:sldId id="365" r:id="rId18"/>
    <p:sldId id="379" r:id="rId19"/>
    <p:sldId id="350" r:id="rId20"/>
    <p:sldId id="351" r:id="rId21"/>
    <p:sldId id="355" r:id="rId22"/>
    <p:sldId id="395" r:id="rId23"/>
    <p:sldId id="324" r:id="rId24"/>
    <p:sldId id="326" r:id="rId25"/>
    <p:sldId id="352" r:id="rId26"/>
    <p:sldId id="331" r:id="rId27"/>
    <p:sldId id="340" r:id="rId28"/>
    <p:sldId id="341" r:id="rId29"/>
    <p:sldId id="343" r:id="rId30"/>
    <p:sldId id="336" r:id="rId31"/>
    <p:sldId id="291" r:id="rId32"/>
    <p:sldId id="380" r:id="rId33"/>
    <p:sldId id="381" r:id="rId34"/>
    <p:sldId id="382" r:id="rId35"/>
    <p:sldId id="383" r:id="rId36"/>
    <p:sldId id="391" r:id="rId37"/>
    <p:sldId id="392" r:id="rId38"/>
    <p:sldId id="386" r:id="rId39"/>
    <p:sldId id="387" r:id="rId40"/>
    <p:sldId id="388" r:id="rId41"/>
    <p:sldId id="356" r:id="rId42"/>
  </p:sldIdLst>
  <p:sldSz cx="9144000" cy="6858000" type="screen4x3"/>
  <p:notesSz cx="6881813" cy="9296400"/>
  <p:defaultTextStyle>
    <a:defPPr>
      <a:defRPr lang="th-TH"/>
    </a:defPPr>
    <a:lvl1pPr algn="l" rtl="0" fontAlgn="base">
      <a:spcBef>
        <a:spcPct val="0"/>
      </a:spcBef>
      <a:spcAft>
        <a:spcPct val="0"/>
      </a:spcAft>
      <a:defRPr sz="2800" kern="1200">
        <a:solidFill>
          <a:schemeClr val="tx1"/>
        </a:solidFill>
        <a:latin typeface="Arial" charset="0"/>
        <a:ea typeface="+mn-ea"/>
        <a:cs typeface="Angsana New" pitchFamily="18" charset="-34"/>
      </a:defRPr>
    </a:lvl1pPr>
    <a:lvl2pPr marL="457200" algn="l" rtl="0" fontAlgn="base">
      <a:spcBef>
        <a:spcPct val="0"/>
      </a:spcBef>
      <a:spcAft>
        <a:spcPct val="0"/>
      </a:spcAft>
      <a:defRPr sz="2800" kern="1200">
        <a:solidFill>
          <a:schemeClr val="tx1"/>
        </a:solidFill>
        <a:latin typeface="Arial" charset="0"/>
        <a:ea typeface="+mn-ea"/>
        <a:cs typeface="Angsana New" pitchFamily="18" charset="-34"/>
      </a:defRPr>
    </a:lvl2pPr>
    <a:lvl3pPr marL="914400" algn="l" rtl="0" fontAlgn="base">
      <a:spcBef>
        <a:spcPct val="0"/>
      </a:spcBef>
      <a:spcAft>
        <a:spcPct val="0"/>
      </a:spcAft>
      <a:defRPr sz="2800" kern="1200">
        <a:solidFill>
          <a:schemeClr val="tx1"/>
        </a:solidFill>
        <a:latin typeface="Arial" charset="0"/>
        <a:ea typeface="+mn-ea"/>
        <a:cs typeface="Angsana New" pitchFamily="18" charset="-34"/>
      </a:defRPr>
    </a:lvl3pPr>
    <a:lvl4pPr marL="1371600" algn="l" rtl="0" fontAlgn="base">
      <a:spcBef>
        <a:spcPct val="0"/>
      </a:spcBef>
      <a:spcAft>
        <a:spcPct val="0"/>
      </a:spcAft>
      <a:defRPr sz="2800" kern="1200">
        <a:solidFill>
          <a:schemeClr val="tx1"/>
        </a:solidFill>
        <a:latin typeface="Arial" charset="0"/>
        <a:ea typeface="+mn-ea"/>
        <a:cs typeface="Angsana New" pitchFamily="18" charset="-34"/>
      </a:defRPr>
    </a:lvl4pPr>
    <a:lvl5pPr marL="1828800" algn="l" rtl="0" fontAlgn="base">
      <a:spcBef>
        <a:spcPct val="0"/>
      </a:spcBef>
      <a:spcAft>
        <a:spcPct val="0"/>
      </a:spcAft>
      <a:defRPr sz="2800" kern="1200">
        <a:solidFill>
          <a:schemeClr val="tx1"/>
        </a:solidFill>
        <a:latin typeface="Arial" charset="0"/>
        <a:ea typeface="+mn-ea"/>
        <a:cs typeface="Angsana New" pitchFamily="18" charset="-34"/>
      </a:defRPr>
    </a:lvl5pPr>
    <a:lvl6pPr marL="2286000" algn="l" defTabSz="914400" rtl="0" eaLnBrk="1" latinLnBrk="0" hangingPunct="1">
      <a:defRPr sz="2800" kern="1200">
        <a:solidFill>
          <a:schemeClr val="tx1"/>
        </a:solidFill>
        <a:latin typeface="Arial" charset="0"/>
        <a:ea typeface="+mn-ea"/>
        <a:cs typeface="Angsana New" pitchFamily="18" charset="-34"/>
      </a:defRPr>
    </a:lvl6pPr>
    <a:lvl7pPr marL="2743200" algn="l" defTabSz="914400" rtl="0" eaLnBrk="1" latinLnBrk="0" hangingPunct="1">
      <a:defRPr sz="2800" kern="1200">
        <a:solidFill>
          <a:schemeClr val="tx1"/>
        </a:solidFill>
        <a:latin typeface="Arial" charset="0"/>
        <a:ea typeface="+mn-ea"/>
        <a:cs typeface="Angsana New" pitchFamily="18" charset="-34"/>
      </a:defRPr>
    </a:lvl7pPr>
    <a:lvl8pPr marL="3200400" algn="l" defTabSz="914400" rtl="0" eaLnBrk="1" latinLnBrk="0" hangingPunct="1">
      <a:defRPr sz="2800" kern="1200">
        <a:solidFill>
          <a:schemeClr val="tx1"/>
        </a:solidFill>
        <a:latin typeface="Arial" charset="0"/>
        <a:ea typeface="+mn-ea"/>
        <a:cs typeface="Angsana New" pitchFamily="18" charset="-34"/>
      </a:defRPr>
    </a:lvl8pPr>
    <a:lvl9pPr marL="3657600" algn="l" defTabSz="914400" rtl="0" eaLnBrk="1" latinLnBrk="0" hangingPunct="1">
      <a:defRPr sz="2800" kern="1200">
        <a:solidFill>
          <a:schemeClr val="tx1"/>
        </a:solidFill>
        <a:latin typeface="Arial" charset="0"/>
        <a:ea typeface="+mn-ea"/>
        <a:cs typeface="Angsana New" pitchFamily="18" charset="-34"/>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a:srgbClr val="3333FF"/>
    <a:srgbClr val="800000"/>
    <a:srgbClr val="996633"/>
    <a:srgbClr val="0000FF"/>
    <a:srgbClr val="663300"/>
    <a:srgbClr val="FF00FF"/>
    <a:srgbClr val="008000"/>
    <a:srgbClr val="0066FF"/>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0" d="100"/>
          <a:sy n="60" d="100"/>
        </p:scale>
        <p:origin x="1460" y="48"/>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1077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82119" cy="464820"/>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defRPr sz="1200">
                <a:latin typeface="Arial" pitchFamily="34" charset="0"/>
              </a:defRPr>
            </a:lvl1pPr>
          </a:lstStyle>
          <a:p>
            <a:pPr>
              <a:defRPr/>
            </a:pPr>
            <a:endParaRPr lang="th-TH"/>
          </a:p>
        </p:txBody>
      </p:sp>
      <p:sp>
        <p:nvSpPr>
          <p:cNvPr id="26627" name="Rectangle 3"/>
          <p:cNvSpPr>
            <a:spLocks noGrp="1" noChangeArrowheads="1"/>
          </p:cNvSpPr>
          <p:nvPr>
            <p:ph type="dt" sz="quarter" idx="1"/>
          </p:nvPr>
        </p:nvSpPr>
        <p:spPr bwMode="auto">
          <a:xfrm>
            <a:off x="3898102" y="0"/>
            <a:ext cx="2982119" cy="464820"/>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a:defRPr sz="1200">
                <a:latin typeface="Arial" pitchFamily="34" charset="0"/>
              </a:defRPr>
            </a:lvl1pPr>
          </a:lstStyle>
          <a:p>
            <a:pPr>
              <a:defRPr/>
            </a:pPr>
            <a:endParaRPr lang="th-TH"/>
          </a:p>
        </p:txBody>
      </p:sp>
      <p:sp>
        <p:nvSpPr>
          <p:cNvPr id="26628" name="Rectangle 4"/>
          <p:cNvSpPr>
            <a:spLocks noGrp="1" noChangeArrowheads="1"/>
          </p:cNvSpPr>
          <p:nvPr>
            <p:ph type="ftr" sz="quarter" idx="2"/>
          </p:nvPr>
        </p:nvSpPr>
        <p:spPr bwMode="auto">
          <a:xfrm>
            <a:off x="0" y="8829967"/>
            <a:ext cx="2982119" cy="464820"/>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defRPr sz="1200">
                <a:latin typeface="Arial" pitchFamily="34" charset="0"/>
              </a:defRPr>
            </a:lvl1pPr>
          </a:lstStyle>
          <a:p>
            <a:pPr>
              <a:defRPr/>
            </a:pPr>
            <a:endParaRPr lang="th-TH"/>
          </a:p>
        </p:txBody>
      </p:sp>
      <p:sp>
        <p:nvSpPr>
          <p:cNvPr id="26629" name="Rectangle 5"/>
          <p:cNvSpPr>
            <a:spLocks noGrp="1" noChangeArrowheads="1"/>
          </p:cNvSpPr>
          <p:nvPr>
            <p:ph type="sldNum" sz="quarter" idx="3"/>
          </p:nvPr>
        </p:nvSpPr>
        <p:spPr bwMode="auto">
          <a:xfrm>
            <a:off x="3898102" y="8829967"/>
            <a:ext cx="2982119" cy="464820"/>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a:defRPr sz="1200">
                <a:latin typeface="Arial" pitchFamily="34" charset="0"/>
              </a:defRPr>
            </a:lvl1pPr>
          </a:lstStyle>
          <a:p>
            <a:pPr>
              <a:defRPr/>
            </a:pPr>
            <a:fld id="{2D233627-06A3-4989-926B-4208DB7675F7}" type="slidenum">
              <a:rPr lang="en-US"/>
              <a:pPr>
                <a:defRPr/>
              </a:pPr>
              <a:t>‹#›</a:t>
            </a:fld>
            <a:endParaRPr lang="th-TH"/>
          </a:p>
        </p:txBody>
      </p:sp>
    </p:spTree>
    <p:extLst>
      <p:ext uri="{BB962C8B-B14F-4D97-AF65-F5344CB8AC3E}">
        <p14:creationId xmlns:p14="http://schemas.microsoft.com/office/powerpoint/2010/main" val="3536927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bwMode="auto">
          <a:xfrm>
            <a:off x="0" y="0"/>
            <a:ext cx="2982119" cy="464820"/>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defRPr sz="1200">
                <a:latin typeface="Arial" pitchFamily="34" charset="0"/>
              </a:defRPr>
            </a:lvl1pPr>
          </a:lstStyle>
          <a:p>
            <a:pPr>
              <a:defRPr/>
            </a:pPr>
            <a:endParaRPr lang="th-TH"/>
          </a:p>
        </p:txBody>
      </p:sp>
      <p:sp>
        <p:nvSpPr>
          <p:cNvPr id="80899" name="Rectangle 3"/>
          <p:cNvSpPr>
            <a:spLocks noGrp="1" noChangeArrowheads="1"/>
          </p:cNvSpPr>
          <p:nvPr>
            <p:ph type="dt" idx="1"/>
          </p:nvPr>
        </p:nvSpPr>
        <p:spPr bwMode="auto">
          <a:xfrm>
            <a:off x="3898102" y="0"/>
            <a:ext cx="2982119" cy="464820"/>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a:defRPr sz="1200">
                <a:latin typeface="Arial" pitchFamily="34" charset="0"/>
              </a:defRPr>
            </a:lvl1pPr>
          </a:lstStyle>
          <a:p>
            <a:pPr>
              <a:defRPr/>
            </a:pPr>
            <a:endParaRPr lang="th-TH"/>
          </a:p>
        </p:txBody>
      </p:sp>
      <p:sp>
        <p:nvSpPr>
          <p:cNvPr id="64516" name="Rectangle 4"/>
          <p:cNvSpPr>
            <a:spLocks noGrp="1" noRot="1" noChangeAspect="1" noChangeArrowheads="1" noTextEdit="1"/>
          </p:cNvSpPr>
          <p:nvPr>
            <p:ph type="sldImg" idx="2"/>
          </p:nvPr>
        </p:nvSpPr>
        <p:spPr bwMode="auto">
          <a:xfrm>
            <a:off x="1117600" y="696913"/>
            <a:ext cx="4648200" cy="3486150"/>
          </a:xfrm>
          <a:prstGeom prst="rect">
            <a:avLst/>
          </a:prstGeom>
          <a:noFill/>
          <a:ln w="9525">
            <a:solidFill>
              <a:srgbClr val="000000"/>
            </a:solidFill>
            <a:miter lim="800000"/>
            <a:headEnd/>
            <a:tailEnd/>
          </a:ln>
        </p:spPr>
      </p:sp>
      <p:sp>
        <p:nvSpPr>
          <p:cNvPr id="80901" name="Rectangle 5"/>
          <p:cNvSpPr>
            <a:spLocks noGrp="1" noChangeArrowheads="1"/>
          </p:cNvSpPr>
          <p:nvPr>
            <p:ph type="body" sz="quarter" idx="3"/>
          </p:nvPr>
        </p:nvSpPr>
        <p:spPr bwMode="auto">
          <a:xfrm>
            <a:off x="688182" y="4415790"/>
            <a:ext cx="5505450" cy="4183380"/>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0902" name="Rectangle 6"/>
          <p:cNvSpPr>
            <a:spLocks noGrp="1" noChangeArrowheads="1"/>
          </p:cNvSpPr>
          <p:nvPr>
            <p:ph type="ftr" sz="quarter" idx="4"/>
          </p:nvPr>
        </p:nvSpPr>
        <p:spPr bwMode="auto">
          <a:xfrm>
            <a:off x="0" y="8829967"/>
            <a:ext cx="2982119" cy="464820"/>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defRPr sz="1200">
                <a:latin typeface="Arial" pitchFamily="34" charset="0"/>
              </a:defRPr>
            </a:lvl1pPr>
          </a:lstStyle>
          <a:p>
            <a:pPr>
              <a:defRPr/>
            </a:pPr>
            <a:endParaRPr lang="th-TH"/>
          </a:p>
        </p:txBody>
      </p:sp>
      <p:sp>
        <p:nvSpPr>
          <p:cNvPr id="80903" name="Rectangle 7"/>
          <p:cNvSpPr>
            <a:spLocks noGrp="1" noChangeArrowheads="1"/>
          </p:cNvSpPr>
          <p:nvPr>
            <p:ph type="sldNum" sz="quarter" idx="5"/>
          </p:nvPr>
        </p:nvSpPr>
        <p:spPr bwMode="auto">
          <a:xfrm>
            <a:off x="3898102" y="8829967"/>
            <a:ext cx="2982119" cy="464820"/>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a:defRPr sz="1200">
                <a:latin typeface="Arial" pitchFamily="34" charset="0"/>
              </a:defRPr>
            </a:lvl1pPr>
          </a:lstStyle>
          <a:p>
            <a:pPr>
              <a:defRPr/>
            </a:pPr>
            <a:fld id="{46234232-AD4D-493D-8ED4-957CA10EBFC1}" type="slidenum">
              <a:rPr lang="en-US"/>
              <a:pPr>
                <a:defRPr/>
              </a:pPr>
              <a:t>‹#›</a:t>
            </a:fld>
            <a:endParaRPr lang="th-TH"/>
          </a:p>
        </p:txBody>
      </p:sp>
    </p:spTree>
    <p:extLst>
      <p:ext uri="{BB962C8B-B14F-4D97-AF65-F5344CB8AC3E}">
        <p14:creationId xmlns:p14="http://schemas.microsoft.com/office/powerpoint/2010/main" val="301439819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34" charset="0"/>
        <a:ea typeface="+mn-ea"/>
        <a:cs typeface="Angsana New" pitchFamily="18" charset="-34"/>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ngsana New" pitchFamily="18" charset="-34"/>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ngsana New" pitchFamily="18" charset="-34"/>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ngsana New" pitchFamily="18" charset="-34"/>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ngsana New" pitchFamily="18" charset="-34"/>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h-TH"/>
          </a:p>
        </p:txBody>
      </p:sp>
      <p:sp>
        <p:nvSpPr>
          <p:cNvPr id="4" name="Slide Number Placeholder 3"/>
          <p:cNvSpPr>
            <a:spLocks noGrp="1"/>
          </p:cNvSpPr>
          <p:nvPr>
            <p:ph type="sldNum" sz="quarter" idx="10"/>
          </p:nvPr>
        </p:nvSpPr>
        <p:spPr/>
        <p:txBody>
          <a:bodyPr/>
          <a:lstStyle/>
          <a:p>
            <a:pPr>
              <a:defRPr/>
            </a:pPr>
            <a:fld id="{46234232-AD4D-493D-8ED4-957CA10EBFC1}" type="slidenum">
              <a:rPr lang="en-US" smtClean="0"/>
              <a:pPr>
                <a:defRPr/>
              </a:pPr>
              <a:t>1</a:t>
            </a:fld>
            <a:endParaRPr lang="th-TH"/>
          </a:p>
        </p:txBody>
      </p:sp>
    </p:spTree>
    <p:extLst>
      <p:ext uri="{BB962C8B-B14F-4D97-AF65-F5344CB8AC3E}">
        <p14:creationId xmlns:p14="http://schemas.microsoft.com/office/powerpoint/2010/main" val="1803067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h-TH" dirty="0"/>
          </a:p>
        </p:txBody>
      </p:sp>
      <p:sp>
        <p:nvSpPr>
          <p:cNvPr id="4" name="Slide Number Placeholder 3"/>
          <p:cNvSpPr>
            <a:spLocks noGrp="1"/>
          </p:cNvSpPr>
          <p:nvPr>
            <p:ph type="sldNum" sz="quarter" idx="10"/>
          </p:nvPr>
        </p:nvSpPr>
        <p:spPr/>
        <p:txBody>
          <a:bodyPr/>
          <a:lstStyle/>
          <a:p>
            <a:pPr>
              <a:defRPr/>
            </a:pPr>
            <a:fld id="{46234232-AD4D-493D-8ED4-957CA10EBFC1}" type="slidenum">
              <a:rPr lang="en-US" smtClean="0"/>
              <a:pPr>
                <a:defRPr/>
              </a:pPr>
              <a:t>12</a:t>
            </a:fld>
            <a:endParaRPr lang="th-TH"/>
          </a:p>
        </p:txBody>
      </p:sp>
    </p:spTree>
    <p:extLst>
      <p:ext uri="{BB962C8B-B14F-4D97-AF65-F5344CB8AC3E}">
        <p14:creationId xmlns:p14="http://schemas.microsoft.com/office/powerpoint/2010/main" val="3044687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th-TH"/>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th-TH"/>
          </a:p>
        </p:txBody>
      </p:sp>
      <p:sp>
        <p:nvSpPr>
          <p:cNvPr id="4" name="Rectangle 4"/>
          <p:cNvSpPr>
            <a:spLocks noGrp="1" noChangeArrowheads="1"/>
          </p:cNvSpPr>
          <p:nvPr>
            <p:ph type="dt" sz="half" idx="10"/>
          </p:nvPr>
        </p:nvSpPr>
        <p:spPr>
          <a:ln/>
        </p:spPr>
        <p:txBody>
          <a:bodyPr/>
          <a:lstStyle>
            <a:lvl1pPr>
              <a:defRPr/>
            </a:lvl1pPr>
          </a:lstStyle>
          <a:p>
            <a:pPr>
              <a:defRPr/>
            </a:pPr>
            <a:endParaRPr lang="th-TH"/>
          </a:p>
        </p:txBody>
      </p:sp>
      <p:sp>
        <p:nvSpPr>
          <p:cNvPr id="5" name="Rectangle 5"/>
          <p:cNvSpPr>
            <a:spLocks noGrp="1" noChangeArrowheads="1"/>
          </p:cNvSpPr>
          <p:nvPr>
            <p:ph type="ftr" sz="quarter" idx="11"/>
          </p:nvPr>
        </p:nvSpPr>
        <p:spPr>
          <a:ln/>
        </p:spPr>
        <p:txBody>
          <a:bodyPr/>
          <a:lstStyle>
            <a:lvl1pPr>
              <a:defRPr/>
            </a:lvl1pPr>
          </a:lstStyle>
          <a:p>
            <a:pPr>
              <a:defRPr/>
            </a:pPr>
            <a:endParaRPr lang="th-TH"/>
          </a:p>
        </p:txBody>
      </p:sp>
      <p:sp>
        <p:nvSpPr>
          <p:cNvPr id="6" name="Rectangle 6"/>
          <p:cNvSpPr>
            <a:spLocks noGrp="1" noChangeArrowheads="1"/>
          </p:cNvSpPr>
          <p:nvPr>
            <p:ph type="sldNum" sz="quarter" idx="12"/>
          </p:nvPr>
        </p:nvSpPr>
        <p:spPr>
          <a:ln/>
        </p:spPr>
        <p:txBody>
          <a:bodyPr/>
          <a:lstStyle>
            <a:lvl1pPr>
              <a:defRPr/>
            </a:lvl1pPr>
          </a:lstStyle>
          <a:p>
            <a:pPr>
              <a:defRPr/>
            </a:pPr>
            <a:fld id="{0598EADD-7714-4E0A-AD4B-AC83F9F5DA12}" type="slidenum">
              <a:rPr lang="en-US"/>
              <a:pPr>
                <a:defRPr/>
              </a:pPr>
              <a:t>‹#›</a:t>
            </a:fld>
            <a:endParaRPr lang="th-TH"/>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4"/>
          <p:cNvSpPr>
            <a:spLocks noGrp="1" noChangeArrowheads="1"/>
          </p:cNvSpPr>
          <p:nvPr>
            <p:ph type="dt" sz="half" idx="10"/>
          </p:nvPr>
        </p:nvSpPr>
        <p:spPr>
          <a:ln/>
        </p:spPr>
        <p:txBody>
          <a:bodyPr/>
          <a:lstStyle>
            <a:lvl1pPr>
              <a:defRPr/>
            </a:lvl1pPr>
          </a:lstStyle>
          <a:p>
            <a:pPr>
              <a:defRPr/>
            </a:pPr>
            <a:endParaRPr lang="th-TH"/>
          </a:p>
        </p:txBody>
      </p:sp>
      <p:sp>
        <p:nvSpPr>
          <p:cNvPr id="5" name="Rectangle 5"/>
          <p:cNvSpPr>
            <a:spLocks noGrp="1" noChangeArrowheads="1"/>
          </p:cNvSpPr>
          <p:nvPr>
            <p:ph type="ftr" sz="quarter" idx="11"/>
          </p:nvPr>
        </p:nvSpPr>
        <p:spPr>
          <a:ln/>
        </p:spPr>
        <p:txBody>
          <a:bodyPr/>
          <a:lstStyle>
            <a:lvl1pPr>
              <a:defRPr/>
            </a:lvl1pPr>
          </a:lstStyle>
          <a:p>
            <a:pPr>
              <a:defRPr/>
            </a:pPr>
            <a:endParaRPr lang="th-TH"/>
          </a:p>
        </p:txBody>
      </p:sp>
      <p:sp>
        <p:nvSpPr>
          <p:cNvPr id="6" name="Rectangle 6"/>
          <p:cNvSpPr>
            <a:spLocks noGrp="1" noChangeArrowheads="1"/>
          </p:cNvSpPr>
          <p:nvPr>
            <p:ph type="sldNum" sz="quarter" idx="12"/>
          </p:nvPr>
        </p:nvSpPr>
        <p:spPr>
          <a:ln/>
        </p:spPr>
        <p:txBody>
          <a:bodyPr/>
          <a:lstStyle>
            <a:lvl1pPr>
              <a:defRPr/>
            </a:lvl1pPr>
          </a:lstStyle>
          <a:p>
            <a:pPr>
              <a:defRPr/>
            </a:pPr>
            <a:fld id="{FD903B40-DFB6-49C5-B829-43787CBF3519}" type="slidenum">
              <a:rPr lang="en-US"/>
              <a:pPr>
                <a:defRPr/>
              </a:pPr>
              <a:t>‹#›</a:t>
            </a:fld>
            <a:endParaRPr lang="th-T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h-TH"/>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th-TH"/>
          </a:p>
        </p:txBody>
      </p:sp>
      <p:sp>
        <p:nvSpPr>
          <p:cNvPr id="5" name="Rectangle 5"/>
          <p:cNvSpPr>
            <a:spLocks noGrp="1" noChangeArrowheads="1"/>
          </p:cNvSpPr>
          <p:nvPr>
            <p:ph type="ftr" sz="quarter" idx="11"/>
          </p:nvPr>
        </p:nvSpPr>
        <p:spPr>
          <a:ln/>
        </p:spPr>
        <p:txBody>
          <a:bodyPr/>
          <a:lstStyle>
            <a:lvl1pPr>
              <a:defRPr/>
            </a:lvl1pPr>
          </a:lstStyle>
          <a:p>
            <a:pPr>
              <a:defRPr/>
            </a:pPr>
            <a:endParaRPr lang="th-TH"/>
          </a:p>
        </p:txBody>
      </p:sp>
      <p:sp>
        <p:nvSpPr>
          <p:cNvPr id="6" name="Rectangle 6"/>
          <p:cNvSpPr>
            <a:spLocks noGrp="1" noChangeArrowheads="1"/>
          </p:cNvSpPr>
          <p:nvPr>
            <p:ph type="sldNum" sz="quarter" idx="12"/>
          </p:nvPr>
        </p:nvSpPr>
        <p:spPr>
          <a:ln/>
        </p:spPr>
        <p:txBody>
          <a:bodyPr/>
          <a:lstStyle>
            <a:lvl1pPr>
              <a:defRPr/>
            </a:lvl1pPr>
          </a:lstStyle>
          <a:p>
            <a:pPr>
              <a:defRPr/>
            </a:pPr>
            <a:fld id="{F2D98C23-B557-48D4-B65F-B0F05B9BEC08}" type="slidenum">
              <a:rPr lang="en-US"/>
              <a:pPr>
                <a:defRPr/>
              </a:pPr>
              <a:t>‹#›</a:t>
            </a:fld>
            <a:endParaRPr lang="th-TH"/>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Rectangle 4"/>
          <p:cNvSpPr>
            <a:spLocks noGrp="1" noChangeArrowheads="1"/>
          </p:cNvSpPr>
          <p:nvPr>
            <p:ph type="dt" sz="half" idx="10"/>
          </p:nvPr>
        </p:nvSpPr>
        <p:spPr>
          <a:ln/>
        </p:spPr>
        <p:txBody>
          <a:bodyPr/>
          <a:lstStyle>
            <a:lvl1pPr>
              <a:defRPr/>
            </a:lvl1pPr>
          </a:lstStyle>
          <a:p>
            <a:pPr>
              <a:defRPr/>
            </a:pPr>
            <a:endParaRPr lang="th-TH"/>
          </a:p>
        </p:txBody>
      </p:sp>
      <p:sp>
        <p:nvSpPr>
          <p:cNvPr id="6" name="Rectangle 5"/>
          <p:cNvSpPr>
            <a:spLocks noGrp="1" noChangeArrowheads="1"/>
          </p:cNvSpPr>
          <p:nvPr>
            <p:ph type="ftr" sz="quarter" idx="11"/>
          </p:nvPr>
        </p:nvSpPr>
        <p:spPr>
          <a:ln/>
        </p:spPr>
        <p:txBody>
          <a:bodyPr/>
          <a:lstStyle>
            <a:lvl1pPr>
              <a:defRPr/>
            </a:lvl1pPr>
          </a:lstStyle>
          <a:p>
            <a:pPr>
              <a:defRPr/>
            </a:pPr>
            <a:endParaRPr lang="th-TH"/>
          </a:p>
        </p:txBody>
      </p:sp>
      <p:sp>
        <p:nvSpPr>
          <p:cNvPr id="7" name="Rectangle 6"/>
          <p:cNvSpPr>
            <a:spLocks noGrp="1" noChangeArrowheads="1"/>
          </p:cNvSpPr>
          <p:nvPr>
            <p:ph type="sldNum" sz="quarter" idx="12"/>
          </p:nvPr>
        </p:nvSpPr>
        <p:spPr>
          <a:ln/>
        </p:spPr>
        <p:txBody>
          <a:bodyPr/>
          <a:lstStyle>
            <a:lvl1pPr>
              <a:defRPr/>
            </a:lvl1pPr>
          </a:lstStyle>
          <a:p>
            <a:pPr>
              <a:defRPr/>
            </a:pPr>
            <a:fld id="{4D37507E-CB49-45E5-BA78-8994602C391B}" type="slidenum">
              <a:rPr lang="en-US"/>
              <a:pPr>
                <a:defRPr/>
              </a:pPr>
              <a:t>‹#›</a:t>
            </a:fld>
            <a:endParaRPr lang="th-TH"/>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th-TH"/>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Rectangle 4"/>
          <p:cNvSpPr>
            <a:spLocks noGrp="1" noChangeArrowheads="1"/>
          </p:cNvSpPr>
          <p:nvPr>
            <p:ph type="dt" sz="half" idx="10"/>
          </p:nvPr>
        </p:nvSpPr>
        <p:spPr>
          <a:ln/>
        </p:spPr>
        <p:txBody>
          <a:bodyPr/>
          <a:lstStyle>
            <a:lvl1pPr>
              <a:defRPr/>
            </a:lvl1pPr>
          </a:lstStyle>
          <a:p>
            <a:pPr>
              <a:defRPr/>
            </a:pPr>
            <a:endParaRPr lang="th-TH"/>
          </a:p>
        </p:txBody>
      </p:sp>
      <p:sp>
        <p:nvSpPr>
          <p:cNvPr id="8" name="Rectangle 5"/>
          <p:cNvSpPr>
            <a:spLocks noGrp="1" noChangeArrowheads="1"/>
          </p:cNvSpPr>
          <p:nvPr>
            <p:ph type="ftr" sz="quarter" idx="11"/>
          </p:nvPr>
        </p:nvSpPr>
        <p:spPr>
          <a:ln/>
        </p:spPr>
        <p:txBody>
          <a:bodyPr/>
          <a:lstStyle>
            <a:lvl1pPr>
              <a:defRPr/>
            </a:lvl1pPr>
          </a:lstStyle>
          <a:p>
            <a:pPr>
              <a:defRPr/>
            </a:pPr>
            <a:endParaRPr lang="th-TH"/>
          </a:p>
        </p:txBody>
      </p:sp>
      <p:sp>
        <p:nvSpPr>
          <p:cNvPr id="9" name="Rectangle 6"/>
          <p:cNvSpPr>
            <a:spLocks noGrp="1" noChangeArrowheads="1"/>
          </p:cNvSpPr>
          <p:nvPr>
            <p:ph type="sldNum" sz="quarter" idx="12"/>
          </p:nvPr>
        </p:nvSpPr>
        <p:spPr>
          <a:ln/>
        </p:spPr>
        <p:txBody>
          <a:bodyPr/>
          <a:lstStyle>
            <a:lvl1pPr>
              <a:defRPr/>
            </a:lvl1pPr>
          </a:lstStyle>
          <a:p>
            <a:pPr>
              <a:defRPr/>
            </a:pPr>
            <a:fld id="{85017843-635F-4460-B0C6-4BF4566DF292}" type="slidenum">
              <a:rPr lang="en-US"/>
              <a:pPr>
                <a:defRPr/>
              </a:pPr>
              <a:t>‹#›</a:t>
            </a:fld>
            <a:endParaRPr lang="th-TH"/>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Rectangle 4"/>
          <p:cNvSpPr>
            <a:spLocks noGrp="1" noChangeArrowheads="1"/>
          </p:cNvSpPr>
          <p:nvPr>
            <p:ph type="dt" sz="half" idx="10"/>
          </p:nvPr>
        </p:nvSpPr>
        <p:spPr>
          <a:ln/>
        </p:spPr>
        <p:txBody>
          <a:bodyPr/>
          <a:lstStyle>
            <a:lvl1pPr>
              <a:defRPr/>
            </a:lvl1pPr>
          </a:lstStyle>
          <a:p>
            <a:pPr>
              <a:defRPr/>
            </a:pPr>
            <a:endParaRPr lang="th-TH"/>
          </a:p>
        </p:txBody>
      </p:sp>
      <p:sp>
        <p:nvSpPr>
          <p:cNvPr id="4" name="Rectangle 5"/>
          <p:cNvSpPr>
            <a:spLocks noGrp="1" noChangeArrowheads="1"/>
          </p:cNvSpPr>
          <p:nvPr>
            <p:ph type="ftr" sz="quarter" idx="11"/>
          </p:nvPr>
        </p:nvSpPr>
        <p:spPr>
          <a:ln/>
        </p:spPr>
        <p:txBody>
          <a:bodyPr/>
          <a:lstStyle>
            <a:lvl1pPr>
              <a:defRPr/>
            </a:lvl1pPr>
          </a:lstStyle>
          <a:p>
            <a:pPr>
              <a:defRPr/>
            </a:pPr>
            <a:endParaRPr lang="th-TH"/>
          </a:p>
        </p:txBody>
      </p:sp>
      <p:sp>
        <p:nvSpPr>
          <p:cNvPr id="5" name="Rectangle 6"/>
          <p:cNvSpPr>
            <a:spLocks noGrp="1" noChangeArrowheads="1"/>
          </p:cNvSpPr>
          <p:nvPr>
            <p:ph type="sldNum" sz="quarter" idx="12"/>
          </p:nvPr>
        </p:nvSpPr>
        <p:spPr>
          <a:ln/>
        </p:spPr>
        <p:txBody>
          <a:bodyPr/>
          <a:lstStyle>
            <a:lvl1pPr>
              <a:defRPr/>
            </a:lvl1pPr>
          </a:lstStyle>
          <a:p>
            <a:pPr>
              <a:defRPr/>
            </a:pPr>
            <a:fld id="{3448488D-3A17-4FDB-A0CA-814435731D14}" type="slidenum">
              <a:rPr lang="en-US"/>
              <a:pPr>
                <a:defRPr/>
              </a:pPr>
              <a:t>‹#›</a:t>
            </a:fld>
            <a:endParaRPr lang="th-TH"/>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th-TH"/>
          </a:p>
        </p:txBody>
      </p:sp>
      <p:sp>
        <p:nvSpPr>
          <p:cNvPr id="3" name="Rectangle 5"/>
          <p:cNvSpPr>
            <a:spLocks noGrp="1" noChangeArrowheads="1"/>
          </p:cNvSpPr>
          <p:nvPr>
            <p:ph type="ftr" sz="quarter" idx="11"/>
          </p:nvPr>
        </p:nvSpPr>
        <p:spPr>
          <a:ln/>
        </p:spPr>
        <p:txBody>
          <a:bodyPr/>
          <a:lstStyle>
            <a:lvl1pPr>
              <a:defRPr/>
            </a:lvl1pPr>
          </a:lstStyle>
          <a:p>
            <a:pPr>
              <a:defRPr/>
            </a:pPr>
            <a:endParaRPr lang="th-TH"/>
          </a:p>
        </p:txBody>
      </p:sp>
      <p:sp>
        <p:nvSpPr>
          <p:cNvPr id="4" name="Rectangle 6"/>
          <p:cNvSpPr>
            <a:spLocks noGrp="1" noChangeArrowheads="1"/>
          </p:cNvSpPr>
          <p:nvPr>
            <p:ph type="sldNum" sz="quarter" idx="12"/>
          </p:nvPr>
        </p:nvSpPr>
        <p:spPr>
          <a:ln/>
        </p:spPr>
        <p:txBody>
          <a:bodyPr/>
          <a:lstStyle>
            <a:lvl1pPr>
              <a:defRPr/>
            </a:lvl1pPr>
          </a:lstStyle>
          <a:p>
            <a:pPr>
              <a:defRPr/>
            </a:pPr>
            <a:fld id="{3DEAF3BF-11C4-4504-A2C2-F31678299685}" type="slidenum">
              <a:rPr lang="en-US"/>
              <a:pPr>
                <a:defRPr/>
              </a:pPr>
              <a:t>‹#›</a:t>
            </a:fld>
            <a:endParaRPr lang="th-TH"/>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h-TH"/>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th-TH"/>
          </a:p>
        </p:txBody>
      </p:sp>
      <p:sp>
        <p:nvSpPr>
          <p:cNvPr id="6" name="Rectangle 5"/>
          <p:cNvSpPr>
            <a:spLocks noGrp="1" noChangeArrowheads="1"/>
          </p:cNvSpPr>
          <p:nvPr>
            <p:ph type="ftr" sz="quarter" idx="11"/>
          </p:nvPr>
        </p:nvSpPr>
        <p:spPr>
          <a:ln/>
        </p:spPr>
        <p:txBody>
          <a:bodyPr/>
          <a:lstStyle>
            <a:lvl1pPr>
              <a:defRPr/>
            </a:lvl1pPr>
          </a:lstStyle>
          <a:p>
            <a:pPr>
              <a:defRPr/>
            </a:pPr>
            <a:endParaRPr lang="th-TH"/>
          </a:p>
        </p:txBody>
      </p:sp>
      <p:sp>
        <p:nvSpPr>
          <p:cNvPr id="7" name="Rectangle 6"/>
          <p:cNvSpPr>
            <a:spLocks noGrp="1" noChangeArrowheads="1"/>
          </p:cNvSpPr>
          <p:nvPr>
            <p:ph type="sldNum" sz="quarter" idx="12"/>
          </p:nvPr>
        </p:nvSpPr>
        <p:spPr>
          <a:ln/>
        </p:spPr>
        <p:txBody>
          <a:bodyPr/>
          <a:lstStyle>
            <a:lvl1pPr>
              <a:defRPr/>
            </a:lvl1pPr>
          </a:lstStyle>
          <a:p>
            <a:pPr>
              <a:defRPr/>
            </a:pPr>
            <a:fld id="{DA213C94-075B-4563-8255-57A0C09215C5}" type="slidenum">
              <a:rPr lang="en-US"/>
              <a:pPr>
                <a:defRPr/>
              </a:pPr>
              <a:t>‹#›</a:t>
            </a:fld>
            <a:endParaRPr lang="th-TH"/>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h-TH"/>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h-TH"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th-TH"/>
          </a:p>
        </p:txBody>
      </p:sp>
      <p:sp>
        <p:nvSpPr>
          <p:cNvPr id="6" name="Rectangle 5"/>
          <p:cNvSpPr>
            <a:spLocks noGrp="1" noChangeArrowheads="1"/>
          </p:cNvSpPr>
          <p:nvPr>
            <p:ph type="ftr" sz="quarter" idx="11"/>
          </p:nvPr>
        </p:nvSpPr>
        <p:spPr>
          <a:ln/>
        </p:spPr>
        <p:txBody>
          <a:bodyPr/>
          <a:lstStyle>
            <a:lvl1pPr>
              <a:defRPr/>
            </a:lvl1pPr>
          </a:lstStyle>
          <a:p>
            <a:pPr>
              <a:defRPr/>
            </a:pPr>
            <a:endParaRPr lang="th-TH"/>
          </a:p>
        </p:txBody>
      </p:sp>
      <p:sp>
        <p:nvSpPr>
          <p:cNvPr id="7" name="Rectangle 6"/>
          <p:cNvSpPr>
            <a:spLocks noGrp="1" noChangeArrowheads="1"/>
          </p:cNvSpPr>
          <p:nvPr>
            <p:ph type="sldNum" sz="quarter" idx="12"/>
          </p:nvPr>
        </p:nvSpPr>
        <p:spPr>
          <a:ln/>
        </p:spPr>
        <p:txBody>
          <a:bodyPr/>
          <a:lstStyle>
            <a:lvl1pPr>
              <a:defRPr/>
            </a:lvl1pPr>
          </a:lstStyle>
          <a:p>
            <a:pPr>
              <a:defRPr/>
            </a:pPr>
            <a:fld id="{195519A2-040F-45CC-912B-35E6DFB523D7}" type="slidenum">
              <a:rPr lang="en-US"/>
              <a:pPr>
                <a:defRPr/>
              </a:pPr>
              <a:t>‹#›</a:t>
            </a:fld>
            <a:endParaRPr lang="th-TH"/>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4"/>
          <p:cNvSpPr>
            <a:spLocks noGrp="1" noChangeArrowheads="1"/>
          </p:cNvSpPr>
          <p:nvPr>
            <p:ph type="dt" sz="half" idx="10"/>
          </p:nvPr>
        </p:nvSpPr>
        <p:spPr>
          <a:ln/>
        </p:spPr>
        <p:txBody>
          <a:bodyPr/>
          <a:lstStyle>
            <a:lvl1pPr>
              <a:defRPr/>
            </a:lvl1pPr>
          </a:lstStyle>
          <a:p>
            <a:pPr>
              <a:defRPr/>
            </a:pPr>
            <a:endParaRPr lang="th-TH"/>
          </a:p>
        </p:txBody>
      </p:sp>
      <p:sp>
        <p:nvSpPr>
          <p:cNvPr id="5" name="Rectangle 5"/>
          <p:cNvSpPr>
            <a:spLocks noGrp="1" noChangeArrowheads="1"/>
          </p:cNvSpPr>
          <p:nvPr>
            <p:ph type="ftr" sz="quarter" idx="11"/>
          </p:nvPr>
        </p:nvSpPr>
        <p:spPr>
          <a:ln/>
        </p:spPr>
        <p:txBody>
          <a:bodyPr/>
          <a:lstStyle>
            <a:lvl1pPr>
              <a:defRPr/>
            </a:lvl1pPr>
          </a:lstStyle>
          <a:p>
            <a:pPr>
              <a:defRPr/>
            </a:pPr>
            <a:endParaRPr lang="th-TH"/>
          </a:p>
        </p:txBody>
      </p:sp>
      <p:sp>
        <p:nvSpPr>
          <p:cNvPr id="6" name="Rectangle 6"/>
          <p:cNvSpPr>
            <a:spLocks noGrp="1" noChangeArrowheads="1"/>
          </p:cNvSpPr>
          <p:nvPr>
            <p:ph type="sldNum" sz="quarter" idx="12"/>
          </p:nvPr>
        </p:nvSpPr>
        <p:spPr>
          <a:ln/>
        </p:spPr>
        <p:txBody>
          <a:bodyPr/>
          <a:lstStyle>
            <a:lvl1pPr>
              <a:defRPr/>
            </a:lvl1pPr>
          </a:lstStyle>
          <a:p>
            <a:pPr>
              <a:defRPr/>
            </a:pPr>
            <a:fld id="{C6C77499-FA6F-432E-AEA5-76B97B6348B7}" type="slidenum">
              <a:rPr lang="en-US"/>
              <a:pPr>
                <a:defRPr/>
              </a:pPr>
              <a:t>‹#›</a:t>
            </a:fld>
            <a:endParaRPr lang="th-T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th-TH"/>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4"/>
          <p:cNvSpPr>
            <a:spLocks noGrp="1" noChangeArrowheads="1"/>
          </p:cNvSpPr>
          <p:nvPr>
            <p:ph type="dt" sz="half" idx="10"/>
          </p:nvPr>
        </p:nvSpPr>
        <p:spPr>
          <a:ln/>
        </p:spPr>
        <p:txBody>
          <a:bodyPr/>
          <a:lstStyle>
            <a:lvl1pPr>
              <a:defRPr/>
            </a:lvl1pPr>
          </a:lstStyle>
          <a:p>
            <a:pPr>
              <a:defRPr/>
            </a:pPr>
            <a:endParaRPr lang="th-TH"/>
          </a:p>
        </p:txBody>
      </p:sp>
      <p:sp>
        <p:nvSpPr>
          <p:cNvPr id="5" name="Rectangle 5"/>
          <p:cNvSpPr>
            <a:spLocks noGrp="1" noChangeArrowheads="1"/>
          </p:cNvSpPr>
          <p:nvPr>
            <p:ph type="ftr" sz="quarter" idx="11"/>
          </p:nvPr>
        </p:nvSpPr>
        <p:spPr>
          <a:ln/>
        </p:spPr>
        <p:txBody>
          <a:bodyPr/>
          <a:lstStyle>
            <a:lvl1pPr>
              <a:defRPr/>
            </a:lvl1pPr>
          </a:lstStyle>
          <a:p>
            <a:pPr>
              <a:defRPr/>
            </a:pPr>
            <a:endParaRPr lang="th-TH"/>
          </a:p>
        </p:txBody>
      </p:sp>
      <p:sp>
        <p:nvSpPr>
          <p:cNvPr id="6" name="Rectangle 6"/>
          <p:cNvSpPr>
            <a:spLocks noGrp="1" noChangeArrowheads="1"/>
          </p:cNvSpPr>
          <p:nvPr>
            <p:ph type="sldNum" sz="quarter" idx="12"/>
          </p:nvPr>
        </p:nvSpPr>
        <p:spPr>
          <a:ln/>
        </p:spPr>
        <p:txBody>
          <a:bodyPr/>
          <a:lstStyle>
            <a:lvl1pPr>
              <a:defRPr/>
            </a:lvl1pPr>
          </a:lstStyle>
          <a:p>
            <a:pPr>
              <a:defRPr/>
            </a:pPr>
            <a:fld id="{D3867CDA-325F-460B-884A-671CC209BF15}" type="slidenum">
              <a:rPr lang="en-US"/>
              <a:pPr>
                <a:defRPr/>
              </a:pPr>
              <a:t>‹#›</a:t>
            </a:fld>
            <a:endParaRPr lang="th-T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45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pitchFamily="34" charset="0"/>
              </a:defRPr>
            </a:lvl1pPr>
          </a:lstStyle>
          <a:p>
            <a:pPr>
              <a:defRPr/>
            </a:pPr>
            <a:endParaRPr lang="th-TH"/>
          </a:p>
        </p:txBody>
      </p:sp>
      <p:sp>
        <p:nvSpPr>
          <p:cNvPr id="10445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pitchFamily="34" charset="0"/>
              </a:defRPr>
            </a:lvl1pPr>
          </a:lstStyle>
          <a:p>
            <a:pPr>
              <a:defRPr/>
            </a:pPr>
            <a:endParaRPr lang="th-TH"/>
          </a:p>
        </p:txBody>
      </p:sp>
      <p:sp>
        <p:nvSpPr>
          <p:cNvPr id="10445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itchFamily="34" charset="0"/>
              </a:defRPr>
            </a:lvl1pPr>
          </a:lstStyle>
          <a:p>
            <a:pPr>
              <a:defRPr/>
            </a:pPr>
            <a:fld id="{4C6CAE3B-E2A6-4C1D-BD8B-7435F4EFD83F}" type="slidenum">
              <a:rPr lang="en-US"/>
              <a:pPr>
                <a:defRPr/>
              </a:pPr>
              <a:t>‹#›</a:t>
            </a:fld>
            <a:endParaRPr lang="th-TH"/>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www.onlinemathlearning.com/intersection-of-three-sets.html"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hyperlink" Target="http://en.wikipedia.org/wiki/File:Binomial_distribution_pmf.svg" TargetMode="External"/><Relationship Id="rId7" Type="http://schemas.openxmlformats.org/officeDocument/2006/relationships/oleObject" Target="../embeddings/oleObject1.bin"/><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hyperlink" Target="http://en.wikipedia.org/wiki/File:Binomial_distribution_cdf.svg" TargetMode="External"/><Relationship Id="rId10" Type="http://schemas.openxmlformats.org/officeDocument/2006/relationships/image" Target="../media/image7.wmf"/><Relationship Id="rId4" Type="http://schemas.openxmlformats.org/officeDocument/2006/relationships/image" Target="../media/image4.png"/><Relationship Id="rId9"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upload.wikimedia.org/wikipedia/commons/7/74/Normal_Distribution_PDF.svg" TargetMode="Externa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hyperlink" Target="http://en.wikipedia.org/wiki/File:Normal_Distribution_CDF.sv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en.wikipedia.org/wiki/File:Student_t_pdf.svg"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en.wikipedia.org/wiki/File:Student_t_pdf.svg"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en.wikipedia.org/wiki/File:Chi-square_pdf.svg"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en.wikipedia.org/wiki/File:Binomial_Distribution.svg" TargetMode="External"/><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hyperlink" Target="http://www.regentsprep.org/Regents/math/algtrig/ATS7/BLesson3.htm" TargetMode="External"/><Relationship Id="rId5" Type="http://schemas.openxmlformats.org/officeDocument/2006/relationships/image" Target="../media/image15.jpe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3.png"/><Relationship Id="rId7"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1.png"/><Relationship Id="rId10" Type="http://schemas.openxmlformats.org/officeDocument/2006/relationships/image" Target="../media/image27.png"/><Relationship Id="rId4" Type="http://schemas.openxmlformats.org/officeDocument/2006/relationships/image" Target="../media/image20.png"/><Relationship Id="rId9"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304800" y="1600200"/>
            <a:ext cx="8686800" cy="2438400"/>
          </a:xfrm>
        </p:spPr>
        <p:txBody>
          <a:bodyPr/>
          <a:lstStyle/>
          <a:p>
            <a:pPr eaLnBrk="1" hangingPunct="1">
              <a:lnSpc>
                <a:spcPct val="90000"/>
              </a:lnSpc>
            </a:pPr>
            <a:r>
              <a:rPr lang="en-US" sz="4000" b="1" dirty="0">
                <a:solidFill>
                  <a:srgbClr val="CC00CC"/>
                </a:solidFill>
                <a:latin typeface="Angsana New" pitchFamily="18" charset="-34"/>
                <a:cs typeface="Angsana New" panose="02020603050405020304" pitchFamily="18" charset="-34"/>
              </a:rPr>
              <a:t>Introduction to Probability and Sampling distribution</a:t>
            </a:r>
          </a:p>
        </p:txBody>
      </p:sp>
      <p:sp>
        <p:nvSpPr>
          <p:cNvPr id="2051" name="Rectangle 3"/>
          <p:cNvSpPr>
            <a:spLocks noGrp="1" noChangeArrowheads="1"/>
          </p:cNvSpPr>
          <p:nvPr>
            <p:ph type="subTitle" idx="1"/>
          </p:nvPr>
        </p:nvSpPr>
        <p:spPr>
          <a:xfrm>
            <a:off x="4572000" y="3810000"/>
            <a:ext cx="4176713" cy="762000"/>
          </a:xfrm>
        </p:spPr>
        <p:txBody>
          <a:bodyPr/>
          <a:lstStyle/>
          <a:p>
            <a:pPr algn="r" eaLnBrk="1" hangingPunct="1">
              <a:spcBef>
                <a:spcPct val="0"/>
              </a:spcBef>
            </a:pPr>
            <a:endParaRPr lang="en-US" sz="4400" b="1" dirty="0">
              <a:solidFill>
                <a:srgbClr val="0000FF"/>
              </a:solidFill>
              <a:latin typeface="Angsana New" pitchFamily="18" charset="-34"/>
            </a:endParaRPr>
          </a:p>
          <a:p>
            <a:pPr algn="r" eaLnBrk="1" hangingPunct="1">
              <a:spcBef>
                <a:spcPct val="0"/>
              </a:spcBef>
            </a:pPr>
            <a:r>
              <a:rPr lang="th-TH" sz="4400" b="1" dirty="0">
                <a:solidFill>
                  <a:srgbClr val="0000FF"/>
                </a:solidFill>
                <a:latin typeface="Angsana New" pitchFamily="18" charset="-34"/>
              </a:rPr>
              <a:t>พาชิตชนัต  ศิริพานิช</a:t>
            </a:r>
          </a:p>
        </p:txBody>
      </p:sp>
      <p:sp>
        <p:nvSpPr>
          <p:cNvPr id="2" name="Slide Number Placeholder 1">
            <a:extLst>
              <a:ext uri="{FF2B5EF4-FFF2-40B4-BE49-F238E27FC236}">
                <a16:creationId xmlns:a16="http://schemas.microsoft.com/office/drawing/2014/main" id="{A39526A8-FC6E-4170-9775-52800B2355FF}"/>
              </a:ext>
            </a:extLst>
          </p:cNvPr>
          <p:cNvSpPr>
            <a:spLocks noGrp="1"/>
          </p:cNvSpPr>
          <p:nvPr>
            <p:ph type="sldNum" sz="quarter" idx="12"/>
          </p:nvPr>
        </p:nvSpPr>
        <p:spPr/>
        <p:txBody>
          <a:bodyPr/>
          <a:lstStyle/>
          <a:p>
            <a:pPr>
              <a:defRPr/>
            </a:pPr>
            <a:fld id="{0598EADD-7714-4E0A-AD4B-AC83F9F5DA12}" type="slidenum">
              <a:rPr lang="en-US" smtClean="0"/>
              <a:pPr>
                <a:defRPr/>
              </a:pPr>
              <a:t>1</a:t>
            </a:fld>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dissolve">
                                      <p:cBhvr>
                                        <p:cTn id="7" dur="300"/>
                                        <p:tgtEl>
                                          <p:spTgt spid="205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051">
                                            <p:txEl>
                                              <p:pRg st="1" end="1"/>
                                            </p:txEl>
                                          </p:spTgt>
                                        </p:tgtEl>
                                        <p:attrNameLst>
                                          <p:attrName>style.visibility</p:attrName>
                                        </p:attrNameLst>
                                      </p:cBhvr>
                                      <p:to>
                                        <p:strVal val="visible"/>
                                      </p:to>
                                    </p:set>
                                    <p:animEffect transition="in" filter="dissolve">
                                      <p:cBhvr>
                                        <p:cTn id="10" dur="300"/>
                                        <p:tgtEl>
                                          <p:spTgt spid="20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2051"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0"/>
            <a:ext cx="8458200" cy="609600"/>
          </a:xfrm>
        </p:spPr>
        <p:txBody>
          <a:bodyPr anchor="t"/>
          <a:lstStyle/>
          <a:p>
            <a:pPr algn="l" eaLnBrk="1" hangingPunct="1"/>
            <a:r>
              <a:rPr lang="en-US" sz="2800" b="1" dirty="0" err="1">
                <a:solidFill>
                  <a:srgbClr val="008000"/>
                </a:solidFill>
                <a:latin typeface="Angsana New" panose="02020603050405020304" pitchFamily="18" charset="-34"/>
                <a:cs typeface="Angsana New" panose="02020603050405020304" pitchFamily="18" charset="-34"/>
              </a:rPr>
              <a:t>การทดลองสุ่ม</a:t>
            </a:r>
            <a:r>
              <a:rPr lang="en-US" sz="2800" b="1" dirty="0">
                <a:solidFill>
                  <a:srgbClr val="008000"/>
                </a:solidFill>
                <a:latin typeface="Angsana New" pitchFamily="18" charset="-34"/>
                <a:cs typeface="Angsana New" panose="02020603050405020304" pitchFamily="18" charset="-34"/>
              </a:rPr>
              <a:t> (Random Experiment)</a:t>
            </a:r>
          </a:p>
        </p:txBody>
      </p:sp>
      <p:sp>
        <p:nvSpPr>
          <p:cNvPr id="3075" name="Rectangle 3"/>
          <p:cNvSpPr>
            <a:spLocks noGrp="1" noChangeArrowheads="1"/>
          </p:cNvSpPr>
          <p:nvPr>
            <p:ph type="subTitle" idx="1"/>
          </p:nvPr>
        </p:nvSpPr>
        <p:spPr>
          <a:xfrm>
            <a:off x="0" y="533400"/>
            <a:ext cx="9026769" cy="990600"/>
          </a:xfrm>
        </p:spPr>
        <p:txBody>
          <a:bodyPr anchor="t"/>
          <a:lstStyle/>
          <a:p>
            <a:pPr algn="l" eaLnBrk="1" hangingPunct="1">
              <a:spcBef>
                <a:spcPct val="0"/>
              </a:spcBef>
              <a:tabLst>
                <a:tab pos="685800" algn="l"/>
              </a:tabLst>
            </a:pPr>
            <a:r>
              <a:rPr lang="en-US" sz="2800" dirty="0">
                <a:solidFill>
                  <a:srgbClr val="FF00FF"/>
                </a:solidFill>
                <a:latin typeface="Angsana New" pitchFamily="18" charset="-34"/>
                <a:cs typeface="Angsana New" panose="02020603050405020304" pitchFamily="18" charset="-34"/>
                <a:sym typeface="Wingdings" pitchFamily="2" charset="2"/>
              </a:rPr>
              <a:t></a:t>
            </a:r>
            <a:r>
              <a:rPr lang="en-US" sz="2800" b="1" dirty="0">
                <a:solidFill>
                  <a:srgbClr val="0000FF"/>
                </a:solidFill>
                <a:latin typeface="Angsana New" pitchFamily="18" charset="-34"/>
                <a:cs typeface="Angsana New" panose="02020603050405020304" pitchFamily="18" charset="-34"/>
              </a:rPr>
              <a:t> </a:t>
            </a:r>
            <a:r>
              <a:rPr lang="en-US" sz="2800" b="1" dirty="0" err="1">
                <a:solidFill>
                  <a:srgbClr val="0000FF"/>
                </a:solidFill>
                <a:latin typeface="Angsana New" pitchFamily="18" charset="-34"/>
                <a:cs typeface="Angsana New" panose="02020603050405020304" pitchFamily="18" charset="-34"/>
              </a:rPr>
              <a:t>การกระทำ</a:t>
            </a:r>
            <a:r>
              <a:rPr lang="th-TH" sz="2800" b="1" dirty="0">
                <a:solidFill>
                  <a:srgbClr val="0000FF"/>
                </a:solidFill>
                <a:latin typeface="Angsana New" pitchFamily="18" charset="-34"/>
                <a:cs typeface="Angsana New" panose="02020603050405020304" pitchFamily="18" charset="-34"/>
              </a:rPr>
              <a:t>หรือ</a:t>
            </a:r>
            <a:r>
              <a:rPr lang="en-US" sz="2800" b="1" dirty="0" err="1">
                <a:solidFill>
                  <a:srgbClr val="0000FF"/>
                </a:solidFill>
                <a:latin typeface="Angsana New" pitchFamily="18" charset="-34"/>
                <a:cs typeface="Angsana New" panose="02020603050405020304" pitchFamily="18" charset="-34"/>
              </a:rPr>
              <a:t>กระบวนการที่มีผลลัพธ์</a:t>
            </a:r>
            <a:r>
              <a:rPr lang="en-US" sz="2800" b="1" dirty="0">
                <a:solidFill>
                  <a:srgbClr val="0000FF"/>
                </a:solidFill>
                <a:latin typeface="Angsana New" pitchFamily="18" charset="-34"/>
                <a:cs typeface="Angsana New" panose="02020603050405020304" pitchFamily="18" charset="-34"/>
              </a:rPr>
              <a:t> (Outcome) </a:t>
            </a:r>
            <a:r>
              <a:rPr lang="en-US" sz="2800" b="1" dirty="0" err="1">
                <a:solidFill>
                  <a:srgbClr val="0000FF"/>
                </a:solidFill>
                <a:latin typeface="Angsana New" pitchFamily="18" charset="-34"/>
                <a:cs typeface="Angsana New" panose="02020603050405020304" pitchFamily="18" charset="-34"/>
              </a:rPr>
              <a:t>ที่เป็นไปได้มากกว่า</a:t>
            </a:r>
            <a:r>
              <a:rPr lang="en-US" sz="2800" b="1" dirty="0">
                <a:solidFill>
                  <a:srgbClr val="0000FF"/>
                </a:solidFill>
                <a:latin typeface="Angsana New" pitchFamily="18" charset="-34"/>
                <a:cs typeface="Angsana New" panose="02020603050405020304" pitchFamily="18" charset="-34"/>
              </a:rPr>
              <a:t> 1 </a:t>
            </a:r>
            <a:r>
              <a:rPr lang="en-US" sz="2800" b="1" dirty="0" err="1">
                <a:solidFill>
                  <a:srgbClr val="0000FF"/>
                </a:solidFill>
                <a:latin typeface="Angsana New" pitchFamily="18" charset="-34"/>
                <a:cs typeface="Angsana New" panose="02020603050405020304" pitchFamily="18" charset="-34"/>
              </a:rPr>
              <a:t>อย่าง</a:t>
            </a:r>
            <a:endParaRPr lang="en-US" sz="2800" b="1" dirty="0">
              <a:solidFill>
                <a:srgbClr val="0000FF"/>
              </a:solidFill>
              <a:latin typeface="Angsana New" pitchFamily="18" charset="-34"/>
              <a:cs typeface="Angsana New" panose="02020603050405020304" pitchFamily="18" charset="-34"/>
            </a:endParaRPr>
          </a:p>
          <a:p>
            <a:pPr algn="l" eaLnBrk="1" hangingPunct="1">
              <a:spcBef>
                <a:spcPct val="0"/>
              </a:spcBef>
              <a:tabLst>
                <a:tab pos="685800" algn="l"/>
              </a:tabLst>
            </a:pPr>
            <a:r>
              <a:rPr lang="en-US" sz="2800" dirty="0">
                <a:solidFill>
                  <a:srgbClr val="FF00FF"/>
                </a:solidFill>
                <a:latin typeface="Angsana New" pitchFamily="18" charset="-34"/>
                <a:cs typeface="Angsana New" panose="02020603050405020304" pitchFamily="18" charset="-34"/>
                <a:sym typeface="Wingdings" pitchFamily="2" charset="2"/>
              </a:rPr>
              <a:t></a:t>
            </a:r>
            <a:r>
              <a:rPr lang="en-US" sz="2800" b="1" dirty="0">
                <a:solidFill>
                  <a:srgbClr val="0000FF"/>
                </a:solidFill>
                <a:latin typeface="Angsana New" pitchFamily="18" charset="-34"/>
                <a:cs typeface="Angsana New" panose="02020603050405020304" pitchFamily="18" charset="-34"/>
                <a:sym typeface="Wingdings" pitchFamily="2" charset="2"/>
              </a:rPr>
              <a:t> </a:t>
            </a:r>
            <a:r>
              <a:rPr lang="en-US" sz="2800" b="1" dirty="0" err="1">
                <a:solidFill>
                  <a:srgbClr val="0000FF"/>
                </a:solidFill>
                <a:latin typeface="Angsana New" pitchFamily="18" charset="-34"/>
                <a:cs typeface="Angsana New" panose="02020603050405020304" pitchFamily="18" charset="-34"/>
              </a:rPr>
              <a:t>กระบวนการที่ไม่ทราบผลลัพธ์ที่จะเกิดแน่นอน</a:t>
            </a:r>
            <a:endParaRPr lang="en-US" sz="2800" b="1" dirty="0">
              <a:solidFill>
                <a:srgbClr val="0000FF"/>
              </a:solidFill>
              <a:latin typeface="Angsana New" pitchFamily="18" charset="-34"/>
              <a:cs typeface="Angsana New" panose="02020603050405020304" pitchFamily="18" charset="-34"/>
            </a:endParaRPr>
          </a:p>
        </p:txBody>
      </p:sp>
      <p:sp>
        <p:nvSpPr>
          <p:cNvPr id="3077" name="Rectangle 5"/>
          <p:cNvSpPr>
            <a:spLocks noChangeArrowheads="1"/>
          </p:cNvSpPr>
          <p:nvPr/>
        </p:nvSpPr>
        <p:spPr bwMode="auto">
          <a:xfrm>
            <a:off x="0" y="1524000"/>
            <a:ext cx="9144000" cy="673100"/>
          </a:xfrm>
          <a:prstGeom prst="rect">
            <a:avLst/>
          </a:prstGeom>
          <a:noFill/>
          <a:ln w="9525">
            <a:noFill/>
            <a:miter lim="800000"/>
            <a:headEnd/>
            <a:tailEnd/>
          </a:ln>
        </p:spPr>
        <p:txBody>
          <a:bodyPr anchor="t"/>
          <a:lstStyle/>
          <a:p>
            <a:r>
              <a:rPr lang="en-US" b="1" dirty="0" err="1">
                <a:solidFill>
                  <a:srgbClr val="008000"/>
                </a:solidFill>
                <a:latin typeface="Angsana New" pitchFamily="18" charset="-34"/>
              </a:rPr>
              <a:t>ปริภูมิตัวอย่าง</a:t>
            </a:r>
            <a:r>
              <a:rPr lang="en-US" b="1" dirty="0">
                <a:solidFill>
                  <a:srgbClr val="008000"/>
                </a:solidFill>
                <a:latin typeface="Angsana New" pitchFamily="18" charset="-34"/>
              </a:rPr>
              <a:t> (Sample space = S): </a:t>
            </a:r>
            <a:r>
              <a:rPr lang="th-TH" b="1" dirty="0">
                <a:solidFill>
                  <a:srgbClr val="0000FF"/>
                </a:solidFill>
                <a:latin typeface="Angsana New" pitchFamily="18" charset="-34"/>
              </a:rPr>
              <a:t>เซทของผลลัพธ์ทั้งหมดที่เป็นไปได้</a:t>
            </a:r>
            <a:r>
              <a:rPr lang="en-US" b="1" dirty="0">
                <a:solidFill>
                  <a:srgbClr val="008000"/>
                </a:solidFill>
                <a:latin typeface="Angsana New" pitchFamily="18" charset="-34"/>
              </a:rPr>
              <a:t> </a:t>
            </a:r>
          </a:p>
        </p:txBody>
      </p:sp>
      <p:sp>
        <p:nvSpPr>
          <p:cNvPr id="3079" name="Rectangle 7"/>
          <p:cNvSpPr>
            <a:spLocks noChangeArrowheads="1"/>
          </p:cNvSpPr>
          <p:nvPr/>
        </p:nvSpPr>
        <p:spPr bwMode="auto">
          <a:xfrm>
            <a:off x="5862" y="2162908"/>
            <a:ext cx="2737338" cy="558800"/>
          </a:xfrm>
          <a:prstGeom prst="rect">
            <a:avLst/>
          </a:prstGeom>
          <a:noFill/>
          <a:ln w="9525">
            <a:noFill/>
            <a:miter lim="800000"/>
            <a:headEnd/>
            <a:tailEnd/>
          </a:ln>
        </p:spPr>
        <p:txBody>
          <a:bodyPr anchor="t"/>
          <a:lstStyle/>
          <a:p>
            <a:r>
              <a:rPr lang="en-US" b="1" dirty="0" err="1">
                <a:solidFill>
                  <a:srgbClr val="008000"/>
                </a:solidFill>
                <a:latin typeface="Angsana New" panose="02020603050405020304" pitchFamily="18" charset="-34"/>
              </a:rPr>
              <a:t>เหตุการณ์</a:t>
            </a:r>
            <a:r>
              <a:rPr lang="en-US" b="1" dirty="0">
                <a:solidFill>
                  <a:srgbClr val="008000"/>
                </a:solidFill>
                <a:latin typeface="Angsana New" pitchFamily="18" charset="-34"/>
              </a:rPr>
              <a:t> (Event):</a:t>
            </a:r>
          </a:p>
        </p:txBody>
      </p:sp>
      <p:sp>
        <p:nvSpPr>
          <p:cNvPr id="3080" name="Rectangle 8"/>
          <p:cNvSpPr>
            <a:spLocks noChangeArrowheads="1"/>
          </p:cNvSpPr>
          <p:nvPr/>
        </p:nvSpPr>
        <p:spPr bwMode="auto">
          <a:xfrm>
            <a:off x="2438401" y="2174631"/>
            <a:ext cx="4724400" cy="539750"/>
          </a:xfrm>
          <a:prstGeom prst="rect">
            <a:avLst/>
          </a:prstGeom>
          <a:noFill/>
          <a:ln w="9525">
            <a:noFill/>
            <a:miter lim="800000"/>
            <a:headEnd/>
            <a:tailEnd/>
          </a:ln>
        </p:spPr>
        <p:txBody>
          <a:bodyPr anchor="t"/>
          <a:lstStyle/>
          <a:p>
            <a:pPr>
              <a:tabLst>
                <a:tab pos="685800" algn="l"/>
              </a:tabLst>
            </a:pPr>
            <a:r>
              <a:rPr lang="en-US" b="1" dirty="0" err="1">
                <a:solidFill>
                  <a:srgbClr val="0000FF"/>
                </a:solidFill>
                <a:latin typeface="Angsana New" panose="02020603050405020304" pitchFamily="18" charset="-34"/>
              </a:rPr>
              <a:t>เซทย่อย</a:t>
            </a:r>
            <a:r>
              <a:rPr lang="en-US" b="1" dirty="0">
                <a:solidFill>
                  <a:srgbClr val="0000FF"/>
                </a:solidFill>
                <a:latin typeface="Angsana New" pitchFamily="18" charset="-34"/>
              </a:rPr>
              <a:t> (Subset) </a:t>
            </a:r>
            <a:r>
              <a:rPr lang="en-US" b="1" dirty="0" err="1">
                <a:solidFill>
                  <a:srgbClr val="0000FF"/>
                </a:solidFill>
                <a:latin typeface="Angsana New" pitchFamily="18" charset="-34"/>
              </a:rPr>
              <a:t>ของปริภูมิตัวอย่าง</a:t>
            </a:r>
            <a:endParaRPr lang="en-US" b="1" dirty="0">
              <a:solidFill>
                <a:srgbClr val="0000FF"/>
              </a:solidFill>
              <a:latin typeface="Angsana New" pitchFamily="18" charset="-34"/>
              <a:sym typeface="Symbol" pitchFamily="18" charset="2"/>
            </a:endParaRPr>
          </a:p>
        </p:txBody>
      </p:sp>
      <p:sp>
        <p:nvSpPr>
          <p:cNvPr id="8" name="Rectangle 2"/>
          <p:cNvSpPr txBox="1">
            <a:spLocks noChangeArrowheads="1"/>
          </p:cNvSpPr>
          <p:nvPr/>
        </p:nvSpPr>
        <p:spPr bwMode="auto">
          <a:xfrm>
            <a:off x="76200" y="3583391"/>
            <a:ext cx="1676400" cy="60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algn="l" eaLnBrk="1" hangingPunct="1"/>
            <a:r>
              <a:rPr lang="th-TH" sz="2800" b="1" kern="0" dirty="0">
                <a:solidFill>
                  <a:srgbClr val="CC00CC"/>
                </a:solidFill>
                <a:latin typeface="Angsana New" pitchFamily="18" charset="-34"/>
                <a:cs typeface="Angsana New" panose="02020603050405020304" pitchFamily="18" charset="-34"/>
              </a:rPr>
              <a:t>ตัวอย่าง </a:t>
            </a:r>
            <a:r>
              <a:rPr lang="en-US" sz="2800" b="1" kern="0" dirty="0">
                <a:solidFill>
                  <a:srgbClr val="CC00CC"/>
                </a:solidFill>
                <a:latin typeface="Angsana New" pitchFamily="18" charset="-34"/>
                <a:cs typeface="Angsana New" panose="02020603050405020304" pitchFamily="18" charset="-34"/>
              </a:rPr>
              <a:t>:</a:t>
            </a:r>
            <a:endParaRPr lang="th-TH" sz="2800" b="1" kern="0" dirty="0">
              <a:solidFill>
                <a:srgbClr val="CC00CC"/>
              </a:solidFill>
              <a:latin typeface="Angsana New" pitchFamily="18" charset="-34"/>
              <a:cs typeface="Angsana New" panose="02020603050405020304" pitchFamily="18" charset="-34"/>
            </a:endParaRPr>
          </a:p>
        </p:txBody>
      </p:sp>
      <p:sp>
        <p:nvSpPr>
          <p:cNvPr id="9" name="Rectangle 3"/>
          <p:cNvSpPr txBox="1">
            <a:spLocks noChangeArrowheads="1"/>
          </p:cNvSpPr>
          <p:nvPr/>
        </p:nvSpPr>
        <p:spPr bwMode="auto">
          <a:xfrm>
            <a:off x="1388853" y="3634154"/>
            <a:ext cx="4465637" cy="1905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cs typeface="+mn-cs"/>
              </a:defRPr>
            </a:lvl2pPr>
            <a:lvl3pPr marL="914400" indent="0" algn="ctr" rtl="0" eaLnBrk="0" fontAlgn="base" hangingPunct="0">
              <a:spcBef>
                <a:spcPct val="20000"/>
              </a:spcBef>
              <a:spcAft>
                <a:spcPct val="0"/>
              </a:spcAft>
              <a:buNone/>
              <a:defRPr sz="2400">
                <a:solidFill>
                  <a:schemeClr val="tx1"/>
                </a:solidFill>
                <a:latin typeface="+mn-lt"/>
                <a:cs typeface="+mn-cs"/>
              </a:defRPr>
            </a:lvl3pPr>
            <a:lvl4pPr marL="1371600" indent="0" algn="ctr" rtl="0" eaLnBrk="0" fontAlgn="base" hangingPunct="0">
              <a:spcBef>
                <a:spcPct val="20000"/>
              </a:spcBef>
              <a:spcAft>
                <a:spcPct val="0"/>
              </a:spcAft>
              <a:buNone/>
              <a:defRPr sz="2000">
                <a:solidFill>
                  <a:schemeClr val="tx1"/>
                </a:solidFill>
                <a:latin typeface="+mn-lt"/>
                <a:cs typeface="+mn-cs"/>
              </a:defRPr>
            </a:lvl4pPr>
            <a:lvl5pPr marL="1828800" indent="0" algn="ctr" rtl="0" eaLnBrk="0" fontAlgn="base" hangingPunct="0">
              <a:spcBef>
                <a:spcPct val="20000"/>
              </a:spcBef>
              <a:spcAft>
                <a:spcPct val="0"/>
              </a:spcAft>
              <a:buNone/>
              <a:defRPr sz="2000">
                <a:solidFill>
                  <a:schemeClr val="tx1"/>
                </a:solidFill>
                <a:latin typeface="+mn-lt"/>
                <a:cs typeface="+mn-cs"/>
              </a:defRPr>
            </a:lvl5pPr>
            <a:lvl6pPr marL="2286000" indent="0" algn="ctr" rtl="0" fontAlgn="base">
              <a:spcBef>
                <a:spcPct val="20000"/>
              </a:spcBef>
              <a:spcAft>
                <a:spcPct val="0"/>
              </a:spcAft>
              <a:buNone/>
              <a:defRPr sz="2000">
                <a:solidFill>
                  <a:schemeClr val="tx1"/>
                </a:solidFill>
                <a:latin typeface="+mn-lt"/>
                <a:cs typeface="+mn-cs"/>
              </a:defRPr>
            </a:lvl6pPr>
            <a:lvl7pPr marL="2743200" indent="0" algn="ctr" rtl="0" fontAlgn="base">
              <a:spcBef>
                <a:spcPct val="20000"/>
              </a:spcBef>
              <a:spcAft>
                <a:spcPct val="0"/>
              </a:spcAft>
              <a:buNone/>
              <a:defRPr sz="2000">
                <a:solidFill>
                  <a:schemeClr val="tx1"/>
                </a:solidFill>
                <a:latin typeface="+mn-lt"/>
                <a:cs typeface="+mn-cs"/>
              </a:defRPr>
            </a:lvl7pPr>
            <a:lvl8pPr marL="3200400" indent="0" algn="ctr" rtl="0" fontAlgn="base">
              <a:spcBef>
                <a:spcPct val="20000"/>
              </a:spcBef>
              <a:spcAft>
                <a:spcPct val="0"/>
              </a:spcAft>
              <a:buNone/>
              <a:defRPr sz="2000">
                <a:solidFill>
                  <a:schemeClr val="tx1"/>
                </a:solidFill>
                <a:latin typeface="+mn-lt"/>
                <a:cs typeface="+mn-cs"/>
              </a:defRPr>
            </a:lvl8pPr>
            <a:lvl9pPr marL="3657600" indent="0" algn="ctr" rtl="0" fontAlgn="base">
              <a:spcBef>
                <a:spcPct val="20000"/>
              </a:spcBef>
              <a:spcAft>
                <a:spcPct val="0"/>
              </a:spcAft>
              <a:buNone/>
              <a:defRPr sz="2000">
                <a:solidFill>
                  <a:schemeClr val="tx1"/>
                </a:solidFill>
                <a:latin typeface="+mn-lt"/>
                <a:cs typeface="+mn-cs"/>
              </a:defRPr>
            </a:lvl9pPr>
          </a:lstStyle>
          <a:p>
            <a:pPr algn="l" eaLnBrk="1" hangingPunct="1">
              <a:spcBef>
                <a:spcPct val="0"/>
              </a:spcBef>
              <a:tabLst>
                <a:tab pos="457200" algn="l"/>
              </a:tabLst>
            </a:pPr>
            <a:r>
              <a:rPr lang="th-TH" sz="2800" b="1" kern="0" dirty="0">
                <a:solidFill>
                  <a:srgbClr val="5A3600"/>
                </a:solidFill>
                <a:latin typeface="Angsana New" pitchFamily="18" charset="-34"/>
                <a:cs typeface="Angsana New" panose="02020603050405020304" pitchFamily="18" charset="-34"/>
              </a:rPr>
              <a:t>การทดลอง </a:t>
            </a:r>
            <a:r>
              <a:rPr lang="en-US" sz="2800" b="1" kern="0" dirty="0">
                <a:solidFill>
                  <a:srgbClr val="5A3600"/>
                </a:solidFill>
                <a:latin typeface="Angsana New" pitchFamily="18" charset="-34"/>
                <a:cs typeface="Angsana New" panose="02020603050405020304" pitchFamily="18" charset="-34"/>
              </a:rPr>
              <a:t>:</a:t>
            </a:r>
            <a:r>
              <a:rPr lang="en-US" sz="2800" b="1" kern="0" dirty="0">
                <a:solidFill>
                  <a:srgbClr val="0000FF"/>
                </a:solidFill>
                <a:latin typeface="Angsana New" pitchFamily="18" charset="-34"/>
                <a:cs typeface="Angsana New" panose="02020603050405020304" pitchFamily="18" charset="-34"/>
              </a:rPr>
              <a:t> </a:t>
            </a:r>
            <a:endParaRPr lang="th-TH" sz="2800" b="1" kern="0" dirty="0">
              <a:solidFill>
                <a:srgbClr val="0000FF"/>
              </a:solidFill>
              <a:latin typeface="Angsana New" pitchFamily="18" charset="-34"/>
              <a:cs typeface="Angsana New" panose="02020603050405020304" pitchFamily="18" charset="-34"/>
            </a:endParaRPr>
          </a:p>
          <a:p>
            <a:pPr algn="l" eaLnBrk="1" hangingPunct="1">
              <a:spcBef>
                <a:spcPct val="0"/>
              </a:spcBef>
              <a:tabLst>
                <a:tab pos="457200" algn="l"/>
              </a:tabLst>
            </a:pPr>
            <a:r>
              <a:rPr lang="th-TH" sz="2800" b="1" kern="0" dirty="0">
                <a:solidFill>
                  <a:srgbClr val="5A3600"/>
                </a:solidFill>
                <a:latin typeface="Angsana New" pitchFamily="18" charset="-34"/>
                <a:cs typeface="Angsana New" panose="02020603050405020304" pitchFamily="18" charset="-34"/>
              </a:rPr>
              <a:t>ผลลัพธ์ </a:t>
            </a:r>
            <a:r>
              <a:rPr lang="en-US" sz="2800" b="1" kern="0" dirty="0">
                <a:solidFill>
                  <a:srgbClr val="5A3600"/>
                </a:solidFill>
                <a:latin typeface="Angsana New" pitchFamily="18" charset="-34"/>
                <a:cs typeface="Angsana New" panose="02020603050405020304" pitchFamily="18" charset="-34"/>
              </a:rPr>
              <a:t>:</a:t>
            </a:r>
            <a:endParaRPr lang="th-TH" sz="2800" b="1" kern="0" dirty="0">
              <a:solidFill>
                <a:srgbClr val="FF9900"/>
              </a:solidFill>
              <a:latin typeface="Angsana New" pitchFamily="18" charset="-34"/>
              <a:cs typeface="Angsana New" panose="02020603050405020304" pitchFamily="18" charset="-34"/>
            </a:endParaRPr>
          </a:p>
          <a:p>
            <a:pPr algn="l" eaLnBrk="1" hangingPunct="1">
              <a:spcBef>
                <a:spcPct val="0"/>
              </a:spcBef>
              <a:tabLst>
                <a:tab pos="457200" algn="l"/>
              </a:tabLst>
            </a:pPr>
            <a:r>
              <a:rPr lang="th-TH" sz="2800" b="1" kern="0" dirty="0">
                <a:solidFill>
                  <a:srgbClr val="5A3600"/>
                </a:solidFill>
                <a:latin typeface="Angsana New" pitchFamily="18" charset="-34"/>
                <a:cs typeface="Angsana New" panose="02020603050405020304" pitchFamily="18" charset="-34"/>
              </a:rPr>
              <a:t>ปริภูมิตัวอย่าง </a:t>
            </a:r>
            <a:r>
              <a:rPr lang="en-US" sz="2800" b="1" kern="0" dirty="0">
                <a:solidFill>
                  <a:srgbClr val="5A3600"/>
                </a:solidFill>
                <a:latin typeface="Angsana New" pitchFamily="18" charset="-34"/>
                <a:cs typeface="Angsana New" panose="02020603050405020304" pitchFamily="18" charset="-34"/>
              </a:rPr>
              <a:t>:</a:t>
            </a:r>
            <a:r>
              <a:rPr lang="en-US" sz="2800" b="1" kern="0" dirty="0">
                <a:solidFill>
                  <a:srgbClr val="0000FF"/>
                </a:solidFill>
                <a:latin typeface="Angsana New" pitchFamily="18" charset="-34"/>
                <a:cs typeface="Angsana New" panose="02020603050405020304" pitchFamily="18" charset="-34"/>
              </a:rPr>
              <a:t> </a:t>
            </a:r>
          </a:p>
          <a:p>
            <a:pPr algn="l" eaLnBrk="1" hangingPunct="1">
              <a:spcBef>
                <a:spcPct val="0"/>
              </a:spcBef>
              <a:tabLst>
                <a:tab pos="457200" algn="l"/>
              </a:tabLst>
            </a:pPr>
            <a:r>
              <a:rPr lang="th-TH" sz="2800" b="1" kern="0" dirty="0">
                <a:solidFill>
                  <a:srgbClr val="5A3600"/>
                </a:solidFill>
                <a:latin typeface="Angsana New" pitchFamily="18" charset="-34"/>
                <a:cs typeface="Angsana New" panose="02020603050405020304" pitchFamily="18" charset="-34"/>
              </a:rPr>
              <a:t>เหตุการณ์ </a:t>
            </a:r>
            <a:r>
              <a:rPr lang="en-US" sz="2800" b="1" kern="0" dirty="0">
                <a:solidFill>
                  <a:srgbClr val="5A3600"/>
                </a:solidFill>
                <a:latin typeface="Angsana New" pitchFamily="18" charset="-34"/>
                <a:cs typeface="Angsana New" panose="02020603050405020304" pitchFamily="18" charset="-34"/>
              </a:rPr>
              <a:t>: </a:t>
            </a:r>
            <a:endParaRPr lang="th-TH" sz="2800" b="1" kern="0" dirty="0">
              <a:solidFill>
                <a:srgbClr val="0000FF"/>
              </a:solidFill>
              <a:latin typeface="Angsana New" pitchFamily="18" charset="-34"/>
              <a:cs typeface="Angsana New" panose="02020603050405020304" pitchFamily="18" charset="-34"/>
            </a:endParaRPr>
          </a:p>
        </p:txBody>
      </p:sp>
      <p:sp>
        <p:nvSpPr>
          <p:cNvPr id="10" name="Rectangle 8"/>
          <p:cNvSpPr>
            <a:spLocks noChangeArrowheads="1"/>
          </p:cNvSpPr>
          <p:nvPr/>
        </p:nvSpPr>
        <p:spPr bwMode="auto">
          <a:xfrm>
            <a:off x="2489967" y="3634154"/>
            <a:ext cx="3200400" cy="1371600"/>
          </a:xfrm>
          <a:prstGeom prst="rect">
            <a:avLst/>
          </a:prstGeom>
          <a:noFill/>
          <a:ln w="9525">
            <a:noFill/>
            <a:miter lim="800000"/>
            <a:headEnd/>
            <a:tailEnd/>
          </a:ln>
        </p:spPr>
        <p:txBody>
          <a:bodyPr anchor="t"/>
          <a:lstStyle/>
          <a:p>
            <a:pPr>
              <a:tabLst>
                <a:tab pos="457200" algn="l"/>
              </a:tabLst>
            </a:pPr>
            <a:r>
              <a:rPr lang="en-US" b="1" dirty="0">
                <a:solidFill>
                  <a:srgbClr val="0000FF"/>
                </a:solidFill>
                <a:latin typeface="Angsana New" panose="02020603050405020304" pitchFamily="18" charset="-34"/>
              </a:rPr>
              <a:t>     </a:t>
            </a:r>
            <a:r>
              <a:rPr lang="en-US" b="1" dirty="0" err="1">
                <a:solidFill>
                  <a:srgbClr val="0000FF"/>
                </a:solidFill>
                <a:latin typeface="Angsana New" panose="02020603050405020304" pitchFamily="18" charset="-34"/>
              </a:rPr>
              <a:t>โยนเหรียญ</a:t>
            </a:r>
            <a:endParaRPr lang="en-US" b="1" dirty="0">
              <a:solidFill>
                <a:srgbClr val="0000FF"/>
              </a:solidFill>
              <a:latin typeface="Angsana New" panose="02020603050405020304" pitchFamily="18" charset="-34"/>
            </a:endParaRPr>
          </a:p>
          <a:p>
            <a:pPr>
              <a:tabLst>
                <a:tab pos="457200" algn="l"/>
              </a:tabLst>
            </a:pPr>
            <a:r>
              <a:rPr lang="en-US" b="1" dirty="0">
                <a:solidFill>
                  <a:srgbClr val="0000FF"/>
                </a:solidFill>
                <a:latin typeface="Angsana New" panose="02020603050405020304" pitchFamily="18" charset="-34"/>
              </a:rPr>
              <a:t>H </a:t>
            </a:r>
            <a:r>
              <a:rPr lang="en-US" b="1" dirty="0">
                <a:solidFill>
                  <a:srgbClr val="FF9900"/>
                </a:solidFill>
                <a:latin typeface="Angsana New" pitchFamily="18" charset="-34"/>
              </a:rPr>
              <a:t>(</a:t>
            </a:r>
            <a:r>
              <a:rPr lang="en-US" b="1" dirty="0" err="1">
                <a:solidFill>
                  <a:srgbClr val="FF9900"/>
                </a:solidFill>
                <a:latin typeface="Angsana New" pitchFamily="18" charset="-34"/>
              </a:rPr>
              <a:t>ออกหัว</a:t>
            </a:r>
            <a:r>
              <a:rPr lang="en-US" b="1" dirty="0">
                <a:solidFill>
                  <a:srgbClr val="FF9900"/>
                </a:solidFill>
                <a:latin typeface="Angsana New" pitchFamily="18" charset="-34"/>
              </a:rPr>
              <a:t>)</a:t>
            </a:r>
            <a:r>
              <a:rPr lang="en-US" b="1" dirty="0">
                <a:solidFill>
                  <a:srgbClr val="0000FF"/>
                </a:solidFill>
                <a:latin typeface="Angsana New" pitchFamily="18" charset="-34"/>
              </a:rPr>
              <a:t>   T </a:t>
            </a:r>
            <a:r>
              <a:rPr lang="en-US" b="1" dirty="0">
                <a:solidFill>
                  <a:srgbClr val="FF9900"/>
                </a:solidFill>
                <a:latin typeface="Angsana New" pitchFamily="18" charset="-34"/>
              </a:rPr>
              <a:t>(</a:t>
            </a:r>
            <a:r>
              <a:rPr lang="en-US" b="1" dirty="0" err="1">
                <a:solidFill>
                  <a:srgbClr val="FF9900"/>
                </a:solidFill>
                <a:latin typeface="Angsana New" pitchFamily="18" charset="-34"/>
              </a:rPr>
              <a:t>ออกก้อย</a:t>
            </a:r>
            <a:r>
              <a:rPr lang="en-US" b="1" dirty="0">
                <a:solidFill>
                  <a:srgbClr val="FF9900"/>
                </a:solidFill>
                <a:latin typeface="Angsana New" pitchFamily="18" charset="-34"/>
              </a:rPr>
              <a:t>)</a:t>
            </a:r>
          </a:p>
          <a:p>
            <a:pPr>
              <a:tabLst>
                <a:tab pos="457200" algn="l"/>
              </a:tabLst>
            </a:pPr>
            <a:r>
              <a:rPr lang="en-US" b="1" dirty="0">
                <a:solidFill>
                  <a:srgbClr val="0000FF"/>
                </a:solidFill>
                <a:latin typeface="Angsana New" pitchFamily="18" charset="-34"/>
              </a:rPr>
              <a:t>          S = {H , T}   </a:t>
            </a:r>
            <a:endParaRPr lang="en-US" b="1" dirty="0">
              <a:solidFill>
                <a:srgbClr val="5A3600"/>
              </a:solidFill>
              <a:latin typeface="Angsana New" pitchFamily="18" charset="-34"/>
            </a:endParaRPr>
          </a:p>
        </p:txBody>
      </p:sp>
      <p:sp>
        <p:nvSpPr>
          <p:cNvPr id="11" name="Rectangle 9"/>
          <p:cNvSpPr>
            <a:spLocks noChangeArrowheads="1"/>
          </p:cNvSpPr>
          <p:nvPr/>
        </p:nvSpPr>
        <p:spPr bwMode="auto">
          <a:xfrm>
            <a:off x="2730290" y="4953000"/>
            <a:ext cx="5708284" cy="1828800"/>
          </a:xfrm>
          <a:prstGeom prst="rect">
            <a:avLst/>
          </a:prstGeom>
          <a:noFill/>
          <a:ln w="9525">
            <a:noFill/>
            <a:miter lim="800000"/>
            <a:headEnd/>
            <a:tailEnd/>
          </a:ln>
        </p:spPr>
        <p:txBody>
          <a:bodyPr anchor="t"/>
          <a:lstStyle/>
          <a:p>
            <a:pPr>
              <a:tabLst>
                <a:tab pos="457200" algn="l"/>
              </a:tabLst>
            </a:pPr>
            <a:r>
              <a:rPr lang="en-US" b="1" dirty="0" err="1">
                <a:solidFill>
                  <a:srgbClr val="0000FF"/>
                </a:solidFill>
                <a:latin typeface="Angsana New" panose="02020603050405020304" pitchFamily="18" charset="-34"/>
              </a:rPr>
              <a:t>เหตุการณ์ที่เหรียญออกหัว</a:t>
            </a:r>
            <a:r>
              <a:rPr lang="en-US" b="1" dirty="0">
                <a:solidFill>
                  <a:srgbClr val="0000FF"/>
                </a:solidFill>
                <a:latin typeface="Angsana New" panose="02020603050405020304" pitchFamily="18" charset="-34"/>
              </a:rPr>
              <a:t> = {H}</a:t>
            </a:r>
          </a:p>
          <a:p>
            <a:pPr>
              <a:tabLst>
                <a:tab pos="457200" algn="l"/>
              </a:tabLst>
            </a:pPr>
            <a:r>
              <a:rPr lang="en-US" b="1" dirty="0" err="1">
                <a:solidFill>
                  <a:srgbClr val="0000FF"/>
                </a:solidFill>
                <a:latin typeface="Angsana New" panose="02020603050405020304" pitchFamily="18" charset="-34"/>
              </a:rPr>
              <a:t>เหตุการณ์ที่เหรียญออกก้อย</a:t>
            </a:r>
            <a:r>
              <a:rPr lang="en-US" b="1" dirty="0">
                <a:solidFill>
                  <a:srgbClr val="0000FF"/>
                </a:solidFill>
                <a:latin typeface="Angsana New" panose="02020603050405020304" pitchFamily="18" charset="-34"/>
              </a:rPr>
              <a:t> = {T}</a:t>
            </a:r>
          </a:p>
          <a:p>
            <a:pPr>
              <a:tabLst>
                <a:tab pos="457200" algn="l"/>
              </a:tabLst>
            </a:pPr>
            <a:r>
              <a:rPr lang="en-US" b="1" dirty="0" err="1">
                <a:solidFill>
                  <a:srgbClr val="0000FF"/>
                </a:solidFill>
                <a:latin typeface="Angsana New" panose="02020603050405020304" pitchFamily="18" charset="-34"/>
              </a:rPr>
              <a:t>เหตุการณ์ที่ไม่มีผลลัพธ์</a:t>
            </a:r>
            <a:r>
              <a:rPr lang="en-US" b="1" dirty="0">
                <a:solidFill>
                  <a:srgbClr val="0000FF"/>
                </a:solidFill>
                <a:latin typeface="Angsana New" panose="02020603050405020304" pitchFamily="18" charset="-34"/>
              </a:rPr>
              <a:t> =  </a:t>
            </a:r>
            <a:r>
              <a:rPr lang="en-US" sz="2400" b="1" dirty="0">
                <a:solidFill>
                  <a:srgbClr val="0000FF"/>
                </a:solidFill>
                <a:latin typeface="Angsana New" pitchFamily="18" charset="-34"/>
                <a:sym typeface="Symbol" pitchFamily="18" charset="2"/>
              </a:rPr>
              <a:t></a:t>
            </a:r>
          </a:p>
          <a:p>
            <a:pPr>
              <a:tabLst>
                <a:tab pos="457200" algn="l"/>
              </a:tabLst>
            </a:pPr>
            <a:r>
              <a:rPr lang="en-US" b="1" dirty="0" err="1">
                <a:solidFill>
                  <a:srgbClr val="0000FF"/>
                </a:solidFill>
                <a:latin typeface="Angsana New" pitchFamily="18" charset="-34"/>
              </a:rPr>
              <a:t>เหตุการณ์ที่เหรียญออกหัวหรือก้อย</a:t>
            </a:r>
            <a:r>
              <a:rPr lang="en-US" b="1" dirty="0">
                <a:solidFill>
                  <a:srgbClr val="0000FF"/>
                </a:solidFill>
                <a:latin typeface="Angsana New" pitchFamily="18" charset="-34"/>
              </a:rPr>
              <a:t> = {H , T} = S</a:t>
            </a:r>
          </a:p>
        </p:txBody>
      </p:sp>
      <p:sp>
        <p:nvSpPr>
          <p:cNvPr id="12" name="Rectangle 11"/>
          <p:cNvSpPr>
            <a:spLocks noChangeArrowheads="1"/>
          </p:cNvSpPr>
          <p:nvPr/>
        </p:nvSpPr>
        <p:spPr bwMode="auto">
          <a:xfrm>
            <a:off x="1997075" y="2819400"/>
            <a:ext cx="4937125" cy="609600"/>
          </a:xfrm>
          <a:prstGeom prst="rect">
            <a:avLst/>
          </a:prstGeom>
          <a:noFill/>
          <a:ln w="9525">
            <a:solidFill>
              <a:srgbClr val="003300"/>
            </a:solidFill>
            <a:miter lim="800000"/>
            <a:headEnd/>
            <a:tailEnd/>
          </a:ln>
        </p:spPr>
        <p:txBody>
          <a:bodyPr anchor="t"/>
          <a:lstStyle/>
          <a:p>
            <a:pPr algn="ctr">
              <a:tabLst>
                <a:tab pos="685800" algn="l"/>
              </a:tabLst>
            </a:pPr>
            <a:r>
              <a:rPr lang="en-US" b="1" dirty="0" err="1">
                <a:solidFill>
                  <a:srgbClr val="003300"/>
                </a:solidFill>
                <a:latin typeface="Angsana New" pitchFamily="18" charset="-34"/>
              </a:rPr>
              <a:t>เหตุการณ์</a:t>
            </a:r>
            <a:r>
              <a:rPr lang="en-US" b="1" dirty="0">
                <a:solidFill>
                  <a:srgbClr val="FF0000"/>
                </a:solidFill>
                <a:latin typeface="Angsana New" pitchFamily="18" charset="-34"/>
              </a:rPr>
              <a:t> A </a:t>
            </a:r>
            <a:r>
              <a:rPr lang="en-US" sz="2400" b="1" dirty="0">
                <a:solidFill>
                  <a:srgbClr val="FF0000"/>
                </a:solidFill>
                <a:latin typeface="Angsana New" pitchFamily="18" charset="-34"/>
                <a:sym typeface="Symbol" pitchFamily="18" charset="2"/>
              </a:rPr>
              <a:t></a:t>
            </a:r>
            <a:r>
              <a:rPr lang="en-US" b="1" dirty="0">
                <a:solidFill>
                  <a:srgbClr val="FF0000"/>
                </a:solidFill>
                <a:latin typeface="Angsana New" pitchFamily="18" charset="-34"/>
                <a:sym typeface="Symbol" pitchFamily="18" charset="2"/>
              </a:rPr>
              <a:t> S </a:t>
            </a:r>
            <a:r>
              <a:rPr lang="th-TH" b="1" dirty="0">
                <a:solidFill>
                  <a:srgbClr val="003300"/>
                </a:solidFill>
                <a:latin typeface="Angsana New" pitchFamily="18" charset="-34"/>
                <a:sym typeface="Symbol" pitchFamily="18" charset="2"/>
              </a:rPr>
              <a:t>(ปริภูมิตัวอย่าง)</a:t>
            </a:r>
            <a:endParaRPr lang="en-US" b="1" dirty="0">
              <a:solidFill>
                <a:srgbClr val="003300"/>
              </a:solidFill>
              <a:latin typeface="Angsana New" pitchFamily="18" charset="-34"/>
              <a:sym typeface="Symbol" pitchFamily="18" charset="2"/>
            </a:endParaRPr>
          </a:p>
        </p:txBody>
      </p:sp>
      <p:sp>
        <p:nvSpPr>
          <p:cNvPr id="2" name="Slide Number Placeholder 1">
            <a:extLst>
              <a:ext uri="{FF2B5EF4-FFF2-40B4-BE49-F238E27FC236}">
                <a16:creationId xmlns:a16="http://schemas.microsoft.com/office/drawing/2014/main" id="{4EDCD0B7-8023-4DAD-A405-14FC79F0099A}"/>
              </a:ext>
            </a:extLst>
          </p:cNvPr>
          <p:cNvSpPr>
            <a:spLocks noGrp="1"/>
          </p:cNvSpPr>
          <p:nvPr>
            <p:ph type="sldNum" sz="quarter" idx="12"/>
          </p:nvPr>
        </p:nvSpPr>
        <p:spPr/>
        <p:txBody>
          <a:bodyPr/>
          <a:lstStyle/>
          <a:p>
            <a:pPr>
              <a:defRPr/>
            </a:pPr>
            <a:fld id="{0598EADD-7714-4E0A-AD4B-AC83F9F5DA12}" type="slidenum">
              <a:rPr lang="en-US" smtClean="0"/>
              <a:pPr>
                <a:defRPr/>
              </a:pPr>
              <a:t>2</a:t>
            </a:fld>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dissolve">
                                      <p:cBhvr>
                                        <p:cTn id="7" dur="300"/>
                                        <p:tgtEl>
                                          <p:spTgt spid="3074"/>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3075">
                                            <p:txEl>
                                              <p:pRg st="0" end="0"/>
                                            </p:txEl>
                                          </p:spTgt>
                                        </p:tgtEl>
                                        <p:attrNameLst>
                                          <p:attrName>style.visibility</p:attrName>
                                        </p:attrNameLst>
                                      </p:cBhvr>
                                      <p:to>
                                        <p:strVal val="visible"/>
                                      </p:to>
                                    </p:set>
                                    <p:animEffect transition="in" filter="wipe(left)">
                                      <p:cBhvr>
                                        <p:cTn id="11" dur="300"/>
                                        <p:tgtEl>
                                          <p:spTgt spid="3075">
                                            <p:txEl>
                                              <p:pRg st="0" end="0"/>
                                            </p:txEl>
                                          </p:spTgt>
                                        </p:tgtEl>
                                      </p:cBhvr>
                                    </p:animEffect>
                                  </p:childTnLst>
                                </p:cTn>
                              </p:par>
                            </p:childTnLst>
                          </p:cTn>
                        </p:par>
                        <p:par>
                          <p:cTn id="12" fill="hold">
                            <p:stCondLst>
                              <p:cond delay="600"/>
                            </p:stCondLst>
                            <p:childTnLst>
                              <p:par>
                                <p:cTn id="13" presetID="22" presetClass="entr" presetSubtype="8" fill="hold" grpId="0" nodeType="afterEffect">
                                  <p:stCondLst>
                                    <p:cond delay="0"/>
                                  </p:stCondLst>
                                  <p:childTnLst>
                                    <p:set>
                                      <p:cBhvr>
                                        <p:cTn id="14" dur="1" fill="hold">
                                          <p:stCondLst>
                                            <p:cond delay="0"/>
                                          </p:stCondLst>
                                        </p:cTn>
                                        <p:tgtEl>
                                          <p:spTgt spid="3075">
                                            <p:txEl>
                                              <p:pRg st="1" end="1"/>
                                            </p:txEl>
                                          </p:spTgt>
                                        </p:tgtEl>
                                        <p:attrNameLst>
                                          <p:attrName>style.visibility</p:attrName>
                                        </p:attrNameLst>
                                      </p:cBhvr>
                                      <p:to>
                                        <p:strVal val="visible"/>
                                      </p:to>
                                    </p:set>
                                    <p:animEffect transition="in" filter="wipe(left)">
                                      <p:cBhvr>
                                        <p:cTn id="15" dur="300"/>
                                        <p:tgtEl>
                                          <p:spTgt spid="307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077"/>
                                        </p:tgtEl>
                                        <p:attrNameLst>
                                          <p:attrName>style.visibility</p:attrName>
                                        </p:attrNameLst>
                                      </p:cBhvr>
                                      <p:to>
                                        <p:strVal val="visible"/>
                                      </p:to>
                                    </p:set>
                                    <p:animEffect transition="in" filter="dissolve">
                                      <p:cBhvr>
                                        <p:cTn id="20" dur="300"/>
                                        <p:tgtEl>
                                          <p:spTgt spid="307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079"/>
                                        </p:tgtEl>
                                        <p:attrNameLst>
                                          <p:attrName>style.visibility</p:attrName>
                                        </p:attrNameLst>
                                      </p:cBhvr>
                                      <p:to>
                                        <p:strVal val="visible"/>
                                      </p:to>
                                    </p:set>
                                    <p:animEffect transition="in" filter="dissolve">
                                      <p:cBhvr>
                                        <p:cTn id="25" dur="300"/>
                                        <p:tgtEl>
                                          <p:spTgt spid="3079"/>
                                        </p:tgtEl>
                                      </p:cBhvr>
                                    </p:animEffect>
                                  </p:childTnLst>
                                </p:cTn>
                              </p:par>
                            </p:childTnLst>
                          </p:cTn>
                        </p:par>
                        <p:par>
                          <p:cTn id="26" fill="hold">
                            <p:stCondLst>
                              <p:cond delay="300"/>
                            </p:stCondLst>
                            <p:childTnLst>
                              <p:par>
                                <p:cTn id="27" presetID="22" presetClass="entr" presetSubtype="8" fill="hold" grpId="0" nodeType="afterEffect">
                                  <p:stCondLst>
                                    <p:cond delay="0"/>
                                  </p:stCondLst>
                                  <p:childTnLst>
                                    <p:set>
                                      <p:cBhvr>
                                        <p:cTn id="28" dur="1" fill="hold">
                                          <p:stCondLst>
                                            <p:cond delay="0"/>
                                          </p:stCondLst>
                                        </p:cTn>
                                        <p:tgtEl>
                                          <p:spTgt spid="3080">
                                            <p:txEl>
                                              <p:pRg st="0" end="0"/>
                                            </p:txEl>
                                          </p:spTgt>
                                        </p:tgtEl>
                                        <p:attrNameLst>
                                          <p:attrName>style.visibility</p:attrName>
                                        </p:attrNameLst>
                                      </p:cBhvr>
                                      <p:to>
                                        <p:strVal val="visible"/>
                                      </p:to>
                                    </p:set>
                                    <p:animEffect transition="in" filter="wipe(left)">
                                      <p:cBhvr>
                                        <p:cTn id="29" dur="300"/>
                                        <p:tgtEl>
                                          <p:spTgt spid="3080">
                                            <p:txEl>
                                              <p:pRg st="0" end="0"/>
                                            </p:txEl>
                                          </p:spTgt>
                                        </p:tgtEl>
                                      </p:cBhvr>
                                    </p:animEffect>
                                  </p:childTnLst>
                                </p:cTn>
                              </p:par>
                            </p:childTnLst>
                          </p:cTn>
                        </p:par>
                        <p:par>
                          <p:cTn id="30" fill="hold">
                            <p:stCondLst>
                              <p:cond delay="600"/>
                            </p:stCondLst>
                            <p:childTnLst>
                              <p:par>
                                <p:cTn id="31" presetID="22" presetClass="entr" presetSubtype="8" fill="hold" grpId="0" nodeType="afterEffect">
                                  <p:stCondLst>
                                    <p:cond delay="0"/>
                                  </p:stCondLst>
                                  <p:childTnLst>
                                    <p:set>
                                      <p:cBhvr>
                                        <p:cTn id="32" dur="1" fill="hold">
                                          <p:stCondLst>
                                            <p:cond delay="0"/>
                                          </p:stCondLst>
                                        </p:cTn>
                                        <p:tgtEl>
                                          <p:spTgt spid="12">
                                            <p:bg/>
                                          </p:spTgt>
                                        </p:tgtEl>
                                        <p:attrNameLst>
                                          <p:attrName>style.visibility</p:attrName>
                                        </p:attrNameLst>
                                      </p:cBhvr>
                                      <p:to>
                                        <p:strVal val="visible"/>
                                      </p:to>
                                    </p:set>
                                    <p:animEffect transition="in" filter="wipe(left)">
                                      <p:cBhvr>
                                        <p:cTn id="33" dur="300"/>
                                        <p:tgtEl>
                                          <p:spTgt spid="12">
                                            <p:bg/>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2">
                                            <p:txEl>
                                              <p:pRg st="0" end="0"/>
                                            </p:txEl>
                                          </p:spTgt>
                                        </p:tgtEl>
                                        <p:attrNameLst>
                                          <p:attrName>style.visibility</p:attrName>
                                        </p:attrNameLst>
                                      </p:cBhvr>
                                      <p:to>
                                        <p:strVal val="visible"/>
                                      </p:to>
                                    </p:set>
                                    <p:animEffect transition="in" filter="wipe(left)">
                                      <p:cBhvr>
                                        <p:cTn id="36" dur="300"/>
                                        <p:tgtEl>
                                          <p:spTgt spid="12">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300"/>
                                        <p:tgtEl>
                                          <p:spTgt spid="8"/>
                                        </p:tgtEl>
                                      </p:cBhvr>
                                    </p:animEffect>
                                  </p:childTnLst>
                                </p:cTn>
                              </p:par>
                            </p:childTnLst>
                          </p:cTn>
                        </p:par>
                        <p:par>
                          <p:cTn id="42" fill="hold">
                            <p:stCondLst>
                              <p:cond delay="300"/>
                            </p:stCondLst>
                            <p:childTnLst>
                              <p:par>
                                <p:cTn id="43" presetID="9" presetClass="entr" presetSubtype="0" fill="hold" grpId="0" nodeType="afterEffect">
                                  <p:stCondLst>
                                    <p:cond delay="0"/>
                                  </p:stCondLst>
                                  <p:childTnLst>
                                    <p:set>
                                      <p:cBhvr>
                                        <p:cTn id="44" dur="1" fill="hold">
                                          <p:stCondLst>
                                            <p:cond delay="0"/>
                                          </p:stCondLst>
                                        </p:cTn>
                                        <p:tgtEl>
                                          <p:spTgt spid="9">
                                            <p:txEl>
                                              <p:pRg st="0" end="0"/>
                                            </p:txEl>
                                          </p:spTgt>
                                        </p:tgtEl>
                                        <p:attrNameLst>
                                          <p:attrName>style.visibility</p:attrName>
                                        </p:attrNameLst>
                                      </p:cBhvr>
                                      <p:to>
                                        <p:strVal val="visible"/>
                                      </p:to>
                                    </p:set>
                                    <p:animEffect transition="in" filter="dissolve">
                                      <p:cBhvr>
                                        <p:cTn id="45" dur="300"/>
                                        <p:tgtEl>
                                          <p:spTgt spid="9">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0">
                                            <p:txEl>
                                              <p:pRg st="0" end="0"/>
                                            </p:txEl>
                                          </p:spTgt>
                                        </p:tgtEl>
                                        <p:attrNameLst>
                                          <p:attrName>style.visibility</p:attrName>
                                        </p:attrNameLst>
                                      </p:cBhvr>
                                      <p:to>
                                        <p:strVal val="visible"/>
                                      </p:to>
                                    </p:set>
                                    <p:animEffect transition="in" filter="wipe(left)">
                                      <p:cBhvr>
                                        <p:cTn id="50" dur="300"/>
                                        <p:tgtEl>
                                          <p:spTgt spid="10">
                                            <p:txEl>
                                              <p:pRg st="0" end="0"/>
                                            </p:txEl>
                                          </p:spTgt>
                                        </p:tgtEl>
                                      </p:cBhvr>
                                    </p:animEffect>
                                  </p:childTnLst>
                                </p:cTn>
                              </p:par>
                            </p:childTnLst>
                          </p:cTn>
                        </p:par>
                        <p:par>
                          <p:cTn id="51" fill="hold">
                            <p:stCondLst>
                              <p:cond delay="300"/>
                            </p:stCondLst>
                            <p:childTnLst>
                              <p:par>
                                <p:cTn id="52" presetID="9" presetClass="entr" presetSubtype="0" fill="hold" grpId="0" nodeType="afterEffect">
                                  <p:stCondLst>
                                    <p:cond delay="0"/>
                                  </p:stCondLst>
                                  <p:childTnLst>
                                    <p:set>
                                      <p:cBhvr>
                                        <p:cTn id="53" dur="1" fill="hold">
                                          <p:stCondLst>
                                            <p:cond delay="0"/>
                                          </p:stCondLst>
                                        </p:cTn>
                                        <p:tgtEl>
                                          <p:spTgt spid="9">
                                            <p:txEl>
                                              <p:pRg st="1" end="1"/>
                                            </p:txEl>
                                          </p:spTgt>
                                        </p:tgtEl>
                                        <p:attrNameLst>
                                          <p:attrName>style.visibility</p:attrName>
                                        </p:attrNameLst>
                                      </p:cBhvr>
                                      <p:to>
                                        <p:strVal val="visible"/>
                                      </p:to>
                                    </p:set>
                                    <p:animEffect transition="in" filter="dissolve">
                                      <p:cBhvr>
                                        <p:cTn id="54" dur="300"/>
                                        <p:tgtEl>
                                          <p:spTgt spid="9">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0">
                                            <p:txEl>
                                              <p:pRg st="1" end="1"/>
                                            </p:txEl>
                                          </p:spTgt>
                                        </p:tgtEl>
                                        <p:attrNameLst>
                                          <p:attrName>style.visibility</p:attrName>
                                        </p:attrNameLst>
                                      </p:cBhvr>
                                      <p:to>
                                        <p:strVal val="visible"/>
                                      </p:to>
                                    </p:set>
                                    <p:animEffect transition="in" filter="wipe(left)">
                                      <p:cBhvr>
                                        <p:cTn id="59" dur="300"/>
                                        <p:tgtEl>
                                          <p:spTgt spid="10">
                                            <p:txEl>
                                              <p:pRg st="1" end="1"/>
                                            </p:txEl>
                                          </p:spTgt>
                                        </p:tgtEl>
                                      </p:cBhvr>
                                    </p:animEffect>
                                  </p:childTnLst>
                                </p:cTn>
                              </p:par>
                            </p:childTnLst>
                          </p:cTn>
                        </p:par>
                        <p:par>
                          <p:cTn id="60" fill="hold">
                            <p:stCondLst>
                              <p:cond delay="300"/>
                            </p:stCondLst>
                            <p:childTnLst>
                              <p:par>
                                <p:cTn id="61" presetID="9" presetClass="entr" presetSubtype="0" fill="hold" grpId="0" nodeType="afterEffect">
                                  <p:stCondLst>
                                    <p:cond delay="0"/>
                                  </p:stCondLst>
                                  <p:childTnLst>
                                    <p:set>
                                      <p:cBhvr>
                                        <p:cTn id="62" dur="1" fill="hold">
                                          <p:stCondLst>
                                            <p:cond delay="0"/>
                                          </p:stCondLst>
                                        </p:cTn>
                                        <p:tgtEl>
                                          <p:spTgt spid="9">
                                            <p:txEl>
                                              <p:pRg st="2" end="2"/>
                                            </p:txEl>
                                          </p:spTgt>
                                        </p:tgtEl>
                                        <p:attrNameLst>
                                          <p:attrName>style.visibility</p:attrName>
                                        </p:attrNameLst>
                                      </p:cBhvr>
                                      <p:to>
                                        <p:strVal val="visible"/>
                                      </p:to>
                                    </p:set>
                                    <p:animEffect transition="in" filter="dissolve">
                                      <p:cBhvr>
                                        <p:cTn id="63" dur="300"/>
                                        <p:tgtEl>
                                          <p:spTgt spid="9">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0">
                                            <p:txEl>
                                              <p:pRg st="2" end="2"/>
                                            </p:txEl>
                                          </p:spTgt>
                                        </p:tgtEl>
                                        <p:attrNameLst>
                                          <p:attrName>style.visibility</p:attrName>
                                        </p:attrNameLst>
                                      </p:cBhvr>
                                      <p:to>
                                        <p:strVal val="visible"/>
                                      </p:to>
                                    </p:set>
                                    <p:animEffect transition="in" filter="wipe(left)">
                                      <p:cBhvr>
                                        <p:cTn id="68" dur="300"/>
                                        <p:tgtEl>
                                          <p:spTgt spid="10">
                                            <p:txEl>
                                              <p:pRg st="2" end="2"/>
                                            </p:txEl>
                                          </p:spTgt>
                                        </p:tgtEl>
                                      </p:cBhvr>
                                    </p:animEffect>
                                  </p:childTnLst>
                                </p:cTn>
                              </p:par>
                            </p:childTnLst>
                          </p:cTn>
                        </p:par>
                        <p:par>
                          <p:cTn id="69" fill="hold">
                            <p:stCondLst>
                              <p:cond delay="300"/>
                            </p:stCondLst>
                            <p:childTnLst>
                              <p:par>
                                <p:cTn id="70" presetID="9" presetClass="entr" presetSubtype="0" fill="hold" grpId="0" nodeType="afterEffect">
                                  <p:stCondLst>
                                    <p:cond delay="0"/>
                                  </p:stCondLst>
                                  <p:childTnLst>
                                    <p:set>
                                      <p:cBhvr>
                                        <p:cTn id="71" dur="1" fill="hold">
                                          <p:stCondLst>
                                            <p:cond delay="0"/>
                                          </p:stCondLst>
                                        </p:cTn>
                                        <p:tgtEl>
                                          <p:spTgt spid="9">
                                            <p:txEl>
                                              <p:pRg st="3" end="3"/>
                                            </p:txEl>
                                          </p:spTgt>
                                        </p:tgtEl>
                                        <p:attrNameLst>
                                          <p:attrName>style.visibility</p:attrName>
                                        </p:attrNameLst>
                                      </p:cBhvr>
                                      <p:to>
                                        <p:strVal val="visible"/>
                                      </p:to>
                                    </p:set>
                                    <p:animEffect transition="in" filter="dissolve">
                                      <p:cBhvr>
                                        <p:cTn id="72" dur="300"/>
                                        <p:tgtEl>
                                          <p:spTgt spid="9">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1">
                                            <p:txEl>
                                              <p:pRg st="0" end="0"/>
                                            </p:txEl>
                                          </p:spTgt>
                                        </p:tgtEl>
                                        <p:attrNameLst>
                                          <p:attrName>style.visibility</p:attrName>
                                        </p:attrNameLst>
                                      </p:cBhvr>
                                      <p:to>
                                        <p:strVal val="visible"/>
                                      </p:to>
                                    </p:set>
                                    <p:animEffect transition="in" filter="wipe(left)">
                                      <p:cBhvr>
                                        <p:cTn id="77" dur="300"/>
                                        <p:tgtEl>
                                          <p:spTgt spid="11">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1">
                                            <p:txEl>
                                              <p:pRg st="1" end="1"/>
                                            </p:txEl>
                                          </p:spTgt>
                                        </p:tgtEl>
                                        <p:attrNameLst>
                                          <p:attrName>style.visibility</p:attrName>
                                        </p:attrNameLst>
                                      </p:cBhvr>
                                      <p:to>
                                        <p:strVal val="visible"/>
                                      </p:to>
                                    </p:set>
                                    <p:animEffect transition="in" filter="wipe(left)">
                                      <p:cBhvr>
                                        <p:cTn id="82" dur="300"/>
                                        <p:tgtEl>
                                          <p:spTgt spid="11">
                                            <p:txEl>
                                              <p:pRg st="1" end="1"/>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1">
                                            <p:txEl>
                                              <p:pRg st="2" end="2"/>
                                            </p:txEl>
                                          </p:spTgt>
                                        </p:tgtEl>
                                        <p:attrNameLst>
                                          <p:attrName>style.visibility</p:attrName>
                                        </p:attrNameLst>
                                      </p:cBhvr>
                                      <p:to>
                                        <p:strVal val="visible"/>
                                      </p:to>
                                    </p:set>
                                    <p:animEffect transition="in" filter="wipe(left)">
                                      <p:cBhvr>
                                        <p:cTn id="87" dur="300"/>
                                        <p:tgtEl>
                                          <p:spTgt spid="11">
                                            <p:txEl>
                                              <p:pRg st="2" end="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1">
                                            <p:txEl>
                                              <p:pRg st="3" end="3"/>
                                            </p:txEl>
                                          </p:spTgt>
                                        </p:tgtEl>
                                        <p:attrNameLst>
                                          <p:attrName>style.visibility</p:attrName>
                                        </p:attrNameLst>
                                      </p:cBhvr>
                                      <p:to>
                                        <p:strVal val="visible"/>
                                      </p:to>
                                    </p:set>
                                    <p:animEffect transition="in" filter="wipe(left)">
                                      <p:cBhvr>
                                        <p:cTn id="92" dur="3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075" grpId="0" build="p"/>
      <p:bldP spid="3077" grpId="0"/>
      <p:bldP spid="3079" grpId="0"/>
      <p:bldP spid="3080" grpId="0" build="p"/>
      <p:bldP spid="8" grpId="0"/>
      <p:bldP spid="9" grpId="0" uiExpand="1" build="p"/>
      <p:bldP spid="10" grpId="0" build="p"/>
      <p:bldP spid="11" grpId="0" build="p"/>
      <p:bldP spid="12" grpId="0"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1" y="76200"/>
            <a:ext cx="3564425" cy="533400"/>
          </a:xfrm>
        </p:spPr>
        <p:txBody>
          <a:bodyPr/>
          <a:lstStyle/>
          <a:p>
            <a:pPr algn="l" eaLnBrk="1" hangingPunct="1">
              <a:lnSpc>
                <a:spcPct val="90000"/>
              </a:lnSpc>
            </a:pPr>
            <a:r>
              <a:rPr lang="th-TH" sz="2800" b="1" dirty="0">
                <a:solidFill>
                  <a:srgbClr val="CC00CC"/>
                </a:solidFill>
                <a:latin typeface="Angsana New" pitchFamily="18" charset="-34"/>
                <a:cs typeface="Angsana New" panose="02020603050405020304" pitchFamily="18" charset="-34"/>
              </a:rPr>
              <a:t>ตัวอย่าง </a:t>
            </a:r>
            <a:r>
              <a:rPr lang="en-US" sz="2800" b="1" dirty="0">
                <a:solidFill>
                  <a:srgbClr val="CC00CC"/>
                </a:solidFill>
                <a:latin typeface="Angsana New" pitchFamily="18" charset="-34"/>
                <a:cs typeface="Angsana New" panose="02020603050405020304" pitchFamily="18" charset="-34"/>
              </a:rPr>
              <a:t>: </a:t>
            </a:r>
            <a:r>
              <a:rPr lang="th-TH" sz="2800" b="1" dirty="0">
                <a:solidFill>
                  <a:srgbClr val="CC00CC"/>
                </a:solidFill>
                <a:latin typeface="Angsana New" pitchFamily="18" charset="-34"/>
                <a:cs typeface="Angsana New" panose="02020603050405020304" pitchFamily="18" charset="-34"/>
              </a:rPr>
              <a:t>โยนลูกเต๋า 1 ลูก</a:t>
            </a:r>
          </a:p>
        </p:txBody>
      </p:sp>
      <p:sp>
        <p:nvSpPr>
          <p:cNvPr id="5123" name="Rectangle 3"/>
          <p:cNvSpPr>
            <a:spLocks noGrp="1" noChangeArrowheads="1"/>
          </p:cNvSpPr>
          <p:nvPr>
            <p:ph type="subTitle" idx="1"/>
          </p:nvPr>
        </p:nvSpPr>
        <p:spPr>
          <a:xfrm>
            <a:off x="152400" y="506450"/>
            <a:ext cx="2560638" cy="412618"/>
          </a:xfrm>
        </p:spPr>
        <p:txBody>
          <a:bodyPr/>
          <a:lstStyle/>
          <a:p>
            <a:pPr algn="l" eaLnBrk="1" hangingPunct="1">
              <a:lnSpc>
                <a:spcPct val="90000"/>
              </a:lnSpc>
              <a:spcBef>
                <a:spcPct val="0"/>
              </a:spcBef>
              <a:tabLst>
                <a:tab pos="457200" algn="l"/>
              </a:tabLst>
            </a:pPr>
            <a:r>
              <a:rPr lang="th-TH" sz="2800" b="1" dirty="0">
                <a:solidFill>
                  <a:srgbClr val="5A3600"/>
                </a:solidFill>
                <a:latin typeface="Angsana New" pitchFamily="18" charset="-34"/>
                <a:cs typeface="Angsana New" panose="02020603050405020304" pitchFamily="18" charset="-34"/>
              </a:rPr>
              <a:t>การทดลอง </a:t>
            </a:r>
            <a:r>
              <a:rPr lang="en-US" sz="2800" b="1" dirty="0">
                <a:solidFill>
                  <a:srgbClr val="5A3600"/>
                </a:solidFill>
                <a:latin typeface="Angsana New" pitchFamily="18" charset="-34"/>
                <a:cs typeface="Angsana New" panose="02020603050405020304" pitchFamily="18" charset="-34"/>
              </a:rPr>
              <a:t>:</a:t>
            </a:r>
            <a:endParaRPr lang="th-TH" sz="2800" b="1" dirty="0">
              <a:solidFill>
                <a:srgbClr val="FF9900"/>
              </a:solidFill>
              <a:latin typeface="Angsana New" pitchFamily="18" charset="-34"/>
              <a:cs typeface="Angsana New" panose="02020603050405020304" pitchFamily="18" charset="-34"/>
            </a:endParaRPr>
          </a:p>
        </p:txBody>
      </p:sp>
      <p:sp>
        <p:nvSpPr>
          <p:cNvPr id="5125" name="Rectangle 5"/>
          <p:cNvSpPr>
            <a:spLocks noChangeArrowheads="1"/>
          </p:cNvSpPr>
          <p:nvPr/>
        </p:nvSpPr>
        <p:spPr bwMode="auto">
          <a:xfrm>
            <a:off x="1295400" y="2098160"/>
            <a:ext cx="5029200" cy="990600"/>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itchFamily="18" charset="-34"/>
              </a:rPr>
              <a:t>เหตุการณ์ที่ได้เลขคู่</a:t>
            </a:r>
            <a:r>
              <a:rPr lang="en-US" b="1" dirty="0">
                <a:solidFill>
                  <a:srgbClr val="0000FF"/>
                </a:solidFill>
                <a:latin typeface="Angsana New" pitchFamily="18" charset="-34"/>
              </a:rPr>
              <a:t> =</a:t>
            </a:r>
            <a:r>
              <a:rPr lang="th-TH" b="1" dirty="0">
                <a:solidFill>
                  <a:srgbClr val="0000FF"/>
                </a:solidFill>
                <a:latin typeface="Angsana New" pitchFamily="18" charset="-34"/>
              </a:rPr>
              <a:t> </a:t>
            </a:r>
            <a:r>
              <a:rPr lang="en-US" b="1" dirty="0">
                <a:solidFill>
                  <a:srgbClr val="0000FF"/>
                </a:solidFill>
                <a:latin typeface="Angsana New" pitchFamily="18" charset="-34"/>
              </a:rPr>
              <a:t>{2 , 4 , 6}</a:t>
            </a:r>
          </a:p>
          <a:p>
            <a:pPr>
              <a:lnSpc>
                <a:spcPct val="90000"/>
              </a:lnSpc>
              <a:tabLst>
                <a:tab pos="457200" algn="l"/>
              </a:tabLst>
            </a:pPr>
            <a:r>
              <a:rPr lang="th-TH" b="1" dirty="0">
                <a:solidFill>
                  <a:srgbClr val="0000FF"/>
                </a:solidFill>
                <a:latin typeface="Angsana New" pitchFamily="18" charset="-34"/>
              </a:rPr>
              <a:t>เหตุการณ์ที่ได้ค่ามากกว่าสี่</a:t>
            </a:r>
            <a:r>
              <a:rPr lang="en-US" b="1" dirty="0">
                <a:solidFill>
                  <a:srgbClr val="0000FF"/>
                </a:solidFill>
                <a:latin typeface="Angsana New" pitchFamily="18" charset="-34"/>
              </a:rPr>
              <a:t> =</a:t>
            </a:r>
            <a:r>
              <a:rPr lang="th-TH" b="1" dirty="0">
                <a:solidFill>
                  <a:srgbClr val="0000FF"/>
                </a:solidFill>
                <a:latin typeface="Angsana New" pitchFamily="18" charset="-34"/>
              </a:rPr>
              <a:t> </a:t>
            </a:r>
            <a:r>
              <a:rPr lang="en-US" b="1" dirty="0">
                <a:solidFill>
                  <a:srgbClr val="0000FF"/>
                </a:solidFill>
                <a:latin typeface="Angsana New" pitchFamily="18" charset="-34"/>
              </a:rPr>
              <a:t>{5 , 6}  </a:t>
            </a:r>
            <a:r>
              <a:rPr lang="th-TH" b="1" dirty="0">
                <a:solidFill>
                  <a:srgbClr val="0000FF"/>
                </a:solidFill>
                <a:latin typeface="Angsana New" pitchFamily="18" charset="-34"/>
              </a:rPr>
              <a:t>เป็นต้น</a:t>
            </a:r>
            <a:endParaRPr lang="en-US" b="1" dirty="0">
              <a:solidFill>
                <a:srgbClr val="0000FF"/>
              </a:solidFill>
              <a:latin typeface="Angsana New" pitchFamily="18" charset="-34"/>
            </a:endParaRPr>
          </a:p>
        </p:txBody>
      </p:sp>
      <p:sp>
        <p:nvSpPr>
          <p:cNvPr id="5124" name="Rectangle 4"/>
          <p:cNvSpPr>
            <a:spLocks noChangeArrowheads="1"/>
          </p:cNvSpPr>
          <p:nvPr/>
        </p:nvSpPr>
        <p:spPr bwMode="auto">
          <a:xfrm>
            <a:off x="1323429" y="1256415"/>
            <a:ext cx="3301325" cy="485775"/>
          </a:xfrm>
          <a:prstGeom prst="rect">
            <a:avLst/>
          </a:prstGeom>
          <a:noFill/>
          <a:ln w="9525">
            <a:noFill/>
            <a:miter lim="800000"/>
            <a:headEnd/>
            <a:tailEnd/>
          </a:ln>
        </p:spPr>
        <p:txBody>
          <a:bodyPr/>
          <a:lstStyle/>
          <a:p>
            <a:pPr>
              <a:lnSpc>
                <a:spcPct val="90000"/>
              </a:lnSpc>
              <a:tabLst>
                <a:tab pos="457200" algn="l"/>
              </a:tabLst>
            </a:pPr>
            <a:r>
              <a:rPr lang="en-US" b="1" dirty="0">
                <a:solidFill>
                  <a:srgbClr val="9933FF"/>
                </a:solidFill>
                <a:latin typeface="Angsana New" pitchFamily="18" charset="-34"/>
              </a:rPr>
              <a:t>(</a:t>
            </a:r>
            <a:r>
              <a:rPr lang="th-TH" b="1" dirty="0">
                <a:solidFill>
                  <a:srgbClr val="9933FF"/>
                </a:solidFill>
                <a:latin typeface="Angsana New" pitchFamily="18" charset="-34"/>
              </a:rPr>
              <a:t>1)    (2)  </a:t>
            </a:r>
            <a:r>
              <a:rPr lang="th-TH" sz="1000" b="1" dirty="0">
                <a:solidFill>
                  <a:srgbClr val="9933FF"/>
                </a:solidFill>
                <a:latin typeface="Angsana New" pitchFamily="18" charset="-34"/>
              </a:rPr>
              <a:t> </a:t>
            </a:r>
            <a:r>
              <a:rPr lang="th-TH" b="1" dirty="0">
                <a:solidFill>
                  <a:srgbClr val="9933FF"/>
                </a:solidFill>
                <a:latin typeface="Angsana New" pitchFamily="18" charset="-34"/>
              </a:rPr>
              <a:t> (3)    (4)    (5)    (6)</a:t>
            </a:r>
          </a:p>
        </p:txBody>
      </p:sp>
      <p:grpSp>
        <p:nvGrpSpPr>
          <p:cNvPr id="8" name="Group 7"/>
          <p:cNvGrpSpPr/>
          <p:nvPr/>
        </p:nvGrpSpPr>
        <p:grpSpPr>
          <a:xfrm>
            <a:off x="1396697" y="991197"/>
            <a:ext cx="2934981" cy="529374"/>
            <a:chOff x="1396697" y="1161317"/>
            <a:chExt cx="2934981" cy="529374"/>
          </a:xfrm>
        </p:grpSpPr>
        <p:grpSp>
          <p:nvGrpSpPr>
            <p:cNvPr id="9234" name="Group 59"/>
            <p:cNvGrpSpPr>
              <a:grpSpLocks/>
            </p:cNvGrpSpPr>
            <p:nvPr/>
          </p:nvGrpSpPr>
          <p:grpSpPr bwMode="auto">
            <a:xfrm>
              <a:off x="3828440" y="1161317"/>
              <a:ext cx="503238" cy="525464"/>
              <a:chOff x="4980" y="1170"/>
              <a:chExt cx="317" cy="331"/>
            </a:xfrm>
          </p:grpSpPr>
          <p:sp>
            <p:nvSpPr>
              <p:cNvPr id="9248" name="AutoShape 6"/>
              <p:cNvSpPr>
                <a:spLocks noChangeArrowheads="1"/>
              </p:cNvSpPr>
              <p:nvPr/>
            </p:nvSpPr>
            <p:spPr bwMode="auto">
              <a:xfrm>
                <a:off x="5031" y="1199"/>
                <a:ext cx="202" cy="202"/>
              </a:xfrm>
              <a:prstGeom prst="cube">
                <a:avLst>
                  <a:gd name="adj" fmla="val 25000"/>
                </a:avLst>
              </a:prstGeom>
              <a:solidFill>
                <a:schemeClr val="bg1"/>
              </a:solidFill>
              <a:ln w="9525">
                <a:solidFill>
                  <a:schemeClr val="tx1"/>
                </a:solidFill>
                <a:miter lim="800000"/>
                <a:headEnd/>
                <a:tailEnd/>
              </a:ln>
            </p:spPr>
            <p:txBody>
              <a:bodyPr wrap="none" anchor="ctr"/>
              <a:lstStyle/>
              <a:p>
                <a:endParaRPr lang="en-US" sz="2000">
                  <a:latin typeface="Angsana New" panose="02020603050405020304" pitchFamily="18" charset="-34"/>
                </a:endParaRPr>
              </a:p>
            </p:txBody>
          </p:sp>
          <p:sp>
            <p:nvSpPr>
              <p:cNvPr id="9249" name="Text Box 14"/>
              <p:cNvSpPr txBox="1">
                <a:spLocks noChangeArrowheads="1"/>
              </p:cNvSpPr>
              <p:nvPr/>
            </p:nvSpPr>
            <p:spPr bwMode="auto">
              <a:xfrm>
                <a:off x="4980" y="1268"/>
                <a:ext cx="269" cy="233"/>
              </a:xfrm>
              <a:prstGeom prst="rect">
                <a:avLst/>
              </a:prstGeom>
              <a:noFill/>
              <a:ln w="9525">
                <a:noFill/>
                <a:miter lim="800000"/>
                <a:headEnd/>
                <a:tailEnd/>
              </a:ln>
            </p:spPr>
            <p:txBody>
              <a:bodyPr wrap="square">
                <a:spAutoFit/>
              </a:bodyPr>
              <a:lstStyle/>
              <a:p>
                <a:pPr>
                  <a:spcBef>
                    <a:spcPct val="50000"/>
                  </a:spcBef>
                </a:pPr>
                <a:r>
                  <a:rPr lang="en-US" sz="1800" dirty="0">
                    <a:latin typeface="Angsana New" panose="02020603050405020304" pitchFamily="18" charset="-34"/>
                    <a:sym typeface="Symbol" pitchFamily="18" charset="2"/>
                  </a:rPr>
                  <a:t></a:t>
                </a:r>
              </a:p>
            </p:txBody>
          </p:sp>
          <p:sp>
            <p:nvSpPr>
              <p:cNvPr id="9250" name="Text Box 15"/>
              <p:cNvSpPr txBox="1">
                <a:spLocks noChangeArrowheads="1"/>
              </p:cNvSpPr>
              <p:nvPr/>
            </p:nvSpPr>
            <p:spPr bwMode="auto">
              <a:xfrm>
                <a:off x="4980" y="1170"/>
                <a:ext cx="317" cy="233"/>
              </a:xfrm>
              <a:prstGeom prst="rect">
                <a:avLst/>
              </a:prstGeom>
              <a:noFill/>
              <a:ln w="9525">
                <a:noFill/>
                <a:miter lim="800000"/>
                <a:headEnd/>
                <a:tailEnd/>
              </a:ln>
            </p:spPr>
            <p:txBody>
              <a:bodyPr>
                <a:spAutoFit/>
              </a:bodyPr>
              <a:lstStyle/>
              <a:p>
                <a:pPr>
                  <a:spcBef>
                    <a:spcPct val="50000"/>
                  </a:spcBef>
                </a:pPr>
                <a:r>
                  <a:rPr lang="en-US" sz="1800" dirty="0">
                    <a:latin typeface="Angsana New" panose="02020603050405020304" pitchFamily="18" charset="-34"/>
                    <a:sym typeface="Symbol" pitchFamily="18" charset="2"/>
                  </a:rPr>
                  <a:t></a:t>
                </a:r>
              </a:p>
            </p:txBody>
          </p:sp>
          <p:sp>
            <p:nvSpPr>
              <p:cNvPr id="9251" name="Text Box 16"/>
              <p:cNvSpPr txBox="1">
                <a:spLocks noChangeArrowheads="1"/>
              </p:cNvSpPr>
              <p:nvPr/>
            </p:nvSpPr>
            <p:spPr bwMode="auto">
              <a:xfrm>
                <a:off x="4980" y="1219"/>
                <a:ext cx="317" cy="233"/>
              </a:xfrm>
              <a:prstGeom prst="rect">
                <a:avLst/>
              </a:prstGeom>
              <a:noFill/>
              <a:ln w="9525">
                <a:noFill/>
                <a:miter lim="800000"/>
                <a:headEnd/>
                <a:tailEnd/>
              </a:ln>
            </p:spPr>
            <p:txBody>
              <a:bodyPr>
                <a:spAutoFit/>
              </a:bodyPr>
              <a:lstStyle/>
              <a:p>
                <a:pPr>
                  <a:spcBef>
                    <a:spcPct val="50000"/>
                  </a:spcBef>
                </a:pPr>
                <a:r>
                  <a:rPr lang="en-US" sz="1800" dirty="0">
                    <a:latin typeface="Angsana New" panose="02020603050405020304" pitchFamily="18" charset="-34"/>
                    <a:sym typeface="Symbol" pitchFamily="18" charset="2"/>
                  </a:rPr>
                  <a:t></a:t>
                </a:r>
              </a:p>
            </p:txBody>
          </p:sp>
        </p:grpSp>
        <p:grpSp>
          <p:nvGrpSpPr>
            <p:cNvPr id="6" name="Group 5"/>
            <p:cNvGrpSpPr/>
            <p:nvPr/>
          </p:nvGrpSpPr>
          <p:grpSpPr>
            <a:xfrm>
              <a:off x="2803403" y="1203446"/>
              <a:ext cx="455613" cy="461964"/>
              <a:chOff x="4991785" y="1198563"/>
              <a:chExt cx="455613" cy="461964"/>
            </a:xfrm>
          </p:grpSpPr>
          <p:sp>
            <p:nvSpPr>
              <p:cNvPr id="9228" name="AutoShape 22"/>
              <p:cNvSpPr>
                <a:spLocks noChangeArrowheads="1"/>
              </p:cNvSpPr>
              <p:nvPr/>
            </p:nvSpPr>
            <p:spPr bwMode="auto">
              <a:xfrm>
                <a:off x="5064801" y="1204913"/>
                <a:ext cx="320675" cy="320676"/>
              </a:xfrm>
              <a:prstGeom prst="cube">
                <a:avLst>
                  <a:gd name="adj" fmla="val 25000"/>
                </a:avLst>
              </a:prstGeom>
              <a:solidFill>
                <a:schemeClr val="bg1"/>
              </a:solidFill>
              <a:ln w="9525">
                <a:solidFill>
                  <a:schemeClr val="tx1"/>
                </a:solidFill>
                <a:miter lim="800000"/>
                <a:headEnd/>
                <a:tailEnd/>
              </a:ln>
            </p:spPr>
            <p:txBody>
              <a:bodyPr wrap="none" anchor="ctr"/>
              <a:lstStyle/>
              <a:p>
                <a:endParaRPr lang="en-US" sz="2000">
                  <a:latin typeface="Angsana New" panose="02020603050405020304" pitchFamily="18" charset="-34"/>
                </a:endParaRPr>
              </a:p>
            </p:txBody>
          </p:sp>
          <p:grpSp>
            <p:nvGrpSpPr>
              <p:cNvPr id="9235" name="Group 27"/>
              <p:cNvGrpSpPr>
                <a:grpSpLocks/>
              </p:cNvGrpSpPr>
              <p:nvPr/>
            </p:nvGrpSpPr>
            <p:grpSpPr bwMode="auto">
              <a:xfrm>
                <a:off x="4991785" y="1198563"/>
                <a:ext cx="455613" cy="461964"/>
                <a:chOff x="5001" y="2261"/>
                <a:chExt cx="287" cy="291"/>
              </a:xfrm>
            </p:grpSpPr>
            <p:sp>
              <p:nvSpPr>
                <p:cNvPr id="9246" name="Text Box 25"/>
                <p:cNvSpPr txBox="1">
                  <a:spLocks noChangeArrowheads="1"/>
                </p:cNvSpPr>
                <p:nvPr/>
              </p:nvSpPr>
              <p:spPr bwMode="auto">
                <a:xfrm>
                  <a:off x="5001" y="2261"/>
                  <a:ext cx="287" cy="233"/>
                </a:xfrm>
                <a:prstGeom prst="rect">
                  <a:avLst/>
                </a:prstGeom>
                <a:noFill/>
                <a:ln w="9525">
                  <a:noFill/>
                  <a:miter lim="800000"/>
                  <a:headEnd/>
                  <a:tailEnd/>
                </a:ln>
              </p:spPr>
              <p:txBody>
                <a:bodyPr wrap="square">
                  <a:spAutoFit/>
                </a:bodyPr>
                <a:lstStyle/>
                <a:p>
                  <a:pPr>
                    <a:spcBef>
                      <a:spcPct val="50000"/>
                    </a:spcBef>
                  </a:pPr>
                  <a:r>
                    <a:rPr lang="en-US" sz="1800" dirty="0">
                      <a:latin typeface="Angsana New" panose="02020603050405020304" pitchFamily="18" charset="-34"/>
                      <a:sym typeface="Symbol" pitchFamily="18" charset="2"/>
                    </a:rPr>
                    <a:t></a:t>
                  </a:r>
                </a:p>
              </p:txBody>
            </p:sp>
            <p:sp>
              <p:nvSpPr>
                <p:cNvPr id="9247" name="Text Box 26"/>
                <p:cNvSpPr txBox="1">
                  <a:spLocks noChangeArrowheads="1"/>
                </p:cNvSpPr>
                <p:nvPr/>
              </p:nvSpPr>
              <p:spPr bwMode="auto">
                <a:xfrm>
                  <a:off x="5003" y="2319"/>
                  <a:ext cx="260" cy="233"/>
                </a:xfrm>
                <a:prstGeom prst="rect">
                  <a:avLst/>
                </a:prstGeom>
                <a:noFill/>
                <a:ln w="9525">
                  <a:noFill/>
                  <a:miter lim="800000"/>
                  <a:headEnd/>
                  <a:tailEnd/>
                </a:ln>
              </p:spPr>
              <p:txBody>
                <a:bodyPr wrap="square">
                  <a:spAutoFit/>
                </a:bodyPr>
                <a:lstStyle/>
                <a:p>
                  <a:pPr>
                    <a:spcBef>
                      <a:spcPct val="50000"/>
                    </a:spcBef>
                  </a:pPr>
                  <a:r>
                    <a:rPr lang="en-US" sz="1800" dirty="0">
                      <a:latin typeface="Angsana New" panose="02020603050405020304" pitchFamily="18" charset="-34"/>
                      <a:sym typeface="Symbol" pitchFamily="18" charset="2"/>
                    </a:rPr>
                    <a:t></a:t>
                  </a:r>
                </a:p>
              </p:txBody>
            </p:sp>
          </p:grpSp>
        </p:grpSp>
        <p:grpSp>
          <p:nvGrpSpPr>
            <p:cNvPr id="3" name="Group 2"/>
            <p:cNvGrpSpPr/>
            <p:nvPr/>
          </p:nvGrpSpPr>
          <p:grpSpPr>
            <a:xfrm>
              <a:off x="1846384" y="1209431"/>
              <a:ext cx="401638" cy="406401"/>
              <a:chOff x="2520038" y="1204913"/>
              <a:chExt cx="401638" cy="406401"/>
            </a:xfrm>
          </p:grpSpPr>
          <p:sp>
            <p:nvSpPr>
              <p:cNvPr id="9229" name="AutoShape 35"/>
              <p:cNvSpPr>
                <a:spLocks noChangeArrowheads="1"/>
              </p:cNvSpPr>
              <p:nvPr/>
            </p:nvSpPr>
            <p:spPr bwMode="auto">
              <a:xfrm>
                <a:off x="2601000" y="1204913"/>
                <a:ext cx="320675" cy="320676"/>
              </a:xfrm>
              <a:prstGeom prst="cube">
                <a:avLst>
                  <a:gd name="adj" fmla="val 25000"/>
                </a:avLst>
              </a:prstGeom>
              <a:solidFill>
                <a:schemeClr val="bg1"/>
              </a:solidFill>
              <a:ln w="9525">
                <a:solidFill>
                  <a:schemeClr val="tx1"/>
                </a:solidFill>
                <a:miter lim="800000"/>
                <a:headEnd/>
                <a:tailEnd/>
              </a:ln>
            </p:spPr>
            <p:txBody>
              <a:bodyPr wrap="none" anchor="ctr"/>
              <a:lstStyle/>
              <a:p>
                <a:endParaRPr lang="en-US" sz="2000">
                  <a:latin typeface="Angsana New" panose="02020603050405020304" pitchFamily="18" charset="-34"/>
                </a:endParaRPr>
              </a:p>
            </p:txBody>
          </p:sp>
          <p:sp>
            <p:nvSpPr>
              <p:cNvPr id="9236" name="Text Box 24"/>
              <p:cNvSpPr txBox="1">
                <a:spLocks noChangeArrowheads="1"/>
              </p:cNvSpPr>
              <p:nvPr/>
            </p:nvSpPr>
            <p:spPr bwMode="auto">
              <a:xfrm>
                <a:off x="2520038" y="1241425"/>
                <a:ext cx="401638" cy="369889"/>
              </a:xfrm>
              <a:prstGeom prst="rect">
                <a:avLst/>
              </a:prstGeom>
              <a:noFill/>
              <a:ln w="9525">
                <a:noFill/>
                <a:miter lim="800000"/>
                <a:headEnd/>
                <a:tailEnd/>
              </a:ln>
            </p:spPr>
            <p:txBody>
              <a:bodyPr wrap="square">
                <a:spAutoFit/>
              </a:bodyPr>
              <a:lstStyle/>
              <a:p>
                <a:pPr>
                  <a:spcBef>
                    <a:spcPct val="50000"/>
                  </a:spcBef>
                </a:pPr>
                <a:r>
                  <a:rPr lang="en-US" sz="1800" dirty="0">
                    <a:latin typeface="Angsana New" panose="02020603050405020304" pitchFamily="18" charset="-34"/>
                    <a:sym typeface="Symbol" pitchFamily="18" charset="2"/>
                  </a:rPr>
                  <a:t></a:t>
                </a:r>
              </a:p>
            </p:txBody>
          </p:sp>
        </p:grpSp>
        <p:grpSp>
          <p:nvGrpSpPr>
            <p:cNvPr id="5" name="Group 4"/>
            <p:cNvGrpSpPr/>
            <p:nvPr/>
          </p:nvGrpSpPr>
          <p:grpSpPr>
            <a:xfrm>
              <a:off x="2297110" y="1190625"/>
              <a:ext cx="522290" cy="500066"/>
              <a:chOff x="3720281" y="1184286"/>
              <a:chExt cx="522290" cy="500066"/>
            </a:xfrm>
          </p:grpSpPr>
          <p:sp>
            <p:nvSpPr>
              <p:cNvPr id="9230" name="AutoShape 34"/>
              <p:cNvSpPr>
                <a:spLocks noChangeArrowheads="1"/>
              </p:cNvSpPr>
              <p:nvPr/>
            </p:nvSpPr>
            <p:spPr bwMode="auto">
              <a:xfrm>
                <a:off x="3810676" y="1204913"/>
                <a:ext cx="320675" cy="320676"/>
              </a:xfrm>
              <a:prstGeom prst="cube">
                <a:avLst>
                  <a:gd name="adj" fmla="val 25000"/>
                </a:avLst>
              </a:prstGeom>
              <a:solidFill>
                <a:schemeClr val="bg1"/>
              </a:solidFill>
              <a:ln w="9525">
                <a:solidFill>
                  <a:schemeClr val="tx1"/>
                </a:solidFill>
                <a:miter lim="800000"/>
                <a:headEnd/>
                <a:tailEnd/>
              </a:ln>
            </p:spPr>
            <p:txBody>
              <a:bodyPr wrap="none" anchor="ctr"/>
              <a:lstStyle/>
              <a:p>
                <a:endParaRPr lang="en-US" sz="2000">
                  <a:latin typeface="Angsana New" panose="02020603050405020304" pitchFamily="18" charset="-34"/>
                </a:endParaRPr>
              </a:p>
            </p:txBody>
          </p:sp>
          <p:grpSp>
            <p:nvGrpSpPr>
              <p:cNvPr id="9237" name="Group 37"/>
              <p:cNvGrpSpPr>
                <a:grpSpLocks/>
              </p:cNvGrpSpPr>
              <p:nvPr/>
            </p:nvGrpSpPr>
            <p:grpSpPr bwMode="auto">
              <a:xfrm>
                <a:off x="3720281" y="1184286"/>
                <a:ext cx="522290" cy="500066"/>
                <a:chOff x="4548" y="2262"/>
                <a:chExt cx="329" cy="315"/>
              </a:xfrm>
            </p:grpSpPr>
            <p:sp>
              <p:nvSpPr>
                <p:cNvPr id="9243" name="Text Box 11"/>
                <p:cNvSpPr txBox="1">
                  <a:spLocks noChangeArrowheads="1"/>
                </p:cNvSpPr>
                <p:nvPr/>
              </p:nvSpPr>
              <p:spPr bwMode="auto">
                <a:xfrm>
                  <a:off x="4637" y="2344"/>
                  <a:ext cx="240" cy="233"/>
                </a:xfrm>
                <a:prstGeom prst="rect">
                  <a:avLst/>
                </a:prstGeom>
                <a:noFill/>
                <a:ln w="9525">
                  <a:noFill/>
                  <a:miter lim="800000"/>
                  <a:headEnd/>
                  <a:tailEnd/>
                </a:ln>
              </p:spPr>
              <p:txBody>
                <a:bodyPr>
                  <a:spAutoFit/>
                </a:bodyPr>
                <a:lstStyle/>
                <a:p>
                  <a:pPr>
                    <a:spcBef>
                      <a:spcPct val="50000"/>
                    </a:spcBef>
                  </a:pPr>
                  <a:r>
                    <a:rPr lang="en-US" sz="1800" dirty="0">
                      <a:latin typeface="Angsana New" panose="02020603050405020304" pitchFamily="18" charset="-34"/>
                      <a:sym typeface="Symbol" pitchFamily="18" charset="2"/>
                    </a:rPr>
                    <a:t></a:t>
                  </a:r>
                </a:p>
              </p:txBody>
            </p:sp>
            <p:sp>
              <p:nvSpPr>
                <p:cNvPr id="9244" name="Text Box 12"/>
                <p:cNvSpPr txBox="1">
                  <a:spLocks noChangeArrowheads="1"/>
                </p:cNvSpPr>
                <p:nvPr/>
              </p:nvSpPr>
              <p:spPr bwMode="auto">
                <a:xfrm>
                  <a:off x="4591" y="2308"/>
                  <a:ext cx="196" cy="233"/>
                </a:xfrm>
                <a:prstGeom prst="rect">
                  <a:avLst/>
                </a:prstGeom>
                <a:noFill/>
                <a:ln w="9525">
                  <a:noFill/>
                  <a:miter lim="800000"/>
                  <a:headEnd/>
                  <a:tailEnd/>
                </a:ln>
              </p:spPr>
              <p:txBody>
                <a:bodyPr wrap="square">
                  <a:spAutoFit/>
                </a:bodyPr>
                <a:lstStyle/>
                <a:p>
                  <a:pPr>
                    <a:spcBef>
                      <a:spcPct val="50000"/>
                    </a:spcBef>
                  </a:pPr>
                  <a:r>
                    <a:rPr lang="en-US" sz="1800" dirty="0">
                      <a:latin typeface="Angsana New" panose="02020603050405020304" pitchFamily="18" charset="-34"/>
                      <a:sym typeface="Symbol" pitchFamily="18" charset="2"/>
                    </a:rPr>
                    <a:t></a:t>
                  </a:r>
                </a:p>
              </p:txBody>
            </p:sp>
            <p:sp>
              <p:nvSpPr>
                <p:cNvPr id="9245" name="Text Box 13"/>
                <p:cNvSpPr txBox="1">
                  <a:spLocks noChangeArrowheads="1"/>
                </p:cNvSpPr>
                <p:nvPr/>
              </p:nvSpPr>
              <p:spPr bwMode="auto">
                <a:xfrm>
                  <a:off x="4548" y="2262"/>
                  <a:ext cx="240" cy="233"/>
                </a:xfrm>
                <a:prstGeom prst="rect">
                  <a:avLst/>
                </a:prstGeom>
                <a:noFill/>
                <a:ln w="9525">
                  <a:noFill/>
                  <a:miter lim="800000"/>
                  <a:headEnd/>
                  <a:tailEnd/>
                </a:ln>
              </p:spPr>
              <p:txBody>
                <a:bodyPr>
                  <a:spAutoFit/>
                </a:bodyPr>
                <a:lstStyle/>
                <a:p>
                  <a:pPr>
                    <a:spcBef>
                      <a:spcPct val="50000"/>
                    </a:spcBef>
                  </a:pPr>
                  <a:r>
                    <a:rPr lang="en-US" sz="1800" dirty="0">
                      <a:latin typeface="Angsana New" panose="02020603050405020304" pitchFamily="18" charset="-34"/>
                      <a:sym typeface="Symbol" pitchFamily="18" charset="2"/>
                    </a:rPr>
                    <a:t></a:t>
                  </a:r>
                </a:p>
              </p:txBody>
            </p:sp>
          </p:grpSp>
        </p:grpSp>
        <p:grpSp>
          <p:nvGrpSpPr>
            <p:cNvPr id="4" name="Group 3"/>
            <p:cNvGrpSpPr/>
            <p:nvPr/>
          </p:nvGrpSpPr>
          <p:grpSpPr>
            <a:xfrm>
              <a:off x="1396697" y="1210042"/>
              <a:ext cx="381000" cy="400052"/>
              <a:chOff x="1384975" y="1262063"/>
              <a:chExt cx="381000" cy="400052"/>
            </a:xfrm>
          </p:grpSpPr>
          <p:sp>
            <p:nvSpPr>
              <p:cNvPr id="9231" name="AutoShape 39"/>
              <p:cNvSpPr>
                <a:spLocks noChangeArrowheads="1"/>
              </p:cNvSpPr>
              <p:nvPr/>
            </p:nvSpPr>
            <p:spPr bwMode="auto">
              <a:xfrm>
                <a:off x="1423075" y="1265238"/>
                <a:ext cx="320675" cy="322264"/>
              </a:xfrm>
              <a:prstGeom prst="cube">
                <a:avLst>
                  <a:gd name="adj" fmla="val 25000"/>
                </a:avLst>
              </a:prstGeom>
              <a:solidFill>
                <a:schemeClr val="bg1"/>
              </a:solidFill>
              <a:ln w="9525">
                <a:solidFill>
                  <a:schemeClr val="tx1"/>
                </a:solidFill>
                <a:miter lim="800000"/>
                <a:headEnd/>
                <a:tailEnd/>
              </a:ln>
            </p:spPr>
            <p:txBody>
              <a:bodyPr wrap="none" anchor="ctr"/>
              <a:lstStyle/>
              <a:p>
                <a:endParaRPr lang="en-US" sz="2000">
                  <a:latin typeface="Angsana New" panose="02020603050405020304" pitchFamily="18" charset="-34"/>
                </a:endParaRPr>
              </a:p>
            </p:txBody>
          </p:sp>
          <p:sp>
            <p:nvSpPr>
              <p:cNvPr id="9238" name="Text Box 10"/>
              <p:cNvSpPr txBox="1">
                <a:spLocks noChangeArrowheads="1"/>
              </p:cNvSpPr>
              <p:nvPr/>
            </p:nvSpPr>
            <p:spPr bwMode="auto">
              <a:xfrm>
                <a:off x="1384975" y="1262063"/>
                <a:ext cx="381000" cy="400052"/>
              </a:xfrm>
              <a:prstGeom prst="rect">
                <a:avLst/>
              </a:prstGeom>
              <a:noFill/>
              <a:ln w="9525">
                <a:noFill/>
                <a:miter lim="800000"/>
                <a:headEnd/>
                <a:tailEnd/>
              </a:ln>
            </p:spPr>
            <p:txBody>
              <a:bodyPr>
                <a:spAutoFit/>
              </a:bodyPr>
              <a:lstStyle/>
              <a:p>
                <a:pPr>
                  <a:spcBef>
                    <a:spcPct val="50000"/>
                  </a:spcBef>
                </a:pPr>
                <a:r>
                  <a:rPr lang="en-US" sz="2000" dirty="0">
                    <a:latin typeface="Angsana New" panose="02020603050405020304" pitchFamily="18" charset="-34"/>
                    <a:sym typeface="Symbol" pitchFamily="18" charset="2"/>
                  </a:rPr>
                  <a:t></a:t>
                </a:r>
              </a:p>
            </p:txBody>
          </p:sp>
        </p:grpSp>
        <p:grpSp>
          <p:nvGrpSpPr>
            <p:cNvPr id="7" name="Group 6"/>
            <p:cNvGrpSpPr/>
            <p:nvPr/>
          </p:nvGrpSpPr>
          <p:grpSpPr>
            <a:xfrm>
              <a:off x="3319951" y="1199417"/>
              <a:ext cx="484188" cy="476252"/>
              <a:chOff x="6177639" y="1181100"/>
              <a:chExt cx="484188" cy="476252"/>
            </a:xfrm>
          </p:grpSpPr>
          <p:sp>
            <p:nvSpPr>
              <p:cNvPr id="9232" name="AutoShape 30"/>
              <p:cNvSpPr>
                <a:spLocks noChangeArrowheads="1"/>
              </p:cNvSpPr>
              <p:nvPr/>
            </p:nvSpPr>
            <p:spPr bwMode="auto">
              <a:xfrm>
                <a:off x="6260189" y="1190625"/>
                <a:ext cx="320675" cy="320676"/>
              </a:xfrm>
              <a:prstGeom prst="cube">
                <a:avLst>
                  <a:gd name="adj" fmla="val 25000"/>
                </a:avLst>
              </a:prstGeom>
              <a:solidFill>
                <a:schemeClr val="bg1"/>
              </a:solidFill>
              <a:ln w="9525">
                <a:solidFill>
                  <a:schemeClr val="tx1"/>
                </a:solidFill>
                <a:miter lim="800000"/>
                <a:headEnd/>
                <a:tailEnd/>
              </a:ln>
            </p:spPr>
            <p:txBody>
              <a:bodyPr wrap="none" anchor="ctr"/>
              <a:lstStyle/>
              <a:p>
                <a:endParaRPr lang="en-US" sz="2000">
                  <a:latin typeface="Angsana New" panose="02020603050405020304" pitchFamily="18" charset="-34"/>
                </a:endParaRPr>
              </a:p>
            </p:txBody>
          </p:sp>
          <p:grpSp>
            <p:nvGrpSpPr>
              <p:cNvPr id="9239" name="Group 55"/>
              <p:cNvGrpSpPr>
                <a:grpSpLocks/>
              </p:cNvGrpSpPr>
              <p:nvPr/>
            </p:nvGrpSpPr>
            <p:grpSpPr bwMode="auto">
              <a:xfrm>
                <a:off x="6177639" y="1181100"/>
                <a:ext cx="484188" cy="476252"/>
                <a:chOff x="4211" y="907"/>
                <a:chExt cx="305" cy="300"/>
              </a:xfrm>
            </p:grpSpPr>
            <p:sp>
              <p:nvSpPr>
                <p:cNvPr id="9240" name="Text Box 9"/>
                <p:cNvSpPr txBox="1">
                  <a:spLocks noChangeArrowheads="1"/>
                </p:cNvSpPr>
                <p:nvPr/>
              </p:nvSpPr>
              <p:spPr bwMode="auto">
                <a:xfrm>
                  <a:off x="4241" y="938"/>
                  <a:ext cx="240" cy="233"/>
                </a:xfrm>
                <a:prstGeom prst="rect">
                  <a:avLst/>
                </a:prstGeom>
                <a:noFill/>
                <a:ln w="9525">
                  <a:noFill/>
                  <a:miter lim="800000"/>
                  <a:headEnd/>
                  <a:tailEnd/>
                </a:ln>
              </p:spPr>
              <p:txBody>
                <a:bodyPr>
                  <a:spAutoFit/>
                </a:bodyPr>
                <a:lstStyle/>
                <a:p>
                  <a:pPr>
                    <a:spcBef>
                      <a:spcPct val="50000"/>
                    </a:spcBef>
                  </a:pPr>
                  <a:r>
                    <a:rPr lang="en-US" sz="1800" dirty="0">
                      <a:latin typeface="Angsana New" panose="02020603050405020304" pitchFamily="18" charset="-34"/>
                      <a:sym typeface="Symbol" pitchFamily="18" charset="2"/>
                    </a:rPr>
                    <a:t></a:t>
                  </a:r>
                </a:p>
              </p:txBody>
            </p:sp>
            <p:sp>
              <p:nvSpPr>
                <p:cNvPr id="9241" name="Text Box 41"/>
                <p:cNvSpPr txBox="1">
                  <a:spLocks noChangeArrowheads="1"/>
                </p:cNvSpPr>
                <p:nvPr/>
              </p:nvSpPr>
              <p:spPr bwMode="auto">
                <a:xfrm>
                  <a:off x="4214" y="907"/>
                  <a:ext cx="302" cy="223"/>
                </a:xfrm>
                <a:prstGeom prst="rect">
                  <a:avLst/>
                </a:prstGeom>
                <a:noFill/>
                <a:ln w="9525">
                  <a:noFill/>
                  <a:miter lim="800000"/>
                  <a:headEnd/>
                  <a:tailEnd/>
                </a:ln>
              </p:spPr>
              <p:txBody>
                <a:bodyPr wrap="square">
                  <a:spAutoFit/>
                </a:bodyPr>
                <a:lstStyle/>
                <a:p>
                  <a:pPr>
                    <a:lnSpc>
                      <a:spcPts val="2000"/>
                    </a:lnSpc>
                    <a:spcBef>
                      <a:spcPts val="0"/>
                    </a:spcBef>
                  </a:pPr>
                  <a:r>
                    <a:rPr lang="en-US" sz="1800" dirty="0">
                      <a:latin typeface="Angsana New" panose="02020603050405020304" pitchFamily="18" charset="-34"/>
                      <a:sym typeface="Symbol" pitchFamily="18" charset="2"/>
                    </a:rPr>
                    <a:t></a:t>
                  </a:r>
                </a:p>
              </p:txBody>
            </p:sp>
            <p:sp>
              <p:nvSpPr>
                <p:cNvPr id="9242" name="Text Box 44"/>
                <p:cNvSpPr txBox="1">
                  <a:spLocks noChangeArrowheads="1"/>
                </p:cNvSpPr>
                <p:nvPr/>
              </p:nvSpPr>
              <p:spPr bwMode="auto">
                <a:xfrm>
                  <a:off x="4211" y="979"/>
                  <a:ext cx="288" cy="228"/>
                </a:xfrm>
                <a:prstGeom prst="rect">
                  <a:avLst/>
                </a:prstGeom>
                <a:noFill/>
                <a:ln w="9525">
                  <a:noFill/>
                  <a:miter lim="800000"/>
                  <a:headEnd/>
                  <a:tailEnd/>
                </a:ln>
              </p:spPr>
              <p:txBody>
                <a:bodyPr>
                  <a:spAutoFit/>
                </a:bodyPr>
                <a:lstStyle/>
                <a:p>
                  <a:pPr>
                    <a:lnSpc>
                      <a:spcPts val="2000"/>
                    </a:lnSpc>
                    <a:spcBef>
                      <a:spcPts val="0"/>
                    </a:spcBef>
                  </a:pPr>
                  <a:r>
                    <a:rPr lang="en-US" sz="1800" dirty="0">
                      <a:latin typeface="Angsana New" panose="02020603050405020304" pitchFamily="18" charset="-34"/>
                      <a:sym typeface="Symbol" pitchFamily="18" charset="2"/>
                    </a:rPr>
                    <a:t></a:t>
                  </a:r>
                </a:p>
              </p:txBody>
            </p:sp>
          </p:grpSp>
        </p:grpSp>
      </p:grpSp>
      <p:sp>
        <p:nvSpPr>
          <p:cNvPr id="5167" name="Rectangle 47"/>
          <p:cNvSpPr>
            <a:spLocks noChangeArrowheads="1"/>
          </p:cNvSpPr>
          <p:nvPr/>
        </p:nvSpPr>
        <p:spPr bwMode="auto">
          <a:xfrm>
            <a:off x="1447800" y="503275"/>
            <a:ext cx="2133600" cy="460375"/>
          </a:xfrm>
          <a:prstGeom prst="rect">
            <a:avLst/>
          </a:prstGeom>
          <a:noFill/>
          <a:ln w="9525">
            <a:noFill/>
            <a:miter lim="800000"/>
            <a:headEnd/>
            <a:tailEnd/>
          </a:ln>
        </p:spPr>
        <p:txBody>
          <a:bodyPr/>
          <a:lstStyle/>
          <a:p>
            <a:pPr>
              <a:lnSpc>
                <a:spcPct val="90000"/>
              </a:lnSpc>
              <a:tabLst>
                <a:tab pos="457200" algn="l"/>
              </a:tabLst>
            </a:pPr>
            <a:r>
              <a:rPr lang="th-TH" sz="3200" b="1" dirty="0">
                <a:solidFill>
                  <a:srgbClr val="0000FF"/>
                </a:solidFill>
                <a:latin typeface="Angsana New" panose="02020603050405020304" pitchFamily="18" charset="-34"/>
              </a:rPr>
              <a:t>โยนลูกเต๋า</a:t>
            </a:r>
          </a:p>
        </p:txBody>
      </p:sp>
      <p:sp>
        <p:nvSpPr>
          <p:cNvPr id="5168" name="Rectangle 48"/>
          <p:cNvSpPr>
            <a:spLocks noChangeArrowheads="1"/>
          </p:cNvSpPr>
          <p:nvPr/>
        </p:nvSpPr>
        <p:spPr bwMode="auto">
          <a:xfrm>
            <a:off x="1676400" y="1628555"/>
            <a:ext cx="4419600" cy="457200"/>
          </a:xfrm>
          <a:prstGeom prst="rect">
            <a:avLst/>
          </a:prstGeom>
          <a:noFill/>
          <a:ln w="9525">
            <a:noFill/>
            <a:miter lim="800000"/>
            <a:headEnd/>
            <a:tailEnd/>
          </a:ln>
        </p:spPr>
        <p:txBody>
          <a:bodyPr/>
          <a:lstStyle/>
          <a:p>
            <a:pPr>
              <a:lnSpc>
                <a:spcPct val="90000"/>
              </a:lnSpc>
              <a:tabLst>
                <a:tab pos="457200" algn="l"/>
              </a:tabLst>
            </a:pPr>
            <a:r>
              <a:rPr lang="en-US" sz="3200" b="1" dirty="0">
                <a:solidFill>
                  <a:srgbClr val="0000FF"/>
                </a:solidFill>
                <a:latin typeface="Angsana New" panose="02020603050405020304" pitchFamily="18" charset="-34"/>
              </a:rPr>
              <a:t>S = {1 , 2 , 3 , 4 , 5 , 6}   </a:t>
            </a:r>
            <a:endParaRPr lang="en-US" sz="3200" b="1" dirty="0">
              <a:solidFill>
                <a:srgbClr val="5A3600"/>
              </a:solidFill>
              <a:latin typeface="Angsana New" pitchFamily="18" charset="-34"/>
            </a:endParaRPr>
          </a:p>
        </p:txBody>
      </p:sp>
      <p:sp>
        <p:nvSpPr>
          <p:cNvPr id="5170" name="Rectangle 50"/>
          <p:cNvSpPr>
            <a:spLocks noChangeArrowheads="1"/>
          </p:cNvSpPr>
          <p:nvPr/>
        </p:nvSpPr>
        <p:spPr bwMode="auto">
          <a:xfrm>
            <a:off x="99646" y="2098160"/>
            <a:ext cx="2332037"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เหตุการณ์ </a:t>
            </a:r>
            <a:r>
              <a:rPr lang="en-US" b="1" dirty="0">
                <a:solidFill>
                  <a:srgbClr val="5A3600"/>
                </a:solidFill>
                <a:latin typeface="Angsana New" pitchFamily="18" charset="-34"/>
              </a:rPr>
              <a:t>: </a:t>
            </a:r>
            <a:endParaRPr lang="th-TH" b="1" dirty="0">
              <a:solidFill>
                <a:srgbClr val="0000FF"/>
              </a:solidFill>
              <a:latin typeface="Angsana New" pitchFamily="18" charset="-34"/>
            </a:endParaRPr>
          </a:p>
        </p:txBody>
      </p:sp>
      <p:sp>
        <p:nvSpPr>
          <p:cNvPr id="5171" name="Rectangle 51"/>
          <p:cNvSpPr>
            <a:spLocks noChangeArrowheads="1"/>
          </p:cNvSpPr>
          <p:nvPr/>
        </p:nvSpPr>
        <p:spPr bwMode="auto">
          <a:xfrm>
            <a:off x="76200" y="1628555"/>
            <a:ext cx="28956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ปริภูมิตัวอย่าง </a:t>
            </a:r>
            <a:r>
              <a:rPr lang="en-US" b="1" dirty="0">
                <a:solidFill>
                  <a:srgbClr val="5A3600"/>
                </a:solidFill>
                <a:latin typeface="Angsana New" pitchFamily="18" charset="-34"/>
              </a:rPr>
              <a:t>:</a:t>
            </a:r>
            <a:r>
              <a:rPr lang="en-US" b="1" dirty="0">
                <a:solidFill>
                  <a:srgbClr val="0000FF"/>
                </a:solidFill>
                <a:latin typeface="Angsana New" pitchFamily="18" charset="-34"/>
              </a:rPr>
              <a:t> </a:t>
            </a:r>
          </a:p>
        </p:txBody>
      </p:sp>
      <p:sp>
        <p:nvSpPr>
          <p:cNvPr id="5172" name="Rectangle 52"/>
          <p:cNvSpPr>
            <a:spLocks noChangeArrowheads="1"/>
          </p:cNvSpPr>
          <p:nvPr/>
        </p:nvSpPr>
        <p:spPr bwMode="auto">
          <a:xfrm>
            <a:off x="169252" y="1026366"/>
            <a:ext cx="19050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ผลลัพธ์ </a:t>
            </a:r>
            <a:r>
              <a:rPr lang="en-US" b="1" dirty="0">
                <a:solidFill>
                  <a:srgbClr val="5A3600"/>
                </a:solidFill>
                <a:latin typeface="Angsana New" pitchFamily="18" charset="-34"/>
              </a:rPr>
              <a:t>:</a:t>
            </a:r>
            <a:endParaRPr lang="th-TH" b="1" dirty="0">
              <a:solidFill>
                <a:srgbClr val="FF9900"/>
              </a:solidFill>
              <a:latin typeface="Angsana New" pitchFamily="18" charset="-34"/>
            </a:endParaRPr>
          </a:p>
        </p:txBody>
      </p:sp>
      <p:sp>
        <p:nvSpPr>
          <p:cNvPr id="41" name="Rectangle 2"/>
          <p:cNvSpPr txBox="1">
            <a:spLocks noChangeArrowheads="1"/>
          </p:cNvSpPr>
          <p:nvPr/>
        </p:nvSpPr>
        <p:spPr bwMode="auto">
          <a:xfrm>
            <a:off x="85060" y="2971800"/>
            <a:ext cx="76200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algn="l" eaLnBrk="1" hangingPunct="1">
              <a:lnSpc>
                <a:spcPct val="90000"/>
              </a:lnSpc>
            </a:pPr>
            <a:r>
              <a:rPr lang="th-TH" sz="2800" b="1" kern="0" dirty="0">
                <a:solidFill>
                  <a:srgbClr val="CC00CC"/>
                </a:solidFill>
                <a:latin typeface="Angsana New" pitchFamily="18" charset="-34"/>
                <a:cs typeface="Angsana New" panose="02020603050405020304" pitchFamily="18" charset="-34"/>
              </a:rPr>
              <a:t>ตัวอย่าง </a:t>
            </a:r>
            <a:r>
              <a:rPr lang="en-US" sz="2800" b="1" kern="0" dirty="0">
                <a:solidFill>
                  <a:srgbClr val="CC00CC"/>
                </a:solidFill>
                <a:latin typeface="Angsana New" pitchFamily="18" charset="-34"/>
                <a:cs typeface="Angsana New" panose="02020603050405020304" pitchFamily="18" charset="-34"/>
              </a:rPr>
              <a:t>: </a:t>
            </a:r>
            <a:r>
              <a:rPr lang="th-TH" sz="2800" b="1" kern="0" dirty="0">
                <a:solidFill>
                  <a:srgbClr val="CC00CC"/>
                </a:solidFill>
                <a:latin typeface="Angsana New" pitchFamily="18" charset="-34"/>
                <a:cs typeface="Angsana New" panose="02020603050405020304" pitchFamily="18" charset="-34"/>
              </a:rPr>
              <a:t>อุบัติเหตุบนท้องถนนในกรุงเทพมหานคร</a:t>
            </a:r>
          </a:p>
        </p:txBody>
      </p:sp>
      <p:sp>
        <p:nvSpPr>
          <p:cNvPr id="43" name="Rectangle 5"/>
          <p:cNvSpPr>
            <a:spLocks noChangeArrowheads="1"/>
          </p:cNvSpPr>
          <p:nvPr/>
        </p:nvSpPr>
        <p:spPr bwMode="auto">
          <a:xfrm>
            <a:off x="1179442" y="4423145"/>
            <a:ext cx="7586870" cy="495300"/>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itchFamily="18" charset="-34"/>
              </a:rPr>
              <a:t>เหตุการณ์ที่มีอุบัติเหตุบนท้องถนนใน กทม. เฉลี่ยมากกว่า 1 ครั้ง/ชม. </a:t>
            </a:r>
            <a:endParaRPr lang="en-US" b="1" dirty="0">
              <a:solidFill>
                <a:srgbClr val="0000FF"/>
              </a:solidFill>
              <a:latin typeface="Angsana New" pitchFamily="18" charset="-34"/>
            </a:endParaRPr>
          </a:p>
        </p:txBody>
      </p:sp>
      <p:sp>
        <p:nvSpPr>
          <p:cNvPr id="44" name="Rectangle 4"/>
          <p:cNvSpPr>
            <a:spLocks noChangeArrowheads="1"/>
          </p:cNvSpPr>
          <p:nvPr/>
        </p:nvSpPr>
        <p:spPr bwMode="auto">
          <a:xfrm>
            <a:off x="1066800" y="3482008"/>
            <a:ext cx="7797125" cy="485775"/>
          </a:xfrm>
          <a:prstGeom prst="rect">
            <a:avLst/>
          </a:prstGeom>
          <a:noFill/>
          <a:ln w="9525">
            <a:noFill/>
            <a:miter lim="800000"/>
            <a:headEnd/>
            <a:tailEnd/>
          </a:ln>
        </p:spPr>
        <p:txBody>
          <a:bodyPr/>
          <a:lstStyle/>
          <a:p>
            <a:pPr>
              <a:lnSpc>
                <a:spcPct val="90000"/>
              </a:lnSpc>
              <a:tabLst>
                <a:tab pos="457200" algn="l"/>
              </a:tabLst>
            </a:pPr>
            <a:r>
              <a:rPr lang="th-TH" b="1" dirty="0">
                <a:solidFill>
                  <a:srgbClr val="3333FF"/>
                </a:solidFill>
                <a:latin typeface="Angsana New" pitchFamily="18" charset="-34"/>
              </a:rPr>
              <a:t>จำนวนอุบัติเหตุบนท้องถนนในกรุงเทพมหานคร</a:t>
            </a:r>
          </a:p>
        </p:txBody>
      </p:sp>
      <p:sp>
        <p:nvSpPr>
          <p:cNvPr id="74" name="Rectangle 48"/>
          <p:cNvSpPr>
            <a:spLocks noChangeArrowheads="1"/>
          </p:cNvSpPr>
          <p:nvPr/>
        </p:nvSpPr>
        <p:spPr bwMode="auto">
          <a:xfrm>
            <a:off x="1600200" y="3953540"/>
            <a:ext cx="4419600" cy="457200"/>
          </a:xfrm>
          <a:prstGeom prst="rect">
            <a:avLst/>
          </a:prstGeom>
          <a:noFill/>
          <a:ln w="9525">
            <a:noFill/>
            <a:miter lim="800000"/>
            <a:headEnd/>
            <a:tailEnd/>
          </a:ln>
        </p:spPr>
        <p:txBody>
          <a:bodyPr/>
          <a:lstStyle/>
          <a:p>
            <a:pPr>
              <a:lnSpc>
                <a:spcPct val="90000"/>
              </a:lnSpc>
              <a:tabLst>
                <a:tab pos="457200" algn="l"/>
              </a:tabLst>
            </a:pPr>
            <a:r>
              <a:rPr lang="en-US" b="1" dirty="0">
                <a:solidFill>
                  <a:srgbClr val="0000FF"/>
                </a:solidFill>
                <a:latin typeface="Angsana New" panose="02020603050405020304" pitchFamily="18" charset="-34"/>
              </a:rPr>
              <a:t>S = {0, 1, 2, …}   </a:t>
            </a:r>
            <a:endParaRPr lang="en-US" b="1" dirty="0">
              <a:solidFill>
                <a:srgbClr val="5A3600"/>
              </a:solidFill>
              <a:latin typeface="Angsana New" pitchFamily="18" charset="-34"/>
            </a:endParaRPr>
          </a:p>
        </p:txBody>
      </p:sp>
      <p:sp>
        <p:nvSpPr>
          <p:cNvPr id="75" name="Rectangle 50"/>
          <p:cNvSpPr>
            <a:spLocks noChangeArrowheads="1"/>
          </p:cNvSpPr>
          <p:nvPr/>
        </p:nvSpPr>
        <p:spPr bwMode="auto">
          <a:xfrm>
            <a:off x="59889" y="4423145"/>
            <a:ext cx="2332037"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เหตุการณ์ </a:t>
            </a:r>
            <a:r>
              <a:rPr lang="en-US" b="1" dirty="0">
                <a:solidFill>
                  <a:srgbClr val="5A3600"/>
                </a:solidFill>
                <a:latin typeface="Angsana New" pitchFamily="18" charset="-34"/>
              </a:rPr>
              <a:t>: </a:t>
            </a:r>
            <a:endParaRPr lang="th-TH" b="1" dirty="0">
              <a:solidFill>
                <a:srgbClr val="0000FF"/>
              </a:solidFill>
              <a:latin typeface="Angsana New" pitchFamily="18" charset="-34"/>
            </a:endParaRPr>
          </a:p>
        </p:txBody>
      </p:sp>
      <p:sp>
        <p:nvSpPr>
          <p:cNvPr id="76" name="Rectangle 51"/>
          <p:cNvSpPr>
            <a:spLocks noChangeArrowheads="1"/>
          </p:cNvSpPr>
          <p:nvPr/>
        </p:nvSpPr>
        <p:spPr bwMode="auto">
          <a:xfrm>
            <a:off x="36443" y="3953540"/>
            <a:ext cx="28956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ปริภูมิตัวอย่าง </a:t>
            </a:r>
            <a:r>
              <a:rPr lang="en-US" b="1" dirty="0">
                <a:solidFill>
                  <a:srgbClr val="5A3600"/>
                </a:solidFill>
                <a:latin typeface="Angsana New" pitchFamily="18" charset="-34"/>
              </a:rPr>
              <a:t>:</a:t>
            </a:r>
            <a:r>
              <a:rPr lang="en-US" b="1" dirty="0">
                <a:solidFill>
                  <a:srgbClr val="0000FF"/>
                </a:solidFill>
                <a:latin typeface="Angsana New" pitchFamily="18" charset="-34"/>
              </a:rPr>
              <a:t> </a:t>
            </a:r>
          </a:p>
        </p:txBody>
      </p:sp>
      <p:sp>
        <p:nvSpPr>
          <p:cNvPr id="77" name="Rectangle 52"/>
          <p:cNvSpPr>
            <a:spLocks noChangeArrowheads="1"/>
          </p:cNvSpPr>
          <p:nvPr/>
        </p:nvSpPr>
        <p:spPr bwMode="auto">
          <a:xfrm>
            <a:off x="129495" y="3482486"/>
            <a:ext cx="19050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ผลลัพธ์ </a:t>
            </a:r>
            <a:r>
              <a:rPr lang="en-US" b="1" dirty="0">
                <a:solidFill>
                  <a:srgbClr val="5A3600"/>
                </a:solidFill>
                <a:latin typeface="Angsana New" pitchFamily="18" charset="-34"/>
              </a:rPr>
              <a:t>:</a:t>
            </a:r>
            <a:endParaRPr lang="th-TH" b="1" dirty="0">
              <a:solidFill>
                <a:srgbClr val="FF9900"/>
              </a:solidFill>
              <a:latin typeface="Angsana New" pitchFamily="18" charset="-34"/>
            </a:endParaRPr>
          </a:p>
        </p:txBody>
      </p:sp>
      <p:sp>
        <p:nvSpPr>
          <p:cNvPr id="80" name="Rectangle 5"/>
          <p:cNvSpPr>
            <a:spLocks noChangeArrowheads="1"/>
          </p:cNvSpPr>
          <p:nvPr/>
        </p:nvSpPr>
        <p:spPr bwMode="auto">
          <a:xfrm>
            <a:off x="1821915" y="4770907"/>
            <a:ext cx="7017285" cy="495300"/>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itchFamily="18" charset="-34"/>
              </a:rPr>
              <a:t>= {</a:t>
            </a:r>
            <a:r>
              <a:rPr lang="th-TH" b="1" dirty="0">
                <a:solidFill>
                  <a:srgbClr val="FF0000"/>
                </a:solidFill>
                <a:latin typeface="Angsana New" panose="02020603050405020304" pitchFamily="18" charset="-34"/>
              </a:rPr>
              <a:t>25</a:t>
            </a:r>
            <a:r>
              <a:rPr lang="en-US" b="1" dirty="0">
                <a:solidFill>
                  <a:srgbClr val="FF0000"/>
                </a:solidFill>
                <a:latin typeface="Angsana New" panose="02020603050405020304" pitchFamily="18" charset="-34"/>
              </a:rPr>
              <a:t>,</a:t>
            </a:r>
            <a:r>
              <a:rPr lang="th-TH" b="1" dirty="0">
                <a:solidFill>
                  <a:srgbClr val="FF0000"/>
                </a:solidFill>
                <a:latin typeface="Angsana New" panose="02020603050405020304" pitchFamily="18" charset="-34"/>
              </a:rPr>
              <a:t> 26</a:t>
            </a:r>
            <a:r>
              <a:rPr lang="en-US" b="1" dirty="0">
                <a:solidFill>
                  <a:srgbClr val="FF0000"/>
                </a:solidFill>
                <a:latin typeface="Angsana New" panose="02020603050405020304" pitchFamily="18" charset="-34"/>
              </a:rPr>
              <a:t>, 27, …}</a:t>
            </a:r>
          </a:p>
        </p:txBody>
      </p:sp>
      <p:sp>
        <p:nvSpPr>
          <p:cNvPr id="82" name="Rectangle 2"/>
          <p:cNvSpPr txBox="1">
            <a:spLocks noChangeArrowheads="1"/>
          </p:cNvSpPr>
          <p:nvPr/>
        </p:nvSpPr>
        <p:spPr>
          <a:xfrm>
            <a:off x="116548" y="5206410"/>
            <a:ext cx="4508205" cy="56706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pPr>
            <a:r>
              <a:rPr lang="th-TH" sz="2800" b="1" dirty="0">
                <a:solidFill>
                  <a:srgbClr val="CC00CC"/>
                </a:solidFill>
                <a:latin typeface="Angsana New" pitchFamily="18" charset="-34"/>
                <a:cs typeface="Angsana New" pitchFamily="18" charset="-34"/>
              </a:rPr>
              <a:t>ตัวอย่าง </a:t>
            </a:r>
            <a:r>
              <a:rPr lang="en-US" sz="2800" b="1" dirty="0">
                <a:solidFill>
                  <a:srgbClr val="CC00CC"/>
                </a:solidFill>
                <a:latin typeface="Angsana New" pitchFamily="18" charset="-34"/>
                <a:cs typeface="Angsana New" pitchFamily="18" charset="-34"/>
              </a:rPr>
              <a:t>: </a:t>
            </a:r>
            <a:r>
              <a:rPr lang="th-TH" sz="2800" b="1" dirty="0">
                <a:solidFill>
                  <a:srgbClr val="CC00CC"/>
                </a:solidFill>
                <a:latin typeface="Angsana New" pitchFamily="18" charset="-34"/>
                <a:cs typeface="Angsana New" pitchFamily="18" charset="-34"/>
              </a:rPr>
              <a:t>เพศของทารกแรกเกิด</a:t>
            </a:r>
          </a:p>
        </p:txBody>
      </p:sp>
      <p:sp>
        <p:nvSpPr>
          <p:cNvPr id="83" name="Rectangle 48"/>
          <p:cNvSpPr>
            <a:spLocks noChangeArrowheads="1"/>
          </p:cNvSpPr>
          <p:nvPr/>
        </p:nvSpPr>
        <p:spPr bwMode="auto">
          <a:xfrm>
            <a:off x="3352800" y="5227675"/>
            <a:ext cx="2714626" cy="471380"/>
          </a:xfrm>
          <a:prstGeom prst="rect">
            <a:avLst/>
          </a:prstGeom>
          <a:noFill/>
          <a:ln w="9525">
            <a:noFill/>
            <a:miter lim="800000"/>
            <a:headEnd/>
            <a:tailEnd/>
          </a:ln>
        </p:spPr>
        <p:txBody>
          <a:bodyPr/>
          <a:lstStyle/>
          <a:p>
            <a:pPr>
              <a:lnSpc>
                <a:spcPct val="90000"/>
              </a:lnSpc>
              <a:tabLst>
                <a:tab pos="457200" algn="l"/>
              </a:tabLst>
            </a:pPr>
            <a:r>
              <a:rPr lang="en-US" b="1" dirty="0">
                <a:solidFill>
                  <a:srgbClr val="0000FF"/>
                </a:solidFill>
                <a:latin typeface="Angsana New" pitchFamily="18" charset="-34"/>
                <a:cs typeface="Angsana New" pitchFamily="18" charset="-34"/>
              </a:rPr>
              <a:t>=&gt;  S = {</a:t>
            </a:r>
            <a:r>
              <a:rPr lang="th-TH" b="1" dirty="0">
                <a:solidFill>
                  <a:srgbClr val="0000FF"/>
                </a:solidFill>
                <a:latin typeface="Angsana New" pitchFamily="18" charset="-34"/>
                <a:cs typeface="Angsana New" pitchFamily="18" charset="-34"/>
              </a:rPr>
              <a:t>ชาย</a:t>
            </a:r>
            <a:r>
              <a:rPr lang="en-US" b="1" dirty="0">
                <a:solidFill>
                  <a:srgbClr val="0000FF"/>
                </a:solidFill>
                <a:latin typeface="Angsana New" pitchFamily="18" charset="-34"/>
                <a:cs typeface="Angsana New" pitchFamily="18" charset="-34"/>
              </a:rPr>
              <a:t>, </a:t>
            </a:r>
            <a:r>
              <a:rPr lang="th-TH" b="1" dirty="0">
                <a:solidFill>
                  <a:srgbClr val="0000FF"/>
                </a:solidFill>
                <a:latin typeface="Angsana New" pitchFamily="18" charset="-34"/>
                <a:cs typeface="Angsana New" pitchFamily="18" charset="-34"/>
              </a:rPr>
              <a:t>หญิง</a:t>
            </a:r>
            <a:r>
              <a:rPr lang="en-US" b="1" dirty="0">
                <a:solidFill>
                  <a:srgbClr val="0000FF"/>
                </a:solidFill>
                <a:latin typeface="Angsana New" pitchFamily="18" charset="-34"/>
                <a:cs typeface="Angsana New" pitchFamily="18" charset="-34"/>
              </a:rPr>
              <a:t>}   </a:t>
            </a:r>
            <a:endParaRPr lang="en-US" b="1" dirty="0">
              <a:solidFill>
                <a:srgbClr val="5A3600"/>
              </a:solidFill>
              <a:latin typeface="Angsana New" pitchFamily="18" charset="-34"/>
              <a:cs typeface="Angsana New" pitchFamily="18" charset="-34"/>
            </a:endParaRPr>
          </a:p>
        </p:txBody>
      </p:sp>
      <p:sp>
        <p:nvSpPr>
          <p:cNvPr id="85" name="Rectangle 2"/>
          <p:cNvSpPr txBox="1">
            <a:spLocks noChangeArrowheads="1"/>
          </p:cNvSpPr>
          <p:nvPr/>
        </p:nvSpPr>
        <p:spPr>
          <a:xfrm>
            <a:off x="141074" y="5745127"/>
            <a:ext cx="5611182" cy="56706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pPr>
            <a:r>
              <a:rPr lang="th-TH" sz="2800" b="1" dirty="0">
                <a:solidFill>
                  <a:srgbClr val="CC00CC"/>
                </a:solidFill>
                <a:latin typeface="Angsana New" pitchFamily="18" charset="-34"/>
                <a:cs typeface="Angsana New" pitchFamily="18" charset="-34"/>
              </a:rPr>
              <a:t>ตัวอย่าง </a:t>
            </a:r>
            <a:r>
              <a:rPr lang="en-US" sz="2800" b="1" dirty="0">
                <a:solidFill>
                  <a:srgbClr val="CC00CC"/>
                </a:solidFill>
                <a:latin typeface="Angsana New" pitchFamily="18" charset="-34"/>
                <a:cs typeface="Angsana New" pitchFamily="18" charset="-34"/>
              </a:rPr>
              <a:t>: </a:t>
            </a:r>
            <a:r>
              <a:rPr lang="th-TH" sz="2800" b="1" dirty="0">
                <a:solidFill>
                  <a:srgbClr val="CC00CC"/>
                </a:solidFill>
                <a:latin typeface="Angsana New" pitchFamily="18" charset="-34"/>
                <a:cs typeface="Angsana New" pitchFamily="18" charset="-34"/>
              </a:rPr>
              <a:t>อายุการใช้งานของเครื่องไฟฟ้า</a:t>
            </a:r>
          </a:p>
        </p:txBody>
      </p:sp>
      <p:sp>
        <p:nvSpPr>
          <p:cNvPr id="86" name="Rectangle 48"/>
          <p:cNvSpPr>
            <a:spLocks noChangeArrowheads="1"/>
          </p:cNvSpPr>
          <p:nvPr/>
        </p:nvSpPr>
        <p:spPr bwMode="auto">
          <a:xfrm>
            <a:off x="4374584" y="5781815"/>
            <a:ext cx="3674042" cy="512660"/>
          </a:xfrm>
          <a:prstGeom prst="rect">
            <a:avLst/>
          </a:prstGeom>
          <a:noFill/>
          <a:ln w="9525">
            <a:noFill/>
            <a:miter lim="800000"/>
            <a:headEnd/>
            <a:tailEnd/>
          </a:ln>
        </p:spPr>
        <p:txBody>
          <a:bodyPr/>
          <a:lstStyle/>
          <a:p>
            <a:pPr>
              <a:lnSpc>
                <a:spcPct val="90000"/>
              </a:lnSpc>
              <a:tabLst>
                <a:tab pos="457200" algn="l"/>
              </a:tabLst>
            </a:pPr>
            <a:r>
              <a:rPr lang="en-US" b="1" dirty="0">
                <a:solidFill>
                  <a:srgbClr val="0000FF"/>
                </a:solidFill>
                <a:latin typeface="Angsana New" pitchFamily="18" charset="-34"/>
                <a:cs typeface="Angsana New" pitchFamily="18" charset="-34"/>
              </a:rPr>
              <a:t>=&gt; S = {</a:t>
            </a:r>
            <a:r>
              <a:rPr lang="en-US" b="1" i="1" dirty="0">
                <a:solidFill>
                  <a:srgbClr val="0000FF"/>
                </a:solidFill>
                <a:latin typeface="Angsana New" pitchFamily="18" charset="-34"/>
                <a:cs typeface="Angsana New" pitchFamily="18" charset="-34"/>
              </a:rPr>
              <a:t>x</a:t>
            </a:r>
            <a:r>
              <a:rPr lang="en-US" b="1" dirty="0">
                <a:solidFill>
                  <a:srgbClr val="0000FF"/>
                </a:solidFill>
                <a:latin typeface="Angsana New" pitchFamily="18" charset="-34"/>
                <a:cs typeface="Angsana New" pitchFamily="18" charset="-34"/>
              </a:rPr>
              <a:t> : </a:t>
            </a:r>
            <a:r>
              <a:rPr lang="en-US" b="1" i="1" dirty="0">
                <a:solidFill>
                  <a:srgbClr val="0000FF"/>
                </a:solidFill>
                <a:latin typeface="Angsana New" pitchFamily="18" charset="-34"/>
                <a:cs typeface="Angsana New" pitchFamily="18" charset="-34"/>
              </a:rPr>
              <a:t>x</a:t>
            </a:r>
            <a:r>
              <a:rPr lang="en-US" b="1" dirty="0">
                <a:solidFill>
                  <a:srgbClr val="0000FF"/>
                </a:solidFill>
                <a:latin typeface="Angsana New" pitchFamily="18" charset="-34"/>
                <a:cs typeface="Angsana New" pitchFamily="18" charset="-34"/>
              </a:rPr>
              <a:t> </a:t>
            </a:r>
            <a:r>
              <a:rPr lang="en-US" b="1" u="sng" dirty="0">
                <a:solidFill>
                  <a:srgbClr val="0000FF"/>
                </a:solidFill>
                <a:latin typeface="Angsana New" pitchFamily="18" charset="-34"/>
                <a:cs typeface="Angsana New" pitchFamily="18" charset="-34"/>
              </a:rPr>
              <a:t>&gt;</a:t>
            </a:r>
            <a:r>
              <a:rPr lang="en-US" b="1" dirty="0">
                <a:solidFill>
                  <a:srgbClr val="0000FF"/>
                </a:solidFill>
                <a:latin typeface="Angsana New" pitchFamily="18" charset="-34"/>
                <a:cs typeface="Angsana New" pitchFamily="18" charset="-34"/>
              </a:rPr>
              <a:t> 0 </a:t>
            </a:r>
            <a:r>
              <a:rPr lang="th-TH" b="1" dirty="0">
                <a:solidFill>
                  <a:srgbClr val="0000FF"/>
                </a:solidFill>
                <a:latin typeface="Angsana New" pitchFamily="18" charset="-34"/>
                <a:cs typeface="Angsana New" pitchFamily="18" charset="-34"/>
              </a:rPr>
              <a:t>ชั่วโมง</a:t>
            </a:r>
            <a:r>
              <a:rPr lang="en-US" b="1" dirty="0">
                <a:solidFill>
                  <a:srgbClr val="0000FF"/>
                </a:solidFill>
                <a:latin typeface="Angsana New" pitchFamily="18" charset="-34"/>
                <a:cs typeface="Angsana New" pitchFamily="18" charset="-34"/>
              </a:rPr>
              <a:t>}   </a:t>
            </a:r>
            <a:endParaRPr lang="en-US" b="1" dirty="0">
              <a:solidFill>
                <a:srgbClr val="5A3600"/>
              </a:solidFill>
              <a:latin typeface="Angsana New" pitchFamily="18" charset="-34"/>
              <a:cs typeface="Angsana New" pitchFamily="18" charset="-34"/>
            </a:endParaRPr>
          </a:p>
        </p:txBody>
      </p:sp>
      <p:sp>
        <p:nvSpPr>
          <p:cNvPr id="88" name="Rectangle 2"/>
          <p:cNvSpPr txBox="1">
            <a:spLocks noChangeArrowheads="1"/>
          </p:cNvSpPr>
          <p:nvPr/>
        </p:nvSpPr>
        <p:spPr>
          <a:xfrm>
            <a:off x="139995" y="6269665"/>
            <a:ext cx="5803605" cy="56706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th-TH" sz="2800" b="1" dirty="0">
              <a:solidFill>
                <a:srgbClr val="CC00CC"/>
              </a:solidFill>
              <a:latin typeface="Angsana New" pitchFamily="18" charset="-34"/>
              <a:cs typeface="Angsana New" pitchFamily="18" charset="-34"/>
            </a:endParaRPr>
          </a:p>
        </p:txBody>
      </p:sp>
      <p:sp>
        <p:nvSpPr>
          <p:cNvPr id="89" name="Rectangle 48"/>
          <p:cNvSpPr>
            <a:spLocks noChangeArrowheads="1"/>
          </p:cNvSpPr>
          <p:nvPr/>
        </p:nvSpPr>
        <p:spPr bwMode="auto">
          <a:xfrm>
            <a:off x="4775453" y="6312196"/>
            <a:ext cx="2282573" cy="492642"/>
          </a:xfrm>
          <a:prstGeom prst="rect">
            <a:avLst/>
          </a:prstGeom>
          <a:noFill/>
          <a:ln w="9525">
            <a:noFill/>
            <a:miter lim="800000"/>
            <a:headEnd/>
            <a:tailEnd/>
          </a:ln>
        </p:spPr>
        <p:txBody>
          <a:bodyPr/>
          <a:lstStyle/>
          <a:p>
            <a:pPr>
              <a:lnSpc>
                <a:spcPct val="90000"/>
              </a:lnSpc>
              <a:tabLst>
                <a:tab pos="457200" algn="l"/>
              </a:tabLst>
            </a:pPr>
            <a:endParaRPr lang="en-US" b="1" dirty="0">
              <a:solidFill>
                <a:srgbClr val="FF0000"/>
              </a:solidFill>
              <a:latin typeface="Angsana New" pitchFamily="18" charset="-34"/>
              <a:cs typeface="Angsana New" pitchFamily="18" charset="-34"/>
            </a:endParaRPr>
          </a:p>
        </p:txBody>
      </p:sp>
      <p:sp>
        <p:nvSpPr>
          <p:cNvPr id="2" name="Slide Number Placeholder 1">
            <a:extLst>
              <a:ext uri="{FF2B5EF4-FFF2-40B4-BE49-F238E27FC236}">
                <a16:creationId xmlns:a16="http://schemas.microsoft.com/office/drawing/2014/main" id="{2A0F873E-5994-4DD6-A91D-F8D0DAB423FA}"/>
              </a:ext>
            </a:extLst>
          </p:cNvPr>
          <p:cNvSpPr>
            <a:spLocks noGrp="1"/>
          </p:cNvSpPr>
          <p:nvPr>
            <p:ph type="sldNum" sz="quarter" idx="12"/>
          </p:nvPr>
        </p:nvSpPr>
        <p:spPr/>
        <p:txBody>
          <a:bodyPr/>
          <a:lstStyle/>
          <a:p>
            <a:pPr>
              <a:defRPr/>
            </a:pPr>
            <a:fld id="{0598EADD-7714-4E0A-AD4B-AC83F9F5DA12}" type="slidenum">
              <a:rPr lang="en-US" smtClean="0"/>
              <a:pPr>
                <a:defRPr/>
              </a:pPr>
              <a:t>3</a:t>
            </a:fld>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wipe(left)">
                                      <p:cBhvr>
                                        <p:cTn id="7" dur="300"/>
                                        <p:tgtEl>
                                          <p:spTgt spid="5122"/>
                                        </p:tgtEl>
                                      </p:cBhvr>
                                    </p:animEffect>
                                  </p:childTnLst>
                                </p:cTn>
                              </p:par>
                            </p:childTnLst>
                          </p:cTn>
                        </p:par>
                        <p:par>
                          <p:cTn id="8" fill="hold">
                            <p:stCondLst>
                              <p:cond delay="300"/>
                            </p:stCondLst>
                            <p:childTnLst>
                              <p:par>
                                <p:cTn id="9" presetID="9" presetClass="entr" presetSubtype="0" fill="hold" grpId="0" nodeType="after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animEffect transition="in" filter="dissolve">
                                      <p:cBhvr>
                                        <p:cTn id="11" dur="300"/>
                                        <p:tgtEl>
                                          <p:spTgt spid="512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167">
                                            <p:txEl>
                                              <p:pRg st="0" end="0"/>
                                            </p:txEl>
                                          </p:spTgt>
                                        </p:tgtEl>
                                        <p:attrNameLst>
                                          <p:attrName>style.visibility</p:attrName>
                                        </p:attrNameLst>
                                      </p:cBhvr>
                                      <p:to>
                                        <p:strVal val="visible"/>
                                      </p:to>
                                    </p:set>
                                    <p:animEffect transition="in" filter="wipe(left)">
                                      <p:cBhvr>
                                        <p:cTn id="16" dur="300"/>
                                        <p:tgtEl>
                                          <p:spTgt spid="5167">
                                            <p:txEl>
                                              <p:pRg st="0" end="0"/>
                                            </p:txEl>
                                          </p:spTgt>
                                        </p:tgtEl>
                                      </p:cBhvr>
                                    </p:animEffect>
                                  </p:childTnLst>
                                </p:cTn>
                              </p:par>
                            </p:childTnLst>
                          </p:cTn>
                        </p:par>
                        <p:par>
                          <p:cTn id="17" fill="hold">
                            <p:stCondLst>
                              <p:cond delay="300"/>
                            </p:stCondLst>
                            <p:childTnLst>
                              <p:par>
                                <p:cTn id="18" presetID="9" presetClass="entr" presetSubtype="0" fill="hold" grpId="0" nodeType="afterEffect">
                                  <p:stCondLst>
                                    <p:cond delay="0"/>
                                  </p:stCondLst>
                                  <p:childTnLst>
                                    <p:set>
                                      <p:cBhvr>
                                        <p:cTn id="19" dur="1" fill="hold">
                                          <p:stCondLst>
                                            <p:cond delay="0"/>
                                          </p:stCondLst>
                                        </p:cTn>
                                        <p:tgtEl>
                                          <p:spTgt spid="5172">
                                            <p:txEl>
                                              <p:pRg st="0" end="0"/>
                                            </p:txEl>
                                          </p:spTgt>
                                        </p:tgtEl>
                                        <p:attrNameLst>
                                          <p:attrName>style.visibility</p:attrName>
                                        </p:attrNameLst>
                                      </p:cBhvr>
                                      <p:to>
                                        <p:strVal val="visible"/>
                                      </p:to>
                                    </p:set>
                                    <p:animEffect transition="in" filter="dissolve">
                                      <p:cBhvr>
                                        <p:cTn id="20" dur="300"/>
                                        <p:tgtEl>
                                          <p:spTgt spid="517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300"/>
                                        <p:tgtEl>
                                          <p:spTgt spid="8"/>
                                        </p:tgtEl>
                                      </p:cBhvr>
                                    </p:animEffect>
                                  </p:childTnLst>
                                </p:cTn>
                              </p:par>
                            </p:childTnLst>
                          </p:cTn>
                        </p:par>
                        <p:par>
                          <p:cTn id="26" fill="hold">
                            <p:stCondLst>
                              <p:cond delay="300"/>
                            </p:stCondLst>
                            <p:childTnLst>
                              <p:par>
                                <p:cTn id="27" presetID="22" presetClass="entr" presetSubtype="1" fill="hold" grpId="0" nodeType="afterEffect">
                                  <p:stCondLst>
                                    <p:cond delay="0"/>
                                  </p:stCondLst>
                                  <p:childTnLst>
                                    <p:set>
                                      <p:cBhvr>
                                        <p:cTn id="28" dur="1" fill="hold">
                                          <p:stCondLst>
                                            <p:cond delay="0"/>
                                          </p:stCondLst>
                                        </p:cTn>
                                        <p:tgtEl>
                                          <p:spTgt spid="5124"/>
                                        </p:tgtEl>
                                        <p:attrNameLst>
                                          <p:attrName>style.visibility</p:attrName>
                                        </p:attrNameLst>
                                      </p:cBhvr>
                                      <p:to>
                                        <p:strVal val="visible"/>
                                      </p:to>
                                    </p:set>
                                    <p:animEffect transition="in" filter="wipe(up)">
                                      <p:cBhvr>
                                        <p:cTn id="29" dur="300"/>
                                        <p:tgtEl>
                                          <p:spTgt spid="512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5171">
                                            <p:txEl>
                                              <p:pRg st="0" end="0"/>
                                            </p:txEl>
                                          </p:spTgt>
                                        </p:tgtEl>
                                        <p:attrNameLst>
                                          <p:attrName>style.visibility</p:attrName>
                                        </p:attrNameLst>
                                      </p:cBhvr>
                                      <p:to>
                                        <p:strVal val="visible"/>
                                      </p:to>
                                    </p:set>
                                    <p:animEffect transition="in" filter="dissolve">
                                      <p:cBhvr>
                                        <p:cTn id="34" dur="300"/>
                                        <p:tgtEl>
                                          <p:spTgt spid="5171">
                                            <p:txEl>
                                              <p:pRg st="0" end="0"/>
                                            </p:txEl>
                                          </p:spTgt>
                                        </p:tgtEl>
                                      </p:cBhvr>
                                    </p:animEffect>
                                  </p:childTnLst>
                                </p:cTn>
                              </p:par>
                            </p:childTnLst>
                          </p:cTn>
                        </p:par>
                        <p:par>
                          <p:cTn id="35" fill="hold">
                            <p:stCondLst>
                              <p:cond delay="300"/>
                            </p:stCondLst>
                            <p:childTnLst>
                              <p:par>
                                <p:cTn id="36" presetID="22" presetClass="entr" presetSubtype="8" fill="hold" grpId="0" nodeType="afterEffect">
                                  <p:stCondLst>
                                    <p:cond delay="0"/>
                                  </p:stCondLst>
                                  <p:childTnLst>
                                    <p:set>
                                      <p:cBhvr>
                                        <p:cTn id="37" dur="1" fill="hold">
                                          <p:stCondLst>
                                            <p:cond delay="0"/>
                                          </p:stCondLst>
                                        </p:cTn>
                                        <p:tgtEl>
                                          <p:spTgt spid="5168">
                                            <p:txEl>
                                              <p:pRg st="0" end="0"/>
                                            </p:txEl>
                                          </p:spTgt>
                                        </p:tgtEl>
                                        <p:attrNameLst>
                                          <p:attrName>style.visibility</p:attrName>
                                        </p:attrNameLst>
                                      </p:cBhvr>
                                      <p:to>
                                        <p:strVal val="visible"/>
                                      </p:to>
                                    </p:set>
                                    <p:animEffect transition="in" filter="wipe(left)">
                                      <p:cBhvr>
                                        <p:cTn id="38" dur="300"/>
                                        <p:tgtEl>
                                          <p:spTgt spid="5168">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5170">
                                            <p:txEl>
                                              <p:pRg st="0" end="0"/>
                                            </p:txEl>
                                          </p:spTgt>
                                        </p:tgtEl>
                                        <p:attrNameLst>
                                          <p:attrName>style.visibility</p:attrName>
                                        </p:attrNameLst>
                                      </p:cBhvr>
                                      <p:to>
                                        <p:strVal val="visible"/>
                                      </p:to>
                                    </p:set>
                                    <p:animEffect transition="in" filter="dissolve">
                                      <p:cBhvr>
                                        <p:cTn id="43" dur="300"/>
                                        <p:tgtEl>
                                          <p:spTgt spid="5170">
                                            <p:txEl>
                                              <p:pRg st="0" end="0"/>
                                            </p:txEl>
                                          </p:spTgt>
                                        </p:tgtEl>
                                      </p:cBhvr>
                                    </p:animEffect>
                                  </p:childTnLst>
                                </p:cTn>
                              </p:par>
                            </p:childTnLst>
                          </p:cTn>
                        </p:par>
                        <p:par>
                          <p:cTn id="44" fill="hold">
                            <p:stCondLst>
                              <p:cond delay="300"/>
                            </p:stCondLst>
                            <p:childTnLst>
                              <p:par>
                                <p:cTn id="45" presetID="22" presetClass="entr" presetSubtype="8" fill="hold" grpId="0" nodeType="afterEffect">
                                  <p:stCondLst>
                                    <p:cond delay="0"/>
                                  </p:stCondLst>
                                  <p:childTnLst>
                                    <p:set>
                                      <p:cBhvr>
                                        <p:cTn id="46" dur="1" fill="hold">
                                          <p:stCondLst>
                                            <p:cond delay="0"/>
                                          </p:stCondLst>
                                        </p:cTn>
                                        <p:tgtEl>
                                          <p:spTgt spid="5125">
                                            <p:txEl>
                                              <p:pRg st="0" end="0"/>
                                            </p:txEl>
                                          </p:spTgt>
                                        </p:tgtEl>
                                        <p:attrNameLst>
                                          <p:attrName>style.visibility</p:attrName>
                                        </p:attrNameLst>
                                      </p:cBhvr>
                                      <p:to>
                                        <p:strVal val="visible"/>
                                      </p:to>
                                    </p:set>
                                    <p:animEffect transition="in" filter="wipe(left)">
                                      <p:cBhvr>
                                        <p:cTn id="47" dur="300"/>
                                        <p:tgtEl>
                                          <p:spTgt spid="5125">
                                            <p:txEl>
                                              <p:pRg st="0" end="0"/>
                                            </p:txEl>
                                          </p:spTgt>
                                        </p:tgtEl>
                                      </p:cBhvr>
                                    </p:animEffect>
                                  </p:childTnLst>
                                </p:cTn>
                              </p:par>
                            </p:childTnLst>
                          </p:cTn>
                        </p:par>
                        <p:par>
                          <p:cTn id="48" fill="hold">
                            <p:stCondLst>
                              <p:cond delay="600"/>
                            </p:stCondLst>
                            <p:childTnLst>
                              <p:par>
                                <p:cTn id="49" presetID="22" presetClass="entr" presetSubtype="8" fill="hold" grpId="0" nodeType="afterEffect">
                                  <p:stCondLst>
                                    <p:cond delay="0"/>
                                  </p:stCondLst>
                                  <p:childTnLst>
                                    <p:set>
                                      <p:cBhvr>
                                        <p:cTn id="50" dur="1" fill="hold">
                                          <p:stCondLst>
                                            <p:cond delay="0"/>
                                          </p:stCondLst>
                                        </p:cTn>
                                        <p:tgtEl>
                                          <p:spTgt spid="5125">
                                            <p:txEl>
                                              <p:pRg st="1" end="1"/>
                                            </p:txEl>
                                          </p:spTgt>
                                        </p:tgtEl>
                                        <p:attrNameLst>
                                          <p:attrName>style.visibility</p:attrName>
                                        </p:attrNameLst>
                                      </p:cBhvr>
                                      <p:to>
                                        <p:strVal val="visible"/>
                                      </p:to>
                                    </p:set>
                                    <p:animEffect transition="in" filter="wipe(left)">
                                      <p:cBhvr>
                                        <p:cTn id="51" dur="300"/>
                                        <p:tgtEl>
                                          <p:spTgt spid="5125">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wipe(left)">
                                      <p:cBhvr>
                                        <p:cTn id="56" dur="300"/>
                                        <p:tgtEl>
                                          <p:spTgt spid="41"/>
                                        </p:tgtEl>
                                      </p:cBhvr>
                                    </p:animEffect>
                                  </p:childTnLst>
                                </p:cTn>
                              </p:par>
                            </p:childTnLst>
                          </p:cTn>
                        </p:par>
                        <p:par>
                          <p:cTn id="57" fill="hold">
                            <p:stCondLst>
                              <p:cond delay="300"/>
                            </p:stCondLst>
                            <p:childTnLst>
                              <p:par>
                                <p:cTn id="58" presetID="9" presetClass="entr" presetSubtype="0" fill="hold" grpId="0" nodeType="afterEffect">
                                  <p:stCondLst>
                                    <p:cond delay="0"/>
                                  </p:stCondLst>
                                  <p:childTnLst>
                                    <p:set>
                                      <p:cBhvr>
                                        <p:cTn id="59" dur="1" fill="hold">
                                          <p:stCondLst>
                                            <p:cond delay="0"/>
                                          </p:stCondLst>
                                        </p:cTn>
                                        <p:tgtEl>
                                          <p:spTgt spid="77">
                                            <p:txEl>
                                              <p:pRg st="0" end="0"/>
                                            </p:txEl>
                                          </p:spTgt>
                                        </p:tgtEl>
                                        <p:attrNameLst>
                                          <p:attrName>style.visibility</p:attrName>
                                        </p:attrNameLst>
                                      </p:cBhvr>
                                      <p:to>
                                        <p:strVal val="visible"/>
                                      </p:to>
                                    </p:set>
                                    <p:animEffect transition="in" filter="dissolve">
                                      <p:cBhvr>
                                        <p:cTn id="60" dur="300"/>
                                        <p:tgtEl>
                                          <p:spTgt spid="77">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44"/>
                                        </p:tgtEl>
                                        <p:attrNameLst>
                                          <p:attrName>style.visibility</p:attrName>
                                        </p:attrNameLst>
                                      </p:cBhvr>
                                      <p:to>
                                        <p:strVal val="visible"/>
                                      </p:to>
                                    </p:set>
                                    <p:animEffect transition="in" filter="wipe(left)">
                                      <p:cBhvr>
                                        <p:cTn id="65" dur="300"/>
                                        <p:tgtEl>
                                          <p:spTgt spid="44"/>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76">
                                            <p:txEl>
                                              <p:pRg st="0" end="0"/>
                                            </p:txEl>
                                          </p:spTgt>
                                        </p:tgtEl>
                                        <p:attrNameLst>
                                          <p:attrName>style.visibility</p:attrName>
                                        </p:attrNameLst>
                                      </p:cBhvr>
                                      <p:to>
                                        <p:strVal val="visible"/>
                                      </p:to>
                                    </p:set>
                                    <p:animEffect transition="in" filter="dissolve">
                                      <p:cBhvr>
                                        <p:cTn id="70" dur="300"/>
                                        <p:tgtEl>
                                          <p:spTgt spid="76">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74">
                                            <p:txEl>
                                              <p:pRg st="0" end="0"/>
                                            </p:txEl>
                                          </p:spTgt>
                                        </p:tgtEl>
                                        <p:attrNameLst>
                                          <p:attrName>style.visibility</p:attrName>
                                        </p:attrNameLst>
                                      </p:cBhvr>
                                      <p:to>
                                        <p:strVal val="visible"/>
                                      </p:to>
                                    </p:set>
                                    <p:animEffect transition="in" filter="wipe(left)">
                                      <p:cBhvr>
                                        <p:cTn id="75" dur="300"/>
                                        <p:tgtEl>
                                          <p:spTgt spid="74">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75">
                                            <p:txEl>
                                              <p:pRg st="0" end="0"/>
                                            </p:txEl>
                                          </p:spTgt>
                                        </p:tgtEl>
                                        <p:attrNameLst>
                                          <p:attrName>style.visibility</p:attrName>
                                        </p:attrNameLst>
                                      </p:cBhvr>
                                      <p:to>
                                        <p:strVal val="visible"/>
                                      </p:to>
                                    </p:set>
                                    <p:animEffect transition="in" filter="dissolve">
                                      <p:cBhvr>
                                        <p:cTn id="80" dur="300"/>
                                        <p:tgtEl>
                                          <p:spTgt spid="75">
                                            <p:txEl>
                                              <p:pRg st="0" end="0"/>
                                            </p:txEl>
                                          </p:spTgt>
                                        </p:tgtEl>
                                      </p:cBhvr>
                                    </p:animEffect>
                                  </p:childTnLst>
                                </p:cTn>
                              </p:par>
                            </p:childTnLst>
                          </p:cTn>
                        </p:par>
                        <p:par>
                          <p:cTn id="81" fill="hold">
                            <p:stCondLst>
                              <p:cond delay="300"/>
                            </p:stCondLst>
                            <p:childTnLst>
                              <p:par>
                                <p:cTn id="82" presetID="22" presetClass="entr" presetSubtype="8" fill="hold" grpId="0" nodeType="afterEffect">
                                  <p:stCondLst>
                                    <p:cond delay="0"/>
                                  </p:stCondLst>
                                  <p:childTnLst>
                                    <p:set>
                                      <p:cBhvr>
                                        <p:cTn id="83" dur="1" fill="hold">
                                          <p:stCondLst>
                                            <p:cond delay="0"/>
                                          </p:stCondLst>
                                        </p:cTn>
                                        <p:tgtEl>
                                          <p:spTgt spid="43">
                                            <p:txEl>
                                              <p:pRg st="0" end="0"/>
                                            </p:txEl>
                                          </p:spTgt>
                                        </p:tgtEl>
                                        <p:attrNameLst>
                                          <p:attrName>style.visibility</p:attrName>
                                        </p:attrNameLst>
                                      </p:cBhvr>
                                      <p:to>
                                        <p:strVal val="visible"/>
                                      </p:to>
                                    </p:set>
                                    <p:animEffect transition="in" filter="wipe(left)">
                                      <p:cBhvr>
                                        <p:cTn id="84" dur="300"/>
                                        <p:tgtEl>
                                          <p:spTgt spid="43">
                                            <p:txEl>
                                              <p:pRg st="0" end="0"/>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80">
                                            <p:txEl>
                                              <p:pRg st="0" end="0"/>
                                            </p:txEl>
                                          </p:spTgt>
                                        </p:tgtEl>
                                        <p:attrNameLst>
                                          <p:attrName>style.visibility</p:attrName>
                                        </p:attrNameLst>
                                      </p:cBhvr>
                                      <p:to>
                                        <p:strVal val="visible"/>
                                      </p:to>
                                    </p:set>
                                    <p:animEffect transition="in" filter="wipe(left)">
                                      <p:cBhvr>
                                        <p:cTn id="89" dur="300"/>
                                        <p:tgtEl>
                                          <p:spTgt spid="80">
                                            <p:txEl>
                                              <p:pRg st="0" end="0"/>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82"/>
                                        </p:tgtEl>
                                        <p:attrNameLst>
                                          <p:attrName>style.visibility</p:attrName>
                                        </p:attrNameLst>
                                      </p:cBhvr>
                                      <p:to>
                                        <p:strVal val="visible"/>
                                      </p:to>
                                    </p:set>
                                    <p:animEffect transition="in" filter="wipe(left)">
                                      <p:cBhvr>
                                        <p:cTn id="94" dur="300"/>
                                        <p:tgtEl>
                                          <p:spTgt spid="82"/>
                                        </p:tgtEl>
                                      </p:cBhvr>
                                    </p:animEffect>
                                  </p:childTnLst>
                                </p:cTn>
                              </p:par>
                            </p:childTnLst>
                          </p:cTn>
                        </p:par>
                        <p:par>
                          <p:cTn id="95" fill="hold">
                            <p:stCondLst>
                              <p:cond delay="300"/>
                            </p:stCondLst>
                            <p:childTnLst>
                              <p:par>
                                <p:cTn id="96" presetID="22" presetClass="entr" presetSubtype="8" fill="hold" grpId="0" nodeType="afterEffect">
                                  <p:stCondLst>
                                    <p:cond delay="0"/>
                                  </p:stCondLst>
                                  <p:childTnLst>
                                    <p:set>
                                      <p:cBhvr>
                                        <p:cTn id="97" dur="1" fill="hold">
                                          <p:stCondLst>
                                            <p:cond delay="0"/>
                                          </p:stCondLst>
                                        </p:cTn>
                                        <p:tgtEl>
                                          <p:spTgt spid="83">
                                            <p:txEl>
                                              <p:pRg st="0" end="0"/>
                                            </p:txEl>
                                          </p:spTgt>
                                        </p:tgtEl>
                                        <p:attrNameLst>
                                          <p:attrName>style.visibility</p:attrName>
                                        </p:attrNameLst>
                                      </p:cBhvr>
                                      <p:to>
                                        <p:strVal val="visible"/>
                                      </p:to>
                                    </p:set>
                                    <p:animEffect transition="in" filter="wipe(left)">
                                      <p:cBhvr>
                                        <p:cTn id="98" dur="300"/>
                                        <p:tgtEl>
                                          <p:spTgt spid="83">
                                            <p:txEl>
                                              <p:pRg st="0" end="0"/>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85"/>
                                        </p:tgtEl>
                                        <p:attrNameLst>
                                          <p:attrName>style.visibility</p:attrName>
                                        </p:attrNameLst>
                                      </p:cBhvr>
                                      <p:to>
                                        <p:strVal val="visible"/>
                                      </p:to>
                                    </p:set>
                                    <p:animEffect transition="in" filter="wipe(left)">
                                      <p:cBhvr>
                                        <p:cTn id="103" dur="300"/>
                                        <p:tgtEl>
                                          <p:spTgt spid="85"/>
                                        </p:tgtEl>
                                      </p:cBhvr>
                                    </p:animEffect>
                                  </p:childTnLst>
                                </p:cTn>
                              </p:par>
                            </p:childTnLst>
                          </p:cTn>
                        </p:par>
                        <p:par>
                          <p:cTn id="104" fill="hold">
                            <p:stCondLst>
                              <p:cond delay="300"/>
                            </p:stCondLst>
                            <p:childTnLst>
                              <p:par>
                                <p:cTn id="105" presetID="22" presetClass="entr" presetSubtype="8" fill="hold" grpId="0" nodeType="afterEffect">
                                  <p:stCondLst>
                                    <p:cond delay="0"/>
                                  </p:stCondLst>
                                  <p:childTnLst>
                                    <p:set>
                                      <p:cBhvr>
                                        <p:cTn id="106" dur="1" fill="hold">
                                          <p:stCondLst>
                                            <p:cond delay="0"/>
                                          </p:stCondLst>
                                        </p:cTn>
                                        <p:tgtEl>
                                          <p:spTgt spid="86">
                                            <p:txEl>
                                              <p:pRg st="0" end="0"/>
                                            </p:txEl>
                                          </p:spTgt>
                                        </p:tgtEl>
                                        <p:attrNameLst>
                                          <p:attrName>style.visibility</p:attrName>
                                        </p:attrNameLst>
                                      </p:cBhvr>
                                      <p:to>
                                        <p:strVal val="visible"/>
                                      </p:to>
                                    </p:set>
                                    <p:animEffect transition="in" filter="wipe(left)">
                                      <p:cBhvr>
                                        <p:cTn id="107" dur="300"/>
                                        <p:tgtEl>
                                          <p:spTgt spid="86">
                                            <p:txEl>
                                              <p:pRg st="0" end="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nodePh="1">
                                  <p:stCondLst>
                                    <p:cond delay="0"/>
                                  </p:stCondLst>
                                  <p:endCondLst>
                                    <p:cond evt="begin" delay="0">
                                      <p:tn val="110"/>
                                    </p:cond>
                                  </p:endCondLst>
                                  <p:childTnLst>
                                    <p:set>
                                      <p:cBhvr>
                                        <p:cTn id="111" dur="1" fill="hold">
                                          <p:stCondLst>
                                            <p:cond delay="0"/>
                                          </p:stCondLst>
                                        </p:cTn>
                                        <p:tgtEl>
                                          <p:spTgt spid="88"/>
                                        </p:tgtEl>
                                        <p:attrNameLst>
                                          <p:attrName>style.visibility</p:attrName>
                                        </p:attrNameLst>
                                      </p:cBhvr>
                                      <p:to>
                                        <p:strVal val="visible"/>
                                      </p:to>
                                    </p:set>
                                    <p:animEffect transition="in" filter="wipe(left)">
                                      <p:cBhvr>
                                        <p:cTn id="112" dur="300"/>
                                        <p:tgtEl>
                                          <p:spTgt spid="88"/>
                                        </p:tgtEl>
                                      </p:cBhvr>
                                    </p:animEffect>
                                  </p:childTnLst>
                                </p:cTn>
                              </p:par>
                            </p:childTnLst>
                          </p:cTn>
                        </p:par>
                        <p:par>
                          <p:cTn id="113" fill="hold">
                            <p:stCondLst>
                              <p:cond delay="300"/>
                            </p:stCondLst>
                            <p:childTnLst>
                              <p:par>
                                <p:cTn id="114" presetID="22" presetClass="entr" presetSubtype="8" fill="hold" grpId="0" nodeType="afterEffect" nodePh="1">
                                  <p:stCondLst>
                                    <p:cond delay="0"/>
                                  </p:stCondLst>
                                  <p:endCondLst>
                                    <p:cond evt="begin" delay="0">
                                      <p:tn val="114"/>
                                    </p:cond>
                                  </p:endCondLst>
                                  <p:childTnLst>
                                    <p:set>
                                      <p:cBhvr>
                                        <p:cTn id="115" dur="1" fill="hold">
                                          <p:stCondLst>
                                            <p:cond delay="0"/>
                                          </p:stCondLst>
                                        </p:cTn>
                                        <p:tgtEl>
                                          <p:spTgt spid="89">
                                            <p:txEl>
                                              <p:pRg st="0" end="0"/>
                                            </p:txEl>
                                          </p:spTgt>
                                        </p:tgtEl>
                                        <p:attrNameLst>
                                          <p:attrName>style.visibility</p:attrName>
                                        </p:attrNameLst>
                                      </p:cBhvr>
                                      <p:to>
                                        <p:strVal val="visible"/>
                                      </p:to>
                                    </p:set>
                                    <p:animEffect transition="in" filter="wipe(left)">
                                      <p:cBhvr>
                                        <p:cTn id="116" dur="300"/>
                                        <p:tgtEl>
                                          <p:spTgt spid="8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5123" grpId="0" build="p"/>
      <p:bldP spid="5125" grpId="0" uiExpand="1" build="p"/>
      <p:bldP spid="5124" grpId="0"/>
      <p:bldP spid="5167" grpId="0" build="p"/>
      <p:bldP spid="5168" grpId="0" build="p"/>
      <p:bldP spid="5170" grpId="0" build="p"/>
      <p:bldP spid="5171" grpId="0" build="p"/>
      <p:bldP spid="5172" grpId="0" build="p"/>
      <p:bldP spid="41" grpId="0"/>
      <p:bldP spid="43" grpId="0" build="p"/>
      <p:bldP spid="44" grpId="0"/>
      <p:bldP spid="74" grpId="0" build="p"/>
      <p:bldP spid="75" grpId="0" build="p"/>
      <p:bldP spid="76" grpId="0" build="p"/>
      <p:bldP spid="77" grpId="0" build="p"/>
      <p:bldP spid="80" grpId="0" build="p"/>
      <p:bldP spid="82" grpId="0"/>
      <p:bldP spid="83" grpId="0" build="p"/>
      <p:bldP spid="85" grpId="0"/>
      <p:bldP spid="86" grpId="0" build="p"/>
      <p:bldP spid="88" grpId="0"/>
      <p:bldP spid="89" grpId="0" build="p"/>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 name="Rectangle 2"/>
          <p:cNvSpPr txBox="1">
            <a:spLocks noChangeArrowheads="1"/>
          </p:cNvSpPr>
          <p:nvPr/>
        </p:nvSpPr>
        <p:spPr bwMode="auto">
          <a:xfrm>
            <a:off x="0" y="76200"/>
            <a:ext cx="86868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algn="l" eaLnBrk="1" hangingPunct="1">
              <a:lnSpc>
                <a:spcPct val="90000"/>
              </a:lnSpc>
            </a:pPr>
            <a:r>
              <a:rPr lang="th-TH" sz="2800" b="1" kern="0" dirty="0">
                <a:solidFill>
                  <a:srgbClr val="CC00CC"/>
                </a:solidFill>
                <a:latin typeface="Angsana New" pitchFamily="18" charset="-34"/>
                <a:cs typeface="Angsana New" panose="02020603050405020304" pitchFamily="18" charset="-34"/>
              </a:rPr>
              <a:t>ตัวอย่าง </a:t>
            </a:r>
            <a:r>
              <a:rPr lang="en-US" sz="2800" b="1" kern="0" dirty="0">
                <a:solidFill>
                  <a:srgbClr val="CC00CC"/>
                </a:solidFill>
                <a:latin typeface="Angsana New" pitchFamily="18" charset="-34"/>
                <a:cs typeface="Angsana New" panose="02020603050405020304" pitchFamily="18" charset="-34"/>
              </a:rPr>
              <a:t>:</a:t>
            </a:r>
            <a:r>
              <a:rPr lang="th-TH" sz="2800" b="1" kern="0" dirty="0">
                <a:solidFill>
                  <a:srgbClr val="CC00CC"/>
                </a:solidFill>
                <a:latin typeface="Angsana New" pitchFamily="18" charset="-34"/>
                <a:cs typeface="Angsana New" panose="02020603050405020304" pitchFamily="18" charset="-34"/>
              </a:rPr>
              <a:t> สุขภาพของ</a:t>
            </a:r>
            <a:r>
              <a:rPr lang="th-TH" sz="2800" b="1" dirty="0">
                <a:solidFill>
                  <a:srgbClr val="CC00CC"/>
                </a:solidFill>
                <a:latin typeface="Angsana New" panose="02020603050405020304" pitchFamily="18" charset="-34"/>
              </a:rPr>
              <a:t>เกษตรกรที่ถือบัตรสวัสดิการแห่งรัฐ จังหวัดสุพรรณบุรี</a:t>
            </a:r>
            <a:endParaRPr lang="th-TH" sz="2800" b="1" kern="0" dirty="0">
              <a:solidFill>
                <a:srgbClr val="CC00CC"/>
              </a:solidFill>
              <a:latin typeface="Angsana New" pitchFamily="18" charset="-34"/>
              <a:cs typeface="Angsana New" panose="02020603050405020304" pitchFamily="18" charset="-34"/>
            </a:endParaRPr>
          </a:p>
        </p:txBody>
      </p:sp>
      <p:sp>
        <p:nvSpPr>
          <p:cNvPr id="42" name="Rectangle 3"/>
          <p:cNvSpPr txBox="1">
            <a:spLocks noChangeArrowheads="1"/>
          </p:cNvSpPr>
          <p:nvPr/>
        </p:nvSpPr>
        <p:spPr bwMode="auto">
          <a:xfrm>
            <a:off x="0" y="612775"/>
            <a:ext cx="2560638" cy="4126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cs typeface="+mn-cs"/>
              </a:defRPr>
            </a:lvl2pPr>
            <a:lvl3pPr marL="914400" indent="0" algn="ctr" rtl="0" eaLnBrk="0" fontAlgn="base" hangingPunct="0">
              <a:spcBef>
                <a:spcPct val="20000"/>
              </a:spcBef>
              <a:spcAft>
                <a:spcPct val="0"/>
              </a:spcAft>
              <a:buNone/>
              <a:defRPr sz="2400">
                <a:solidFill>
                  <a:schemeClr val="tx1"/>
                </a:solidFill>
                <a:latin typeface="+mn-lt"/>
                <a:cs typeface="+mn-cs"/>
              </a:defRPr>
            </a:lvl3pPr>
            <a:lvl4pPr marL="1371600" indent="0" algn="ctr" rtl="0" eaLnBrk="0" fontAlgn="base" hangingPunct="0">
              <a:spcBef>
                <a:spcPct val="20000"/>
              </a:spcBef>
              <a:spcAft>
                <a:spcPct val="0"/>
              </a:spcAft>
              <a:buNone/>
              <a:defRPr sz="2000">
                <a:solidFill>
                  <a:schemeClr val="tx1"/>
                </a:solidFill>
                <a:latin typeface="+mn-lt"/>
                <a:cs typeface="+mn-cs"/>
              </a:defRPr>
            </a:lvl4pPr>
            <a:lvl5pPr marL="1828800" indent="0" algn="ctr" rtl="0" eaLnBrk="0" fontAlgn="base" hangingPunct="0">
              <a:spcBef>
                <a:spcPct val="20000"/>
              </a:spcBef>
              <a:spcAft>
                <a:spcPct val="0"/>
              </a:spcAft>
              <a:buNone/>
              <a:defRPr sz="2000">
                <a:solidFill>
                  <a:schemeClr val="tx1"/>
                </a:solidFill>
                <a:latin typeface="+mn-lt"/>
                <a:cs typeface="+mn-cs"/>
              </a:defRPr>
            </a:lvl5pPr>
            <a:lvl6pPr marL="2286000" indent="0" algn="ctr" rtl="0" fontAlgn="base">
              <a:spcBef>
                <a:spcPct val="20000"/>
              </a:spcBef>
              <a:spcAft>
                <a:spcPct val="0"/>
              </a:spcAft>
              <a:buNone/>
              <a:defRPr sz="2000">
                <a:solidFill>
                  <a:schemeClr val="tx1"/>
                </a:solidFill>
                <a:latin typeface="+mn-lt"/>
                <a:cs typeface="+mn-cs"/>
              </a:defRPr>
            </a:lvl6pPr>
            <a:lvl7pPr marL="2743200" indent="0" algn="ctr" rtl="0" fontAlgn="base">
              <a:spcBef>
                <a:spcPct val="20000"/>
              </a:spcBef>
              <a:spcAft>
                <a:spcPct val="0"/>
              </a:spcAft>
              <a:buNone/>
              <a:defRPr sz="2000">
                <a:solidFill>
                  <a:schemeClr val="tx1"/>
                </a:solidFill>
                <a:latin typeface="+mn-lt"/>
                <a:cs typeface="+mn-cs"/>
              </a:defRPr>
            </a:lvl7pPr>
            <a:lvl8pPr marL="3200400" indent="0" algn="ctr" rtl="0" fontAlgn="base">
              <a:spcBef>
                <a:spcPct val="20000"/>
              </a:spcBef>
              <a:spcAft>
                <a:spcPct val="0"/>
              </a:spcAft>
              <a:buNone/>
              <a:defRPr sz="2000">
                <a:solidFill>
                  <a:schemeClr val="tx1"/>
                </a:solidFill>
                <a:latin typeface="+mn-lt"/>
                <a:cs typeface="+mn-cs"/>
              </a:defRPr>
            </a:lvl8pPr>
            <a:lvl9pPr marL="3657600" indent="0" algn="ctr" rtl="0" fontAlgn="base">
              <a:spcBef>
                <a:spcPct val="20000"/>
              </a:spcBef>
              <a:spcAft>
                <a:spcPct val="0"/>
              </a:spcAft>
              <a:buNone/>
              <a:defRPr sz="2000">
                <a:solidFill>
                  <a:schemeClr val="tx1"/>
                </a:solidFill>
                <a:latin typeface="+mn-lt"/>
                <a:cs typeface="+mn-cs"/>
              </a:defRPr>
            </a:lvl9pPr>
          </a:lstStyle>
          <a:p>
            <a:pPr algn="l" eaLnBrk="1" hangingPunct="1">
              <a:lnSpc>
                <a:spcPct val="90000"/>
              </a:lnSpc>
              <a:spcBef>
                <a:spcPct val="0"/>
              </a:spcBef>
              <a:tabLst>
                <a:tab pos="457200" algn="l"/>
              </a:tabLst>
            </a:pPr>
            <a:r>
              <a:rPr lang="th-TH" sz="2800" b="1" kern="0" dirty="0">
                <a:solidFill>
                  <a:srgbClr val="5A3600"/>
                </a:solidFill>
                <a:latin typeface="Angsana New" pitchFamily="18" charset="-34"/>
                <a:cs typeface="Angsana New" panose="02020603050405020304" pitchFamily="18" charset="-34"/>
              </a:rPr>
              <a:t>การทดลอง </a:t>
            </a:r>
            <a:r>
              <a:rPr lang="en-US" sz="2800" b="1" kern="0" dirty="0">
                <a:solidFill>
                  <a:srgbClr val="5A3600"/>
                </a:solidFill>
                <a:latin typeface="Angsana New" pitchFamily="18" charset="-34"/>
                <a:cs typeface="Angsana New" panose="02020603050405020304" pitchFamily="18" charset="-34"/>
              </a:rPr>
              <a:t>:</a:t>
            </a:r>
            <a:endParaRPr lang="th-TH" sz="2800" b="1" kern="0" dirty="0">
              <a:solidFill>
                <a:srgbClr val="FF9900"/>
              </a:solidFill>
              <a:latin typeface="Angsana New" pitchFamily="18" charset="-34"/>
              <a:cs typeface="Angsana New" panose="02020603050405020304" pitchFamily="18" charset="-34"/>
            </a:endParaRPr>
          </a:p>
        </p:txBody>
      </p:sp>
      <p:sp>
        <p:nvSpPr>
          <p:cNvPr id="43" name="Rectangle 5"/>
          <p:cNvSpPr>
            <a:spLocks noChangeArrowheads="1"/>
          </p:cNvSpPr>
          <p:nvPr/>
        </p:nvSpPr>
        <p:spPr bwMode="auto">
          <a:xfrm>
            <a:off x="1338470" y="2086302"/>
            <a:ext cx="4452730" cy="495300"/>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itchFamily="18" charset="-34"/>
              </a:rPr>
              <a:t>เหตุการณ์ที่สุ่มได้คนที่สุขภาพดี หรือ ดีมาก</a:t>
            </a:r>
            <a:endParaRPr lang="en-US" b="1" dirty="0">
              <a:solidFill>
                <a:srgbClr val="0000FF"/>
              </a:solidFill>
              <a:latin typeface="Angsana New" pitchFamily="18" charset="-34"/>
            </a:endParaRPr>
          </a:p>
        </p:txBody>
      </p:sp>
      <p:sp>
        <p:nvSpPr>
          <p:cNvPr id="44" name="Rectangle 4"/>
          <p:cNvSpPr>
            <a:spLocks noChangeArrowheads="1"/>
          </p:cNvSpPr>
          <p:nvPr/>
        </p:nvSpPr>
        <p:spPr bwMode="auto">
          <a:xfrm>
            <a:off x="1066800" y="1111795"/>
            <a:ext cx="7969401" cy="485775"/>
          </a:xfrm>
          <a:prstGeom prst="rect">
            <a:avLst/>
          </a:prstGeom>
          <a:noFill/>
          <a:ln w="9525">
            <a:noFill/>
            <a:miter lim="800000"/>
            <a:headEnd/>
            <a:tailEnd/>
          </a:ln>
        </p:spPr>
        <p:txBody>
          <a:bodyPr/>
          <a:lstStyle/>
          <a:p>
            <a:pPr>
              <a:lnSpc>
                <a:spcPct val="90000"/>
              </a:lnSpc>
              <a:tabLst>
                <a:tab pos="457200" algn="l"/>
              </a:tabLst>
            </a:pPr>
            <a:r>
              <a:rPr lang="th-TH" b="1" dirty="0">
                <a:solidFill>
                  <a:srgbClr val="3333FF"/>
                </a:solidFill>
                <a:latin typeface="Angsana New" panose="02020603050405020304" pitchFamily="18" charset="-34"/>
              </a:rPr>
              <a:t>คะแนนสุขภาพกายของเกษตรกรฯ  (1</a:t>
            </a:r>
            <a:r>
              <a:rPr lang="en-US" b="1" dirty="0">
                <a:solidFill>
                  <a:srgbClr val="3333FF"/>
                </a:solidFill>
                <a:latin typeface="Angsana New" panose="02020603050405020304" pitchFamily="18" charset="-34"/>
              </a:rPr>
              <a:t> = </a:t>
            </a:r>
            <a:r>
              <a:rPr lang="th-TH" b="1" dirty="0">
                <a:solidFill>
                  <a:srgbClr val="3333FF"/>
                </a:solidFill>
                <a:latin typeface="Angsana New" panose="02020603050405020304" pitchFamily="18" charset="-34"/>
              </a:rPr>
              <a:t>ไม่ดี</a:t>
            </a:r>
            <a:r>
              <a:rPr lang="en-US" b="1" dirty="0">
                <a:solidFill>
                  <a:srgbClr val="3333FF"/>
                </a:solidFill>
                <a:latin typeface="Angsana New" panose="02020603050405020304" pitchFamily="18" charset="-34"/>
              </a:rPr>
              <a:t>, </a:t>
            </a:r>
            <a:r>
              <a:rPr lang="th-TH" b="1" dirty="0">
                <a:solidFill>
                  <a:srgbClr val="3333FF"/>
                </a:solidFill>
                <a:latin typeface="Angsana New" panose="02020603050405020304" pitchFamily="18" charset="-34"/>
              </a:rPr>
              <a:t>2 </a:t>
            </a:r>
            <a:r>
              <a:rPr lang="en-US" b="1" dirty="0">
                <a:solidFill>
                  <a:srgbClr val="3333FF"/>
                </a:solidFill>
                <a:latin typeface="Angsana New" panose="02020603050405020304" pitchFamily="18" charset="-34"/>
              </a:rPr>
              <a:t>=</a:t>
            </a:r>
            <a:r>
              <a:rPr lang="th-TH" b="1" dirty="0">
                <a:solidFill>
                  <a:srgbClr val="3333FF"/>
                </a:solidFill>
                <a:latin typeface="Angsana New" panose="02020603050405020304" pitchFamily="18" charset="-34"/>
              </a:rPr>
              <a:t> ค่อนข้างไม่ดี</a:t>
            </a:r>
            <a:r>
              <a:rPr lang="en-US" b="1" dirty="0">
                <a:solidFill>
                  <a:srgbClr val="3333FF"/>
                </a:solidFill>
                <a:latin typeface="Angsana New" panose="02020603050405020304" pitchFamily="18" charset="-34"/>
              </a:rPr>
              <a:t>, </a:t>
            </a:r>
            <a:r>
              <a:rPr lang="th-TH" b="1" dirty="0">
                <a:solidFill>
                  <a:srgbClr val="3333FF"/>
                </a:solidFill>
                <a:latin typeface="Angsana New" panose="02020603050405020304" pitchFamily="18" charset="-34"/>
              </a:rPr>
              <a:t>... </a:t>
            </a:r>
            <a:r>
              <a:rPr lang="en-US" b="1" dirty="0">
                <a:solidFill>
                  <a:srgbClr val="3333FF"/>
                </a:solidFill>
                <a:latin typeface="Angsana New" panose="02020603050405020304" pitchFamily="18" charset="-34"/>
              </a:rPr>
              <a:t>, </a:t>
            </a:r>
            <a:r>
              <a:rPr lang="th-TH" b="1" dirty="0">
                <a:solidFill>
                  <a:srgbClr val="3333FF"/>
                </a:solidFill>
                <a:latin typeface="Angsana New" panose="02020603050405020304" pitchFamily="18" charset="-34"/>
              </a:rPr>
              <a:t>5</a:t>
            </a:r>
            <a:r>
              <a:rPr lang="en-US" b="1" dirty="0">
                <a:solidFill>
                  <a:srgbClr val="3333FF"/>
                </a:solidFill>
                <a:latin typeface="Angsana New" panose="02020603050405020304" pitchFamily="18" charset="-34"/>
              </a:rPr>
              <a:t> = </a:t>
            </a:r>
            <a:r>
              <a:rPr lang="th-TH" b="1" dirty="0">
                <a:solidFill>
                  <a:srgbClr val="3333FF"/>
                </a:solidFill>
                <a:latin typeface="Angsana New" panose="02020603050405020304" pitchFamily="18" charset="-34"/>
              </a:rPr>
              <a:t>ดีมาก</a:t>
            </a:r>
            <a:r>
              <a:rPr lang="en-US" b="1" dirty="0">
                <a:solidFill>
                  <a:srgbClr val="3333FF"/>
                </a:solidFill>
                <a:latin typeface="Angsana New" panose="02020603050405020304" pitchFamily="18" charset="-34"/>
              </a:rPr>
              <a:t>)</a:t>
            </a:r>
            <a:endParaRPr lang="th-TH" b="1" dirty="0">
              <a:solidFill>
                <a:srgbClr val="3333FF"/>
              </a:solidFill>
              <a:latin typeface="Angsana New" pitchFamily="18" charset="-34"/>
            </a:endParaRPr>
          </a:p>
        </p:txBody>
      </p:sp>
      <p:sp>
        <p:nvSpPr>
          <p:cNvPr id="73" name="Rectangle 47"/>
          <p:cNvSpPr>
            <a:spLocks noChangeArrowheads="1"/>
          </p:cNvSpPr>
          <p:nvPr/>
        </p:nvSpPr>
        <p:spPr bwMode="auto">
          <a:xfrm>
            <a:off x="1219200" y="622852"/>
            <a:ext cx="7162800" cy="460375"/>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anose="02020603050405020304" pitchFamily="18" charset="-34"/>
              </a:rPr>
              <a:t>สุ่มเกษตรกรที่ถือบัตรสวัสดิการแห่งรัฐ จังหวัดสุพรรณบุรี</a:t>
            </a:r>
          </a:p>
        </p:txBody>
      </p:sp>
      <p:sp>
        <p:nvSpPr>
          <p:cNvPr id="74" name="Rectangle 48"/>
          <p:cNvSpPr>
            <a:spLocks noChangeArrowheads="1"/>
          </p:cNvSpPr>
          <p:nvPr/>
        </p:nvSpPr>
        <p:spPr bwMode="auto">
          <a:xfrm>
            <a:off x="1789043" y="1600200"/>
            <a:ext cx="7126357" cy="457200"/>
          </a:xfrm>
          <a:prstGeom prst="rect">
            <a:avLst/>
          </a:prstGeom>
          <a:noFill/>
          <a:ln w="9525">
            <a:noFill/>
            <a:miter lim="800000"/>
            <a:headEnd/>
            <a:tailEnd/>
          </a:ln>
        </p:spPr>
        <p:txBody>
          <a:bodyPr/>
          <a:lstStyle/>
          <a:p>
            <a:pPr>
              <a:lnSpc>
                <a:spcPct val="90000"/>
              </a:lnSpc>
              <a:tabLst>
                <a:tab pos="457200" algn="l"/>
              </a:tabLst>
            </a:pPr>
            <a:r>
              <a:rPr lang="en-US" b="1" dirty="0">
                <a:solidFill>
                  <a:srgbClr val="0000FF"/>
                </a:solidFill>
                <a:latin typeface="Angsana New" panose="02020603050405020304" pitchFamily="18" charset="-34"/>
              </a:rPr>
              <a:t>S = {</a:t>
            </a:r>
            <a:r>
              <a:rPr lang="th-TH" b="1" dirty="0">
                <a:solidFill>
                  <a:srgbClr val="3333FF"/>
                </a:solidFill>
                <a:latin typeface="Angsana New" panose="02020603050405020304" pitchFamily="18" charset="-34"/>
              </a:rPr>
              <a:t>1 </a:t>
            </a:r>
            <a:r>
              <a:rPr lang="en-US" b="1" dirty="0">
                <a:solidFill>
                  <a:srgbClr val="3333FF"/>
                </a:solidFill>
                <a:latin typeface="Angsana New" pitchFamily="18" charset="-34"/>
              </a:rPr>
              <a:t>,</a:t>
            </a:r>
            <a:r>
              <a:rPr lang="th-TH" b="1" dirty="0">
                <a:solidFill>
                  <a:srgbClr val="3333FF"/>
                </a:solidFill>
                <a:latin typeface="Angsana New" panose="02020603050405020304" pitchFamily="18" charset="-34"/>
              </a:rPr>
              <a:t> 2 </a:t>
            </a:r>
            <a:r>
              <a:rPr lang="en-US" b="1" dirty="0">
                <a:solidFill>
                  <a:srgbClr val="3333FF"/>
                </a:solidFill>
                <a:latin typeface="Angsana New" panose="02020603050405020304" pitchFamily="18" charset="-34"/>
              </a:rPr>
              <a:t>,</a:t>
            </a:r>
            <a:r>
              <a:rPr lang="th-TH" b="1" dirty="0">
                <a:solidFill>
                  <a:srgbClr val="3333FF"/>
                </a:solidFill>
                <a:latin typeface="Angsana New" panose="02020603050405020304" pitchFamily="18" charset="-34"/>
              </a:rPr>
              <a:t> 3 </a:t>
            </a:r>
            <a:r>
              <a:rPr lang="en-US" b="1" dirty="0">
                <a:solidFill>
                  <a:srgbClr val="3333FF"/>
                </a:solidFill>
                <a:latin typeface="Angsana New" pitchFamily="18" charset="-34"/>
              </a:rPr>
              <a:t>,</a:t>
            </a:r>
            <a:r>
              <a:rPr lang="th-TH" b="1" dirty="0">
                <a:solidFill>
                  <a:srgbClr val="3333FF"/>
                </a:solidFill>
                <a:latin typeface="Angsana New" panose="02020603050405020304" pitchFamily="18" charset="-34"/>
              </a:rPr>
              <a:t> </a:t>
            </a:r>
            <a:r>
              <a:rPr lang="en-US" b="1" dirty="0">
                <a:solidFill>
                  <a:srgbClr val="3333FF"/>
                </a:solidFill>
                <a:latin typeface="Angsana New" panose="02020603050405020304" pitchFamily="18" charset="-34"/>
              </a:rPr>
              <a:t>4 , 5</a:t>
            </a:r>
            <a:r>
              <a:rPr lang="en-US" b="1" dirty="0">
                <a:solidFill>
                  <a:srgbClr val="0000FF"/>
                </a:solidFill>
                <a:latin typeface="Angsana New" panose="02020603050405020304" pitchFamily="18" charset="-34"/>
              </a:rPr>
              <a:t>}   </a:t>
            </a:r>
            <a:endParaRPr lang="en-US" b="1" dirty="0">
              <a:solidFill>
                <a:srgbClr val="5A3600"/>
              </a:solidFill>
              <a:latin typeface="Angsana New" pitchFamily="18" charset="-34"/>
            </a:endParaRPr>
          </a:p>
        </p:txBody>
      </p:sp>
      <p:sp>
        <p:nvSpPr>
          <p:cNvPr id="75" name="Rectangle 50"/>
          <p:cNvSpPr>
            <a:spLocks noChangeArrowheads="1"/>
          </p:cNvSpPr>
          <p:nvPr/>
        </p:nvSpPr>
        <p:spPr bwMode="auto">
          <a:xfrm>
            <a:off x="59889" y="2086302"/>
            <a:ext cx="2332037"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เหตุการณ์ </a:t>
            </a:r>
            <a:r>
              <a:rPr lang="en-US" b="1" dirty="0">
                <a:solidFill>
                  <a:srgbClr val="5A3600"/>
                </a:solidFill>
                <a:latin typeface="Angsana New" pitchFamily="18" charset="-34"/>
              </a:rPr>
              <a:t>: </a:t>
            </a:r>
            <a:endParaRPr lang="th-TH" b="1" dirty="0">
              <a:solidFill>
                <a:srgbClr val="0000FF"/>
              </a:solidFill>
              <a:latin typeface="Angsana New" pitchFamily="18" charset="-34"/>
            </a:endParaRPr>
          </a:p>
        </p:txBody>
      </p:sp>
      <p:sp>
        <p:nvSpPr>
          <p:cNvPr id="76" name="Rectangle 51"/>
          <p:cNvSpPr>
            <a:spLocks noChangeArrowheads="1"/>
          </p:cNvSpPr>
          <p:nvPr/>
        </p:nvSpPr>
        <p:spPr bwMode="auto">
          <a:xfrm>
            <a:off x="36443" y="1600200"/>
            <a:ext cx="28956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ปริภูมิตัวอย่าง </a:t>
            </a:r>
            <a:r>
              <a:rPr lang="en-US" b="1" dirty="0">
                <a:solidFill>
                  <a:srgbClr val="5A3600"/>
                </a:solidFill>
                <a:latin typeface="Angsana New" pitchFamily="18" charset="-34"/>
              </a:rPr>
              <a:t>:</a:t>
            </a:r>
            <a:r>
              <a:rPr lang="en-US" b="1" dirty="0">
                <a:solidFill>
                  <a:srgbClr val="0000FF"/>
                </a:solidFill>
                <a:latin typeface="Angsana New" pitchFamily="18" charset="-34"/>
              </a:rPr>
              <a:t> </a:t>
            </a:r>
          </a:p>
        </p:txBody>
      </p:sp>
      <p:sp>
        <p:nvSpPr>
          <p:cNvPr id="77" name="Rectangle 52"/>
          <p:cNvSpPr>
            <a:spLocks noChangeArrowheads="1"/>
          </p:cNvSpPr>
          <p:nvPr/>
        </p:nvSpPr>
        <p:spPr bwMode="auto">
          <a:xfrm>
            <a:off x="16852" y="1117656"/>
            <a:ext cx="19050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ผลลัพธ์ </a:t>
            </a:r>
            <a:r>
              <a:rPr lang="en-US" b="1" dirty="0">
                <a:solidFill>
                  <a:srgbClr val="5A3600"/>
                </a:solidFill>
                <a:latin typeface="Angsana New" pitchFamily="18" charset="-34"/>
              </a:rPr>
              <a:t>:</a:t>
            </a:r>
            <a:endParaRPr lang="th-TH" b="1" dirty="0">
              <a:solidFill>
                <a:srgbClr val="FF9900"/>
              </a:solidFill>
              <a:latin typeface="Angsana New" pitchFamily="18" charset="-34"/>
            </a:endParaRPr>
          </a:p>
        </p:txBody>
      </p:sp>
      <p:sp>
        <p:nvSpPr>
          <p:cNvPr id="80" name="Rectangle 5"/>
          <p:cNvSpPr>
            <a:spLocks noChangeArrowheads="1"/>
          </p:cNvSpPr>
          <p:nvPr/>
        </p:nvSpPr>
        <p:spPr bwMode="auto">
          <a:xfrm>
            <a:off x="5562600" y="2084646"/>
            <a:ext cx="1066800" cy="495300"/>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itchFamily="18" charset="-34"/>
              </a:rPr>
              <a:t>= {4 , 5}</a:t>
            </a:r>
          </a:p>
        </p:txBody>
      </p:sp>
      <p:sp>
        <p:nvSpPr>
          <p:cNvPr id="54" name="Rectangle 2"/>
          <p:cNvSpPr txBox="1">
            <a:spLocks noChangeArrowheads="1"/>
          </p:cNvSpPr>
          <p:nvPr/>
        </p:nvSpPr>
        <p:spPr bwMode="auto">
          <a:xfrm>
            <a:off x="0" y="4260600"/>
            <a:ext cx="83820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algn="l" eaLnBrk="1" hangingPunct="1">
              <a:lnSpc>
                <a:spcPct val="90000"/>
              </a:lnSpc>
            </a:pPr>
            <a:r>
              <a:rPr lang="th-TH" sz="2800" b="1" kern="0" dirty="0">
                <a:solidFill>
                  <a:srgbClr val="CC00CC"/>
                </a:solidFill>
                <a:latin typeface="Angsana New" pitchFamily="18" charset="-34"/>
                <a:cs typeface="Angsana New" panose="02020603050405020304" pitchFamily="18" charset="-34"/>
              </a:rPr>
              <a:t>ตัวอย่าง </a:t>
            </a:r>
            <a:r>
              <a:rPr lang="en-US" sz="2800" b="1" kern="0" dirty="0">
                <a:solidFill>
                  <a:srgbClr val="CC00CC"/>
                </a:solidFill>
                <a:latin typeface="Angsana New" pitchFamily="18" charset="-34"/>
                <a:cs typeface="Angsana New" panose="02020603050405020304" pitchFamily="18" charset="-34"/>
              </a:rPr>
              <a:t>:</a:t>
            </a:r>
            <a:r>
              <a:rPr lang="th-TH" sz="2800" b="1" kern="0" dirty="0">
                <a:solidFill>
                  <a:srgbClr val="CC00CC"/>
                </a:solidFill>
                <a:latin typeface="Angsana New" pitchFamily="18" charset="-34"/>
                <a:cs typeface="Angsana New" panose="02020603050405020304" pitchFamily="18" charset="-34"/>
              </a:rPr>
              <a:t> สุขภาพของ</a:t>
            </a:r>
            <a:r>
              <a:rPr lang="th-TH" sz="2800" b="1" dirty="0">
                <a:solidFill>
                  <a:srgbClr val="CC00CC"/>
                </a:solidFill>
                <a:latin typeface="Angsana New" panose="02020603050405020304" pitchFamily="18" charset="-34"/>
              </a:rPr>
              <a:t>เกษตรกรที่ถือบัตรสวัสดิการแห่งรัฐ จังหวัดสุพรรณบุรี</a:t>
            </a:r>
            <a:endParaRPr lang="th-TH" sz="2800" b="1" kern="0" dirty="0">
              <a:solidFill>
                <a:srgbClr val="CC00CC"/>
              </a:solidFill>
              <a:latin typeface="Angsana New" pitchFamily="18" charset="-34"/>
              <a:cs typeface="Angsana New" panose="02020603050405020304" pitchFamily="18" charset="-34"/>
            </a:endParaRPr>
          </a:p>
        </p:txBody>
      </p:sp>
      <p:sp>
        <p:nvSpPr>
          <p:cNvPr id="55" name="Rectangle 3"/>
          <p:cNvSpPr txBox="1">
            <a:spLocks noChangeArrowheads="1"/>
          </p:cNvSpPr>
          <p:nvPr/>
        </p:nvSpPr>
        <p:spPr bwMode="auto">
          <a:xfrm>
            <a:off x="0" y="4730915"/>
            <a:ext cx="2560638" cy="4126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cs typeface="+mn-cs"/>
              </a:defRPr>
            </a:lvl2pPr>
            <a:lvl3pPr marL="914400" indent="0" algn="ctr" rtl="0" eaLnBrk="0" fontAlgn="base" hangingPunct="0">
              <a:spcBef>
                <a:spcPct val="20000"/>
              </a:spcBef>
              <a:spcAft>
                <a:spcPct val="0"/>
              </a:spcAft>
              <a:buNone/>
              <a:defRPr sz="2400">
                <a:solidFill>
                  <a:schemeClr val="tx1"/>
                </a:solidFill>
                <a:latin typeface="+mn-lt"/>
                <a:cs typeface="+mn-cs"/>
              </a:defRPr>
            </a:lvl3pPr>
            <a:lvl4pPr marL="1371600" indent="0" algn="ctr" rtl="0" eaLnBrk="0" fontAlgn="base" hangingPunct="0">
              <a:spcBef>
                <a:spcPct val="20000"/>
              </a:spcBef>
              <a:spcAft>
                <a:spcPct val="0"/>
              </a:spcAft>
              <a:buNone/>
              <a:defRPr sz="2000">
                <a:solidFill>
                  <a:schemeClr val="tx1"/>
                </a:solidFill>
                <a:latin typeface="+mn-lt"/>
                <a:cs typeface="+mn-cs"/>
              </a:defRPr>
            </a:lvl4pPr>
            <a:lvl5pPr marL="1828800" indent="0" algn="ctr" rtl="0" eaLnBrk="0" fontAlgn="base" hangingPunct="0">
              <a:spcBef>
                <a:spcPct val="20000"/>
              </a:spcBef>
              <a:spcAft>
                <a:spcPct val="0"/>
              </a:spcAft>
              <a:buNone/>
              <a:defRPr sz="2000">
                <a:solidFill>
                  <a:schemeClr val="tx1"/>
                </a:solidFill>
                <a:latin typeface="+mn-lt"/>
                <a:cs typeface="+mn-cs"/>
              </a:defRPr>
            </a:lvl5pPr>
            <a:lvl6pPr marL="2286000" indent="0" algn="ctr" rtl="0" fontAlgn="base">
              <a:spcBef>
                <a:spcPct val="20000"/>
              </a:spcBef>
              <a:spcAft>
                <a:spcPct val="0"/>
              </a:spcAft>
              <a:buNone/>
              <a:defRPr sz="2000">
                <a:solidFill>
                  <a:schemeClr val="tx1"/>
                </a:solidFill>
                <a:latin typeface="+mn-lt"/>
                <a:cs typeface="+mn-cs"/>
              </a:defRPr>
            </a:lvl6pPr>
            <a:lvl7pPr marL="2743200" indent="0" algn="ctr" rtl="0" fontAlgn="base">
              <a:spcBef>
                <a:spcPct val="20000"/>
              </a:spcBef>
              <a:spcAft>
                <a:spcPct val="0"/>
              </a:spcAft>
              <a:buNone/>
              <a:defRPr sz="2000">
                <a:solidFill>
                  <a:schemeClr val="tx1"/>
                </a:solidFill>
                <a:latin typeface="+mn-lt"/>
                <a:cs typeface="+mn-cs"/>
              </a:defRPr>
            </a:lvl7pPr>
            <a:lvl8pPr marL="3200400" indent="0" algn="ctr" rtl="0" fontAlgn="base">
              <a:spcBef>
                <a:spcPct val="20000"/>
              </a:spcBef>
              <a:spcAft>
                <a:spcPct val="0"/>
              </a:spcAft>
              <a:buNone/>
              <a:defRPr sz="2000">
                <a:solidFill>
                  <a:schemeClr val="tx1"/>
                </a:solidFill>
                <a:latin typeface="+mn-lt"/>
                <a:cs typeface="+mn-cs"/>
              </a:defRPr>
            </a:lvl8pPr>
            <a:lvl9pPr marL="3657600" indent="0" algn="ctr" rtl="0" fontAlgn="base">
              <a:spcBef>
                <a:spcPct val="20000"/>
              </a:spcBef>
              <a:spcAft>
                <a:spcPct val="0"/>
              </a:spcAft>
              <a:buNone/>
              <a:defRPr sz="2000">
                <a:solidFill>
                  <a:schemeClr val="tx1"/>
                </a:solidFill>
                <a:latin typeface="+mn-lt"/>
                <a:cs typeface="+mn-cs"/>
              </a:defRPr>
            </a:lvl9pPr>
          </a:lstStyle>
          <a:p>
            <a:pPr algn="l" eaLnBrk="1" hangingPunct="1">
              <a:lnSpc>
                <a:spcPct val="90000"/>
              </a:lnSpc>
              <a:spcBef>
                <a:spcPct val="0"/>
              </a:spcBef>
              <a:tabLst>
                <a:tab pos="457200" algn="l"/>
              </a:tabLst>
            </a:pPr>
            <a:r>
              <a:rPr lang="th-TH" sz="2800" b="1" kern="0" dirty="0">
                <a:solidFill>
                  <a:srgbClr val="5A3600"/>
                </a:solidFill>
                <a:latin typeface="Angsana New" pitchFamily="18" charset="-34"/>
                <a:cs typeface="Angsana New" panose="02020603050405020304" pitchFamily="18" charset="-34"/>
              </a:rPr>
              <a:t>การทดลอง </a:t>
            </a:r>
            <a:r>
              <a:rPr lang="en-US" sz="2800" b="1" kern="0" dirty="0">
                <a:solidFill>
                  <a:srgbClr val="5A3600"/>
                </a:solidFill>
                <a:latin typeface="Angsana New" pitchFamily="18" charset="-34"/>
                <a:cs typeface="Angsana New" panose="02020603050405020304" pitchFamily="18" charset="-34"/>
              </a:rPr>
              <a:t>:</a:t>
            </a:r>
            <a:endParaRPr lang="th-TH" sz="2800" b="1" kern="0" dirty="0">
              <a:solidFill>
                <a:srgbClr val="FF9900"/>
              </a:solidFill>
              <a:latin typeface="Angsana New" pitchFamily="18" charset="-34"/>
              <a:cs typeface="Angsana New" panose="02020603050405020304" pitchFamily="18" charset="-34"/>
            </a:endParaRPr>
          </a:p>
        </p:txBody>
      </p:sp>
      <p:sp>
        <p:nvSpPr>
          <p:cNvPr id="56" name="Rectangle 5"/>
          <p:cNvSpPr>
            <a:spLocks noChangeArrowheads="1"/>
          </p:cNvSpPr>
          <p:nvPr/>
        </p:nvSpPr>
        <p:spPr bwMode="auto">
          <a:xfrm>
            <a:off x="1338470" y="6208672"/>
            <a:ext cx="7726018" cy="495300"/>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itchFamily="18" charset="-34"/>
              </a:rPr>
              <a:t>เหตุการณ์ที่สุ่มได้ เกษตรกรฯ ที่นอนน้อยกว่า </a:t>
            </a:r>
            <a:r>
              <a:rPr lang="en-US" b="1" dirty="0">
                <a:solidFill>
                  <a:srgbClr val="0000FF"/>
                </a:solidFill>
                <a:latin typeface="Angsana New" pitchFamily="18" charset="-34"/>
              </a:rPr>
              <a:t>6 </a:t>
            </a:r>
            <a:r>
              <a:rPr lang="th-TH" b="1" dirty="0">
                <a:solidFill>
                  <a:srgbClr val="0000FF"/>
                </a:solidFill>
                <a:latin typeface="Angsana New" pitchFamily="18" charset="-34"/>
              </a:rPr>
              <a:t>ชั่วโมง</a:t>
            </a:r>
            <a:endParaRPr lang="en-US" b="1" dirty="0">
              <a:solidFill>
                <a:srgbClr val="0000FF"/>
              </a:solidFill>
              <a:latin typeface="Angsana New" pitchFamily="18" charset="-34"/>
            </a:endParaRPr>
          </a:p>
        </p:txBody>
      </p:sp>
      <p:sp>
        <p:nvSpPr>
          <p:cNvPr id="57" name="Rectangle 4"/>
          <p:cNvSpPr>
            <a:spLocks noChangeArrowheads="1"/>
          </p:cNvSpPr>
          <p:nvPr/>
        </p:nvSpPr>
        <p:spPr bwMode="auto">
          <a:xfrm>
            <a:off x="1066800" y="5247888"/>
            <a:ext cx="5257800" cy="485775"/>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anose="02020603050405020304" pitchFamily="18" charset="-34"/>
              </a:rPr>
              <a:t>เกษตรกรฯ นอนหลับอย่างน้อยวันละ </a:t>
            </a:r>
            <a:r>
              <a:rPr lang="en-US" b="1" dirty="0">
                <a:solidFill>
                  <a:srgbClr val="0000FF"/>
                </a:solidFill>
                <a:latin typeface="Angsana New" panose="02020603050405020304" pitchFamily="18" charset="-34"/>
              </a:rPr>
              <a:t>6 – 8 </a:t>
            </a:r>
            <a:r>
              <a:rPr lang="th-TH" b="1" dirty="0">
                <a:solidFill>
                  <a:srgbClr val="0000FF"/>
                </a:solidFill>
                <a:latin typeface="Angsana New" panose="02020603050405020304" pitchFamily="18" charset="-34"/>
              </a:rPr>
              <a:t>ชั่วโมง</a:t>
            </a:r>
          </a:p>
        </p:txBody>
      </p:sp>
      <p:sp>
        <p:nvSpPr>
          <p:cNvPr id="58" name="Rectangle 47"/>
          <p:cNvSpPr>
            <a:spLocks noChangeArrowheads="1"/>
          </p:cNvSpPr>
          <p:nvPr/>
        </p:nvSpPr>
        <p:spPr bwMode="auto">
          <a:xfrm>
            <a:off x="1331844" y="4740992"/>
            <a:ext cx="6897756" cy="460375"/>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anose="02020603050405020304" pitchFamily="18" charset="-34"/>
              </a:rPr>
              <a:t>สุ่มเกษตรกรที่ถือบัตรสวัสดิการแห่งรัฐ จังหวัดสุพรรณบุรี</a:t>
            </a:r>
          </a:p>
        </p:txBody>
      </p:sp>
      <p:sp>
        <p:nvSpPr>
          <p:cNvPr id="59" name="Rectangle 48"/>
          <p:cNvSpPr>
            <a:spLocks noChangeArrowheads="1"/>
          </p:cNvSpPr>
          <p:nvPr/>
        </p:nvSpPr>
        <p:spPr bwMode="auto">
          <a:xfrm>
            <a:off x="1676400" y="5751472"/>
            <a:ext cx="2209800" cy="457200"/>
          </a:xfrm>
          <a:prstGeom prst="rect">
            <a:avLst/>
          </a:prstGeom>
          <a:noFill/>
          <a:ln w="9525">
            <a:noFill/>
            <a:miter lim="800000"/>
            <a:headEnd/>
            <a:tailEnd/>
          </a:ln>
        </p:spPr>
        <p:txBody>
          <a:bodyPr/>
          <a:lstStyle/>
          <a:p>
            <a:pPr>
              <a:lnSpc>
                <a:spcPct val="90000"/>
              </a:lnSpc>
              <a:tabLst>
                <a:tab pos="457200" algn="l"/>
              </a:tabLst>
            </a:pPr>
            <a:r>
              <a:rPr lang="en-US" b="1" dirty="0">
                <a:solidFill>
                  <a:srgbClr val="0000FF"/>
                </a:solidFill>
                <a:latin typeface="Angsana New" panose="02020603050405020304" pitchFamily="18" charset="-34"/>
              </a:rPr>
              <a:t>S = </a:t>
            </a:r>
            <a:r>
              <a:rPr lang="en-US" b="1" dirty="0">
                <a:solidFill>
                  <a:srgbClr val="3333FF"/>
                </a:solidFill>
                <a:latin typeface="Angsana New" pitchFamily="18" charset="-34"/>
              </a:rPr>
              <a:t>(</a:t>
            </a:r>
            <a:r>
              <a:rPr lang="th-TH" b="1" dirty="0">
                <a:solidFill>
                  <a:srgbClr val="3333FF"/>
                </a:solidFill>
                <a:latin typeface="Angsana New" pitchFamily="18" charset="-34"/>
              </a:rPr>
              <a:t>ใช่</a:t>
            </a:r>
            <a:r>
              <a:rPr lang="en-US" b="1" dirty="0">
                <a:solidFill>
                  <a:srgbClr val="3333FF"/>
                </a:solidFill>
                <a:latin typeface="Angsana New" pitchFamily="18" charset="-34"/>
              </a:rPr>
              <a:t> , </a:t>
            </a:r>
            <a:r>
              <a:rPr lang="th-TH" b="1" dirty="0">
                <a:solidFill>
                  <a:srgbClr val="3333FF"/>
                </a:solidFill>
                <a:latin typeface="Angsana New" panose="02020603050405020304" pitchFamily="18" charset="-34"/>
                <a:sym typeface="Symbol"/>
              </a:rPr>
              <a:t>ไม่ใช่</a:t>
            </a:r>
            <a:r>
              <a:rPr lang="en-US" b="1" dirty="0">
                <a:solidFill>
                  <a:srgbClr val="3333FF"/>
                </a:solidFill>
                <a:latin typeface="Angsana New" panose="02020603050405020304" pitchFamily="18" charset="-34"/>
                <a:sym typeface="Symbol"/>
              </a:rPr>
              <a:t>)</a:t>
            </a:r>
            <a:r>
              <a:rPr lang="en-US" b="1" dirty="0">
                <a:solidFill>
                  <a:srgbClr val="3333FF"/>
                </a:solidFill>
                <a:latin typeface="Angsana New" panose="02020603050405020304" pitchFamily="18" charset="-34"/>
              </a:rPr>
              <a:t> </a:t>
            </a:r>
            <a:endParaRPr lang="en-US" b="1" dirty="0">
              <a:solidFill>
                <a:srgbClr val="5A3600"/>
              </a:solidFill>
              <a:latin typeface="Angsana New" pitchFamily="18" charset="-34"/>
            </a:endParaRPr>
          </a:p>
        </p:txBody>
      </p:sp>
      <p:sp>
        <p:nvSpPr>
          <p:cNvPr id="60" name="Rectangle 50"/>
          <p:cNvSpPr>
            <a:spLocks noChangeArrowheads="1"/>
          </p:cNvSpPr>
          <p:nvPr/>
        </p:nvSpPr>
        <p:spPr bwMode="auto">
          <a:xfrm>
            <a:off x="59889" y="6245116"/>
            <a:ext cx="2332037"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เหตุการณ์ </a:t>
            </a:r>
            <a:r>
              <a:rPr lang="en-US" b="1" dirty="0">
                <a:solidFill>
                  <a:srgbClr val="5A3600"/>
                </a:solidFill>
                <a:latin typeface="Angsana New" pitchFamily="18" charset="-34"/>
              </a:rPr>
              <a:t>: </a:t>
            </a:r>
            <a:endParaRPr lang="th-TH" b="1" dirty="0">
              <a:solidFill>
                <a:srgbClr val="0000FF"/>
              </a:solidFill>
              <a:latin typeface="Angsana New" pitchFamily="18" charset="-34"/>
            </a:endParaRPr>
          </a:p>
        </p:txBody>
      </p:sp>
      <p:sp>
        <p:nvSpPr>
          <p:cNvPr id="61" name="Rectangle 51"/>
          <p:cNvSpPr>
            <a:spLocks noChangeArrowheads="1"/>
          </p:cNvSpPr>
          <p:nvPr/>
        </p:nvSpPr>
        <p:spPr bwMode="auto">
          <a:xfrm>
            <a:off x="36443" y="5751472"/>
            <a:ext cx="28956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ปริภูมิตัวอย่าง </a:t>
            </a:r>
            <a:r>
              <a:rPr lang="en-US" b="1" dirty="0">
                <a:solidFill>
                  <a:srgbClr val="5A3600"/>
                </a:solidFill>
                <a:latin typeface="Angsana New" pitchFamily="18" charset="-34"/>
              </a:rPr>
              <a:t>:</a:t>
            </a:r>
            <a:r>
              <a:rPr lang="en-US" b="1" dirty="0">
                <a:solidFill>
                  <a:srgbClr val="0000FF"/>
                </a:solidFill>
                <a:latin typeface="Angsana New" pitchFamily="18" charset="-34"/>
              </a:rPr>
              <a:t> </a:t>
            </a:r>
          </a:p>
        </p:txBody>
      </p:sp>
      <p:sp>
        <p:nvSpPr>
          <p:cNvPr id="62" name="Rectangle 52"/>
          <p:cNvSpPr>
            <a:spLocks noChangeArrowheads="1"/>
          </p:cNvSpPr>
          <p:nvPr/>
        </p:nvSpPr>
        <p:spPr bwMode="auto">
          <a:xfrm>
            <a:off x="16852" y="5248366"/>
            <a:ext cx="19050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ผลลัพธ์ </a:t>
            </a:r>
            <a:r>
              <a:rPr lang="en-US" b="1" dirty="0">
                <a:solidFill>
                  <a:srgbClr val="5A3600"/>
                </a:solidFill>
                <a:latin typeface="Angsana New" pitchFamily="18" charset="-34"/>
              </a:rPr>
              <a:t>:</a:t>
            </a:r>
            <a:endParaRPr lang="th-TH" b="1" dirty="0">
              <a:solidFill>
                <a:srgbClr val="FF9900"/>
              </a:solidFill>
              <a:latin typeface="Angsana New" pitchFamily="18" charset="-34"/>
            </a:endParaRPr>
          </a:p>
        </p:txBody>
      </p:sp>
      <p:sp>
        <p:nvSpPr>
          <p:cNvPr id="63" name="Rectangle 5"/>
          <p:cNvSpPr>
            <a:spLocks noChangeArrowheads="1"/>
          </p:cNvSpPr>
          <p:nvPr/>
        </p:nvSpPr>
        <p:spPr bwMode="auto">
          <a:xfrm>
            <a:off x="6606495" y="6210300"/>
            <a:ext cx="1318305" cy="495300"/>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itchFamily="18" charset="-34"/>
              </a:rPr>
              <a:t>= {</a:t>
            </a:r>
            <a:r>
              <a:rPr lang="th-TH" b="1" dirty="0">
                <a:solidFill>
                  <a:srgbClr val="FF0000"/>
                </a:solidFill>
                <a:latin typeface="Angsana New" pitchFamily="18" charset="-34"/>
              </a:rPr>
              <a:t>ไม่ใช่</a:t>
            </a:r>
            <a:r>
              <a:rPr lang="en-US" b="1" dirty="0">
                <a:solidFill>
                  <a:srgbClr val="FF0000"/>
                </a:solidFill>
                <a:latin typeface="Angsana New" pitchFamily="18" charset="-34"/>
              </a:rPr>
              <a:t>} </a:t>
            </a:r>
          </a:p>
        </p:txBody>
      </p:sp>
      <p:sp>
        <p:nvSpPr>
          <p:cNvPr id="24" name="Rectangle 5"/>
          <p:cNvSpPr>
            <a:spLocks noChangeArrowheads="1"/>
          </p:cNvSpPr>
          <p:nvPr/>
        </p:nvSpPr>
        <p:spPr bwMode="auto">
          <a:xfrm>
            <a:off x="1355834" y="2581602"/>
            <a:ext cx="3996387" cy="495300"/>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itchFamily="18" charset="-34"/>
              </a:rPr>
              <a:t>เหตุการณ์ที่สุ่มได้คนที่สุขภาพไม่ดีมาก</a:t>
            </a:r>
            <a:endParaRPr lang="en-US" b="1" dirty="0">
              <a:solidFill>
                <a:srgbClr val="0000FF"/>
              </a:solidFill>
              <a:latin typeface="Angsana New" pitchFamily="18" charset="-34"/>
            </a:endParaRPr>
          </a:p>
        </p:txBody>
      </p:sp>
      <p:sp>
        <p:nvSpPr>
          <p:cNvPr id="25" name="Rectangle 5"/>
          <p:cNvSpPr>
            <a:spLocks noChangeArrowheads="1"/>
          </p:cNvSpPr>
          <p:nvPr/>
        </p:nvSpPr>
        <p:spPr bwMode="auto">
          <a:xfrm>
            <a:off x="5257800" y="2579946"/>
            <a:ext cx="2007847" cy="495300"/>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itchFamily="18" charset="-34"/>
              </a:rPr>
              <a:t>= {1 , 2 , 3 , 4}</a:t>
            </a:r>
          </a:p>
        </p:txBody>
      </p:sp>
      <p:sp>
        <p:nvSpPr>
          <p:cNvPr id="26" name="Rectangle 5"/>
          <p:cNvSpPr>
            <a:spLocks noChangeArrowheads="1"/>
          </p:cNvSpPr>
          <p:nvPr/>
        </p:nvSpPr>
        <p:spPr bwMode="auto">
          <a:xfrm>
            <a:off x="6477000" y="2086302"/>
            <a:ext cx="1905000" cy="495300"/>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anose="02020603050405020304" pitchFamily="18" charset="-34"/>
              </a:rPr>
              <a:t>=&gt;  Top 2 Boxes</a:t>
            </a:r>
          </a:p>
        </p:txBody>
      </p:sp>
      <p:sp>
        <p:nvSpPr>
          <p:cNvPr id="27" name="Rectangle 5"/>
          <p:cNvSpPr>
            <a:spLocks noChangeArrowheads="1"/>
          </p:cNvSpPr>
          <p:nvPr/>
        </p:nvSpPr>
        <p:spPr bwMode="auto">
          <a:xfrm>
            <a:off x="1340068" y="3049656"/>
            <a:ext cx="5441732" cy="495300"/>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itchFamily="18" charset="-34"/>
              </a:rPr>
              <a:t>เหตุการณ์ที่สุ่มได้คนที่สุขภาพไม่ดีหรือ ค่อนข้างไม่ดี</a:t>
            </a:r>
            <a:endParaRPr lang="en-US" b="1" dirty="0">
              <a:solidFill>
                <a:srgbClr val="0000FF"/>
              </a:solidFill>
              <a:latin typeface="Angsana New" pitchFamily="18" charset="-34"/>
            </a:endParaRPr>
          </a:p>
        </p:txBody>
      </p:sp>
      <p:sp>
        <p:nvSpPr>
          <p:cNvPr id="28" name="Rectangle 5"/>
          <p:cNvSpPr>
            <a:spLocks noChangeArrowheads="1"/>
          </p:cNvSpPr>
          <p:nvPr/>
        </p:nvSpPr>
        <p:spPr bwMode="auto">
          <a:xfrm>
            <a:off x="6477000" y="3048000"/>
            <a:ext cx="1066800" cy="495300"/>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itchFamily="18" charset="-34"/>
              </a:rPr>
              <a:t>= {1 , 2}</a:t>
            </a:r>
          </a:p>
        </p:txBody>
      </p:sp>
      <p:sp>
        <p:nvSpPr>
          <p:cNvPr id="29" name="Rectangle 5"/>
          <p:cNvSpPr>
            <a:spLocks noChangeArrowheads="1"/>
          </p:cNvSpPr>
          <p:nvPr/>
        </p:nvSpPr>
        <p:spPr bwMode="auto">
          <a:xfrm>
            <a:off x="6499549" y="3467100"/>
            <a:ext cx="2436802" cy="495300"/>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anose="02020603050405020304" pitchFamily="18" charset="-34"/>
              </a:rPr>
              <a:t>=&gt;  Bottom 2 Boxes</a:t>
            </a:r>
          </a:p>
        </p:txBody>
      </p:sp>
      <p:sp>
        <p:nvSpPr>
          <p:cNvPr id="2" name="Slide Number Placeholder 1">
            <a:extLst>
              <a:ext uri="{FF2B5EF4-FFF2-40B4-BE49-F238E27FC236}">
                <a16:creationId xmlns:a16="http://schemas.microsoft.com/office/drawing/2014/main" id="{B218A79F-04A1-43CE-A856-EC069139B408}"/>
              </a:ext>
            </a:extLst>
          </p:cNvPr>
          <p:cNvSpPr>
            <a:spLocks noGrp="1"/>
          </p:cNvSpPr>
          <p:nvPr>
            <p:ph type="sldNum" sz="quarter" idx="12"/>
          </p:nvPr>
        </p:nvSpPr>
        <p:spPr/>
        <p:txBody>
          <a:bodyPr/>
          <a:lstStyle/>
          <a:p>
            <a:pPr>
              <a:defRPr/>
            </a:pPr>
            <a:fld id="{0598EADD-7714-4E0A-AD4B-AC83F9F5DA12}" type="slidenum">
              <a:rPr lang="en-US" smtClean="0"/>
              <a:pPr>
                <a:defRPr/>
              </a:pPr>
              <a:t>4</a:t>
            </a:fld>
            <a:endParaRPr lang="th-TH"/>
          </a:p>
        </p:txBody>
      </p:sp>
    </p:spTree>
    <p:extLst>
      <p:ext uri="{BB962C8B-B14F-4D97-AF65-F5344CB8AC3E}">
        <p14:creationId xmlns:p14="http://schemas.microsoft.com/office/powerpoint/2010/main" val="35238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2">
                                            <p:txEl>
                                              <p:pRg st="0" end="0"/>
                                            </p:txEl>
                                          </p:spTgt>
                                        </p:tgtEl>
                                        <p:attrNameLst>
                                          <p:attrName>style.visibility</p:attrName>
                                        </p:attrNameLst>
                                      </p:cBhvr>
                                      <p:to>
                                        <p:strVal val="visible"/>
                                      </p:to>
                                    </p:set>
                                    <p:animEffect transition="in" filter="dissolve">
                                      <p:cBhvr>
                                        <p:cTn id="11" dur="500"/>
                                        <p:tgtEl>
                                          <p:spTgt spid="4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3">
                                            <p:txEl>
                                              <p:pRg st="0" end="0"/>
                                            </p:txEl>
                                          </p:spTgt>
                                        </p:tgtEl>
                                        <p:attrNameLst>
                                          <p:attrName>style.visibility</p:attrName>
                                        </p:attrNameLst>
                                      </p:cBhvr>
                                      <p:to>
                                        <p:strVal val="visible"/>
                                      </p:to>
                                    </p:set>
                                    <p:animEffect transition="in" filter="wipe(left)">
                                      <p:cBhvr>
                                        <p:cTn id="16" dur="500"/>
                                        <p:tgtEl>
                                          <p:spTgt spid="73">
                                            <p:txEl>
                                              <p:pRg st="0" end="0"/>
                                            </p:txEl>
                                          </p:spTgt>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77">
                                            <p:txEl>
                                              <p:pRg st="0" end="0"/>
                                            </p:txEl>
                                          </p:spTgt>
                                        </p:tgtEl>
                                        <p:attrNameLst>
                                          <p:attrName>style.visibility</p:attrName>
                                        </p:attrNameLst>
                                      </p:cBhvr>
                                      <p:to>
                                        <p:strVal val="visible"/>
                                      </p:to>
                                    </p:set>
                                    <p:animEffect transition="in" filter="dissolve">
                                      <p:cBhvr>
                                        <p:cTn id="20" dur="500"/>
                                        <p:tgtEl>
                                          <p:spTgt spid="77">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wipe(left)">
                                      <p:cBhvr>
                                        <p:cTn id="25" dur="500"/>
                                        <p:tgtEl>
                                          <p:spTgt spid="4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76">
                                            <p:txEl>
                                              <p:pRg st="0" end="0"/>
                                            </p:txEl>
                                          </p:spTgt>
                                        </p:tgtEl>
                                        <p:attrNameLst>
                                          <p:attrName>style.visibility</p:attrName>
                                        </p:attrNameLst>
                                      </p:cBhvr>
                                      <p:to>
                                        <p:strVal val="visible"/>
                                      </p:to>
                                    </p:set>
                                    <p:animEffect transition="in" filter="dissolve">
                                      <p:cBhvr>
                                        <p:cTn id="30" dur="500"/>
                                        <p:tgtEl>
                                          <p:spTgt spid="76">
                                            <p:txEl>
                                              <p:pRg st="0" end="0"/>
                                            </p:txEl>
                                          </p:spTgt>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74">
                                            <p:txEl>
                                              <p:pRg st="0" end="0"/>
                                            </p:txEl>
                                          </p:spTgt>
                                        </p:tgtEl>
                                        <p:attrNameLst>
                                          <p:attrName>style.visibility</p:attrName>
                                        </p:attrNameLst>
                                      </p:cBhvr>
                                      <p:to>
                                        <p:strVal val="visible"/>
                                      </p:to>
                                    </p:set>
                                    <p:animEffect transition="in" filter="wipe(left)">
                                      <p:cBhvr>
                                        <p:cTn id="34" dur="500"/>
                                        <p:tgtEl>
                                          <p:spTgt spid="74">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75">
                                            <p:txEl>
                                              <p:pRg st="0" end="0"/>
                                            </p:txEl>
                                          </p:spTgt>
                                        </p:tgtEl>
                                        <p:attrNameLst>
                                          <p:attrName>style.visibility</p:attrName>
                                        </p:attrNameLst>
                                      </p:cBhvr>
                                      <p:to>
                                        <p:strVal val="visible"/>
                                      </p:to>
                                    </p:set>
                                    <p:animEffect transition="in" filter="dissolve">
                                      <p:cBhvr>
                                        <p:cTn id="39" dur="500"/>
                                        <p:tgtEl>
                                          <p:spTgt spid="75">
                                            <p:txEl>
                                              <p:pRg st="0" end="0"/>
                                            </p:txEl>
                                          </p:spTgt>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43">
                                            <p:txEl>
                                              <p:pRg st="0" end="0"/>
                                            </p:txEl>
                                          </p:spTgt>
                                        </p:tgtEl>
                                        <p:attrNameLst>
                                          <p:attrName>style.visibility</p:attrName>
                                        </p:attrNameLst>
                                      </p:cBhvr>
                                      <p:to>
                                        <p:strVal val="visible"/>
                                      </p:to>
                                    </p:set>
                                    <p:animEffect transition="in" filter="wipe(left)">
                                      <p:cBhvr>
                                        <p:cTn id="43" dur="500"/>
                                        <p:tgtEl>
                                          <p:spTgt spid="43">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0">
                                            <p:txEl>
                                              <p:pRg st="0" end="0"/>
                                            </p:txEl>
                                          </p:spTgt>
                                        </p:tgtEl>
                                        <p:attrNameLst>
                                          <p:attrName>style.visibility</p:attrName>
                                        </p:attrNameLst>
                                      </p:cBhvr>
                                      <p:to>
                                        <p:strVal val="visible"/>
                                      </p:to>
                                    </p:set>
                                    <p:animEffect transition="in" filter="wipe(left)">
                                      <p:cBhvr>
                                        <p:cTn id="48" dur="500"/>
                                        <p:tgtEl>
                                          <p:spTgt spid="80">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54"/>
                                        </p:tgtEl>
                                        <p:attrNameLst>
                                          <p:attrName>style.visibility</p:attrName>
                                        </p:attrNameLst>
                                      </p:cBhvr>
                                      <p:to>
                                        <p:strVal val="visible"/>
                                      </p:to>
                                    </p:set>
                                    <p:animEffect transition="in" filter="wipe(up)">
                                      <p:cBhvr>
                                        <p:cTn id="53" dur="500"/>
                                        <p:tgtEl>
                                          <p:spTgt spid="54"/>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55">
                                            <p:txEl>
                                              <p:pRg st="0" end="0"/>
                                            </p:txEl>
                                          </p:spTgt>
                                        </p:tgtEl>
                                        <p:attrNameLst>
                                          <p:attrName>style.visibility</p:attrName>
                                        </p:attrNameLst>
                                      </p:cBhvr>
                                      <p:to>
                                        <p:strVal val="visible"/>
                                      </p:to>
                                    </p:set>
                                    <p:animEffect transition="in" filter="wipe(up)">
                                      <p:cBhvr>
                                        <p:cTn id="56" dur="500"/>
                                        <p:tgtEl>
                                          <p:spTgt spid="55">
                                            <p:txEl>
                                              <p:pRg st="0" end="0"/>
                                            </p:txEl>
                                          </p:spTgt>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58">
                                            <p:txEl>
                                              <p:pRg st="0" end="0"/>
                                            </p:txEl>
                                          </p:spTgt>
                                        </p:tgtEl>
                                        <p:attrNameLst>
                                          <p:attrName>style.visibility</p:attrName>
                                        </p:attrNameLst>
                                      </p:cBhvr>
                                      <p:to>
                                        <p:strVal val="visible"/>
                                      </p:to>
                                    </p:set>
                                    <p:animEffect transition="in" filter="wipe(up)">
                                      <p:cBhvr>
                                        <p:cTn id="59" dur="500"/>
                                        <p:tgtEl>
                                          <p:spTgt spid="58">
                                            <p:txEl>
                                              <p:pRg st="0" end="0"/>
                                            </p:txEl>
                                          </p:spTgt>
                                        </p:tgtEl>
                                      </p:cBhvr>
                                    </p:animEffect>
                                  </p:childTnLst>
                                </p:cTn>
                              </p:par>
                            </p:childTnLst>
                          </p:cTn>
                        </p:par>
                        <p:par>
                          <p:cTn id="60" fill="hold">
                            <p:stCondLst>
                              <p:cond delay="500"/>
                            </p:stCondLst>
                            <p:childTnLst>
                              <p:par>
                                <p:cTn id="61" presetID="9" presetClass="entr" presetSubtype="0" fill="hold" grpId="0" nodeType="afterEffect">
                                  <p:stCondLst>
                                    <p:cond delay="0"/>
                                  </p:stCondLst>
                                  <p:childTnLst>
                                    <p:set>
                                      <p:cBhvr>
                                        <p:cTn id="62" dur="1" fill="hold">
                                          <p:stCondLst>
                                            <p:cond delay="0"/>
                                          </p:stCondLst>
                                        </p:cTn>
                                        <p:tgtEl>
                                          <p:spTgt spid="62">
                                            <p:txEl>
                                              <p:pRg st="0" end="0"/>
                                            </p:txEl>
                                          </p:spTgt>
                                        </p:tgtEl>
                                        <p:attrNameLst>
                                          <p:attrName>style.visibility</p:attrName>
                                        </p:attrNameLst>
                                      </p:cBhvr>
                                      <p:to>
                                        <p:strVal val="visible"/>
                                      </p:to>
                                    </p:set>
                                    <p:animEffect transition="in" filter="dissolve">
                                      <p:cBhvr>
                                        <p:cTn id="63" dur="500"/>
                                        <p:tgtEl>
                                          <p:spTgt spid="62">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wipe(left)">
                                      <p:cBhvr>
                                        <p:cTn id="68" dur="500"/>
                                        <p:tgtEl>
                                          <p:spTgt spid="57"/>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61">
                                            <p:txEl>
                                              <p:pRg st="0" end="0"/>
                                            </p:txEl>
                                          </p:spTgt>
                                        </p:tgtEl>
                                        <p:attrNameLst>
                                          <p:attrName>style.visibility</p:attrName>
                                        </p:attrNameLst>
                                      </p:cBhvr>
                                      <p:to>
                                        <p:strVal val="visible"/>
                                      </p:to>
                                    </p:set>
                                    <p:animEffect transition="in" filter="dissolve">
                                      <p:cBhvr>
                                        <p:cTn id="73" dur="500"/>
                                        <p:tgtEl>
                                          <p:spTgt spid="61">
                                            <p:txEl>
                                              <p:pRg st="0" end="0"/>
                                            </p:txEl>
                                          </p:spTgt>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59">
                                            <p:txEl>
                                              <p:pRg st="0" end="0"/>
                                            </p:txEl>
                                          </p:spTgt>
                                        </p:tgtEl>
                                        <p:attrNameLst>
                                          <p:attrName>style.visibility</p:attrName>
                                        </p:attrNameLst>
                                      </p:cBhvr>
                                      <p:to>
                                        <p:strVal val="visible"/>
                                      </p:to>
                                    </p:set>
                                    <p:animEffect transition="in" filter="wipe(left)">
                                      <p:cBhvr>
                                        <p:cTn id="77" dur="500"/>
                                        <p:tgtEl>
                                          <p:spTgt spid="59">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60">
                                            <p:txEl>
                                              <p:pRg st="0" end="0"/>
                                            </p:txEl>
                                          </p:spTgt>
                                        </p:tgtEl>
                                        <p:attrNameLst>
                                          <p:attrName>style.visibility</p:attrName>
                                        </p:attrNameLst>
                                      </p:cBhvr>
                                      <p:to>
                                        <p:strVal val="visible"/>
                                      </p:to>
                                    </p:set>
                                    <p:animEffect transition="in" filter="dissolve">
                                      <p:cBhvr>
                                        <p:cTn id="82" dur="500"/>
                                        <p:tgtEl>
                                          <p:spTgt spid="60">
                                            <p:txEl>
                                              <p:pRg st="0" end="0"/>
                                            </p:txEl>
                                          </p:spTgt>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56">
                                            <p:txEl>
                                              <p:pRg st="0" end="0"/>
                                            </p:txEl>
                                          </p:spTgt>
                                        </p:tgtEl>
                                        <p:attrNameLst>
                                          <p:attrName>style.visibility</p:attrName>
                                        </p:attrNameLst>
                                      </p:cBhvr>
                                      <p:to>
                                        <p:strVal val="visible"/>
                                      </p:to>
                                    </p:set>
                                    <p:animEffect transition="in" filter="wipe(left)">
                                      <p:cBhvr>
                                        <p:cTn id="86" dur="500"/>
                                        <p:tgtEl>
                                          <p:spTgt spid="56">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63">
                                            <p:txEl>
                                              <p:pRg st="0" end="0"/>
                                            </p:txEl>
                                          </p:spTgt>
                                        </p:tgtEl>
                                        <p:attrNameLst>
                                          <p:attrName>style.visibility</p:attrName>
                                        </p:attrNameLst>
                                      </p:cBhvr>
                                      <p:to>
                                        <p:strVal val="visible"/>
                                      </p:to>
                                    </p:set>
                                    <p:animEffect transition="in" filter="wipe(left)">
                                      <p:cBhvr>
                                        <p:cTn id="91" dur="500"/>
                                        <p:tgtEl>
                                          <p:spTgt spid="63">
                                            <p:txEl>
                                              <p:pRg st="0" end="0"/>
                                            </p:txEl>
                                          </p:spTgt>
                                        </p:tgtEl>
                                      </p:cBhvr>
                                    </p:animEffect>
                                  </p:childTnLst>
                                </p:cTn>
                              </p:par>
                            </p:childTnLst>
                          </p:cTn>
                        </p:par>
                        <p:par>
                          <p:cTn id="92" fill="hold">
                            <p:stCondLst>
                              <p:cond delay="500"/>
                            </p:stCondLst>
                            <p:childTnLst>
                              <p:par>
                                <p:cTn id="93" presetID="22" presetClass="entr" presetSubtype="8" fill="hold" grpId="0" nodeType="afterEffect">
                                  <p:stCondLst>
                                    <p:cond delay="0"/>
                                  </p:stCondLst>
                                  <p:childTnLst>
                                    <p:set>
                                      <p:cBhvr>
                                        <p:cTn id="94" dur="1" fill="hold">
                                          <p:stCondLst>
                                            <p:cond delay="0"/>
                                          </p:stCondLst>
                                        </p:cTn>
                                        <p:tgtEl>
                                          <p:spTgt spid="24">
                                            <p:txEl>
                                              <p:pRg st="0" end="0"/>
                                            </p:txEl>
                                          </p:spTgt>
                                        </p:tgtEl>
                                        <p:attrNameLst>
                                          <p:attrName>style.visibility</p:attrName>
                                        </p:attrNameLst>
                                      </p:cBhvr>
                                      <p:to>
                                        <p:strVal val="visible"/>
                                      </p:to>
                                    </p:set>
                                    <p:animEffect transition="in" filter="wipe(left)">
                                      <p:cBhvr>
                                        <p:cTn id="95" dur="500"/>
                                        <p:tgtEl>
                                          <p:spTgt spid="24">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25">
                                            <p:txEl>
                                              <p:pRg st="0" end="0"/>
                                            </p:txEl>
                                          </p:spTgt>
                                        </p:tgtEl>
                                        <p:attrNameLst>
                                          <p:attrName>style.visibility</p:attrName>
                                        </p:attrNameLst>
                                      </p:cBhvr>
                                      <p:to>
                                        <p:strVal val="visible"/>
                                      </p:to>
                                    </p:set>
                                    <p:animEffect transition="in" filter="wipe(left)">
                                      <p:cBhvr>
                                        <p:cTn id="100" dur="500"/>
                                        <p:tgtEl>
                                          <p:spTgt spid="25">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26">
                                            <p:txEl>
                                              <p:pRg st="0" end="0"/>
                                            </p:txEl>
                                          </p:spTgt>
                                        </p:tgtEl>
                                        <p:attrNameLst>
                                          <p:attrName>style.visibility</p:attrName>
                                        </p:attrNameLst>
                                      </p:cBhvr>
                                      <p:to>
                                        <p:strVal val="visible"/>
                                      </p:to>
                                    </p:set>
                                    <p:animEffect transition="in" filter="wipe(left)">
                                      <p:cBhvr>
                                        <p:cTn id="105" dur="500"/>
                                        <p:tgtEl>
                                          <p:spTgt spid="26">
                                            <p:txEl>
                                              <p:pRg st="0" end="0"/>
                                            </p:txEl>
                                          </p:spTgt>
                                        </p:tgtEl>
                                      </p:cBhvr>
                                    </p:animEffect>
                                  </p:childTnLst>
                                </p:cTn>
                              </p:par>
                            </p:childTnLst>
                          </p:cTn>
                        </p:par>
                        <p:par>
                          <p:cTn id="106" fill="hold">
                            <p:stCondLst>
                              <p:cond delay="500"/>
                            </p:stCondLst>
                            <p:childTnLst>
                              <p:par>
                                <p:cTn id="107" presetID="22" presetClass="entr" presetSubtype="8" fill="hold" grpId="0" nodeType="afterEffect">
                                  <p:stCondLst>
                                    <p:cond delay="0"/>
                                  </p:stCondLst>
                                  <p:childTnLst>
                                    <p:set>
                                      <p:cBhvr>
                                        <p:cTn id="108" dur="1" fill="hold">
                                          <p:stCondLst>
                                            <p:cond delay="0"/>
                                          </p:stCondLst>
                                        </p:cTn>
                                        <p:tgtEl>
                                          <p:spTgt spid="27">
                                            <p:txEl>
                                              <p:pRg st="0" end="0"/>
                                            </p:txEl>
                                          </p:spTgt>
                                        </p:tgtEl>
                                        <p:attrNameLst>
                                          <p:attrName>style.visibility</p:attrName>
                                        </p:attrNameLst>
                                      </p:cBhvr>
                                      <p:to>
                                        <p:strVal val="visible"/>
                                      </p:to>
                                    </p:set>
                                    <p:animEffect transition="in" filter="wipe(left)">
                                      <p:cBhvr>
                                        <p:cTn id="109" dur="500"/>
                                        <p:tgtEl>
                                          <p:spTgt spid="27">
                                            <p:txEl>
                                              <p:pRg st="0" end="0"/>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28">
                                            <p:txEl>
                                              <p:pRg st="0" end="0"/>
                                            </p:txEl>
                                          </p:spTgt>
                                        </p:tgtEl>
                                        <p:attrNameLst>
                                          <p:attrName>style.visibility</p:attrName>
                                        </p:attrNameLst>
                                      </p:cBhvr>
                                      <p:to>
                                        <p:strVal val="visible"/>
                                      </p:to>
                                    </p:set>
                                    <p:animEffect transition="in" filter="wipe(left)">
                                      <p:cBhvr>
                                        <p:cTn id="114" dur="500"/>
                                        <p:tgtEl>
                                          <p:spTgt spid="28">
                                            <p:txEl>
                                              <p:pRg st="0" end="0"/>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29">
                                            <p:txEl>
                                              <p:pRg st="0" end="0"/>
                                            </p:txEl>
                                          </p:spTgt>
                                        </p:tgtEl>
                                        <p:attrNameLst>
                                          <p:attrName>style.visibility</p:attrName>
                                        </p:attrNameLst>
                                      </p:cBhvr>
                                      <p:to>
                                        <p:strVal val="visible"/>
                                      </p:to>
                                    </p:set>
                                    <p:animEffect transition="in" filter="wipe(left)">
                                      <p:cBhvr>
                                        <p:cTn id="119"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build="p"/>
      <p:bldP spid="43" grpId="0" build="p"/>
      <p:bldP spid="44" grpId="0"/>
      <p:bldP spid="73" grpId="0" build="p"/>
      <p:bldP spid="74" grpId="0" build="p"/>
      <p:bldP spid="75" grpId="0" build="p"/>
      <p:bldP spid="76" grpId="0" build="p"/>
      <p:bldP spid="77" grpId="0" build="p"/>
      <p:bldP spid="80" grpId="0" build="p"/>
      <p:bldP spid="54" grpId="0"/>
      <p:bldP spid="55" grpId="0" build="p"/>
      <p:bldP spid="56" grpId="0" build="p"/>
      <p:bldP spid="57" grpId="0"/>
      <p:bldP spid="58" grpId="0" build="p"/>
      <p:bldP spid="59" grpId="0" build="p"/>
      <p:bldP spid="60" grpId="0" build="p"/>
      <p:bldP spid="61" grpId="0" build="p"/>
      <p:bldP spid="62" grpId="0" build="p"/>
      <p:bldP spid="63" grpId="0" build="p"/>
      <p:bldP spid="24" grpId="0" build="p"/>
      <p:bldP spid="25" grpId="0" build="p"/>
      <p:bldP spid="26" grpId="0" build="p"/>
      <p:bldP spid="27" grpId="0" build="p"/>
      <p:bldP spid="28" grpId="0" build="p"/>
      <p:bldP spid="29" grpId="0" build="p"/>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 name="Rectangle 2"/>
          <p:cNvSpPr txBox="1">
            <a:spLocks noChangeArrowheads="1"/>
          </p:cNvSpPr>
          <p:nvPr/>
        </p:nvSpPr>
        <p:spPr bwMode="auto">
          <a:xfrm>
            <a:off x="0" y="3543300"/>
            <a:ext cx="52578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algn="l" eaLnBrk="1" hangingPunct="1">
              <a:lnSpc>
                <a:spcPct val="90000"/>
              </a:lnSpc>
            </a:pPr>
            <a:r>
              <a:rPr lang="th-TH" sz="2800" b="1" kern="0" dirty="0">
                <a:solidFill>
                  <a:srgbClr val="CC00CC"/>
                </a:solidFill>
                <a:latin typeface="Angsana New" pitchFamily="18" charset="-34"/>
                <a:cs typeface="Angsana New" panose="02020603050405020304" pitchFamily="18" charset="-34"/>
              </a:rPr>
              <a:t>ตัวอย่าง </a:t>
            </a:r>
            <a:r>
              <a:rPr lang="en-US" sz="2800" b="1" kern="0" dirty="0">
                <a:solidFill>
                  <a:srgbClr val="CC00CC"/>
                </a:solidFill>
                <a:latin typeface="Angsana New" pitchFamily="18" charset="-34"/>
                <a:cs typeface="Angsana New" panose="02020603050405020304" pitchFamily="18" charset="-34"/>
              </a:rPr>
              <a:t>: </a:t>
            </a:r>
            <a:r>
              <a:rPr lang="th-TH" sz="2800" b="1" kern="0" dirty="0">
                <a:solidFill>
                  <a:srgbClr val="CC00CC"/>
                </a:solidFill>
                <a:latin typeface="Angsana New" pitchFamily="18" charset="-34"/>
                <a:cs typeface="Angsana New" panose="02020603050405020304" pitchFamily="18" charset="-34"/>
              </a:rPr>
              <a:t>การทำประกันภัยชีวิต</a:t>
            </a:r>
          </a:p>
        </p:txBody>
      </p:sp>
      <p:sp>
        <p:nvSpPr>
          <p:cNvPr id="42" name="Rectangle 3"/>
          <p:cNvSpPr txBox="1">
            <a:spLocks noChangeArrowheads="1"/>
          </p:cNvSpPr>
          <p:nvPr/>
        </p:nvSpPr>
        <p:spPr bwMode="auto">
          <a:xfrm>
            <a:off x="0" y="4079875"/>
            <a:ext cx="2560638" cy="4126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cs typeface="+mn-cs"/>
              </a:defRPr>
            </a:lvl2pPr>
            <a:lvl3pPr marL="914400" indent="0" algn="ctr" rtl="0" eaLnBrk="0" fontAlgn="base" hangingPunct="0">
              <a:spcBef>
                <a:spcPct val="20000"/>
              </a:spcBef>
              <a:spcAft>
                <a:spcPct val="0"/>
              </a:spcAft>
              <a:buNone/>
              <a:defRPr sz="2400">
                <a:solidFill>
                  <a:schemeClr val="tx1"/>
                </a:solidFill>
                <a:latin typeface="+mn-lt"/>
                <a:cs typeface="+mn-cs"/>
              </a:defRPr>
            </a:lvl3pPr>
            <a:lvl4pPr marL="1371600" indent="0" algn="ctr" rtl="0" eaLnBrk="0" fontAlgn="base" hangingPunct="0">
              <a:spcBef>
                <a:spcPct val="20000"/>
              </a:spcBef>
              <a:spcAft>
                <a:spcPct val="0"/>
              </a:spcAft>
              <a:buNone/>
              <a:defRPr sz="2000">
                <a:solidFill>
                  <a:schemeClr val="tx1"/>
                </a:solidFill>
                <a:latin typeface="+mn-lt"/>
                <a:cs typeface="+mn-cs"/>
              </a:defRPr>
            </a:lvl4pPr>
            <a:lvl5pPr marL="1828800" indent="0" algn="ctr" rtl="0" eaLnBrk="0" fontAlgn="base" hangingPunct="0">
              <a:spcBef>
                <a:spcPct val="20000"/>
              </a:spcBef>
              <a:spcAft>
                <a:spcPct val="0"/>
              </a:spcAft>
              <a:buNone/>
              <a:defRPr sz="2000">
                <a:solidFill>
                  <a:schemeClr val="tx1"/>
                </a:solidFill>
                <a:latin typeface="+mn-lt"/>
                <a:cs typeface="+mn-cs"/>
              </a:defRPr>
            </a:lvl5pPr>
            <a:lvl6pPr marL="2286000" indent="0" algn="ctr" rtl="0" fontAlgn="base">
              <a:spcBef>
                <a:spcPct val="20000"/>
              </a:spcBef>
              <a:spcAft>
                <a:spcPct val="0"/>
              </a:spcAft>
              <a:buNone/>
              <a:defRPr sz="2000">
                <a:solidFill>
                  <a:schemeClr val="tx1"/>
                </a:solidFill>
                <a:latin typeface="+mn-lt"/>
                <a:cs typeface="+mn-cs"/>
              </a:defRPr>
            </a:lvl6pPr>
            <a:lvl7pPr marL="2743200" indent="0" algn="ctr" rtl="0" fontAlgn="base">
              <a:spcBef>
                <a:spcPct val="20000"/>
              </a:spcBef>
              <a:spcAft>
                <a:spcPct val="0"/>
              </a:spcAft>
              <a:buNone/>
              <a:defRPr sz="2000">
                <a:solidFill>
                  <a:schemeClr val="tx1"/>
                </a:solidFill>
                <a:latin typeface="+mn-lt"/>
                <a:cs typeface="+mn-cs"/>
              </a:defRPr>
            </a:lvl7pPr>
            <a:lvl8pPr marL="3200400" indent="0" algn="ctr" rtl="0" fontAlgn="base">
              <a:spcBef>
                <a:spcPct val="20000"/>
              </a:spcBef>
              <a:spcAft>
                <a:spcPct val="0"/>
              </a:spcAft>
              <a:buNone/>
              <a:defRPr sz="2000">
                <a:solidFill>
                  <a:schemeClr val="tx1"/>
                </a:solidFill>
                <a:latin typeface="+mn-lt"/>
                <a:cs typeface="+mn-cs"/>
              </a:defRPr>
            </a:lvl8pPr>
            <a:lvl9pPr marL="3657600" indent="0" algn="ctr" rtl="0" fontAlgn="base">
              <a:spcBef>
                <a:spcPct val="20000"/>
              </a:spcBef>
              <a:spcAft>
                <a:spcPct val="0"/>
              </a:spcAft>
              <a:buNone/>
              <a:defRPr sz="2000">
                <a:solidFill>
                  <a:schemeClr val="tx1"/>
                </a:solidFill>
                <a:latin typeface="+mn-lt"/>
                <a:cs typeface="+mn-cs"/>
              </a:defRPr>
            </a:lvl9pPr>
          </a:lstStyle>
          <a:p>
            <a:pPr algn="l" eaLnBrk="1" hangingPunct="1">
              <a:lnSpc>
                <a:spcPct val="90000"/>
              </a:lnSpc>
              <a:spcBef>
                <a:spcPct val="0"/>
              </a:spcBef>
              <a:tabLst>
                <a:tab pos="457200" algn="l"/>
              </a:tabLst>
            </a:pPr>
            <a:r>
              <a:rPr lang="th-TH" sz="2800" b="1" kern="0" dirty="0">
                <a:solidFill>
                  <a:srgbClr val="5A3600"/>
                </a:solidFill>
                <a:latin typeface="Angsana New" pitchFamily="18" charset="-34"/>
                <a:cs typeface="Angsana New" panose="02020603050405020304" pitchFamily="18" charset="-34"/>
              </a:rPr>
              <a:t>การทดลอง </a:t>
            </a:r>
            <a:r>
              <a:rPr lang="en-US" sz="2800" b="1" kern="0" dirty="0">
                <a:solidFill>
                  <a:srgbClr val="5A3600"/>
                </a:solidFill>
                <a:latin typeface="Angsana New" pitchFamily="18" charset="-34"/>
                <a:cs typeface="Angsana New" panose="02020603050405020304" pitchFamily="18" charset="-34"/>
              </a:rPr>
              <a:t>:</a:t>
            </a:r>
            <a:endParaRPr lang="th-TH" sz="2800" b="1" kern="0" dirty="0">
              <a:solidFill>
                <a:srgbClr val="FF9900"/>
              </a:solidFill>
              <a:latin typeface="Angsana New" pitchFamily="18" charset="-34"/>
              <a:cs typeface="Angsana New" panose="02020603050405020304" pitchFamily="18" charset="-34"/>
            </a:endParaRPr>
          </a:p>
        </p:txBody>
      </p:sp>
      <p:sp>
        <p:nvSpPr>
          <p:cNvPr id="43" name="Rectangle 5"/>
          <p:cNvSpPr>
            <a:spLocks noChangeArrowheads="1"/>
          </p:cNvSpPr>
          <p:nvPr/>
        </p:nvSpPr>
        <p:spPr bwMode="auto">
          <a:xfrm>
            <a:off x="1338470" y="5753100"/>
            <a:ext cx="7726018" cy="495300"/>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itchFamily="18" charset="-34"/>
              </a:rPr>
              <a:t>เหตุการณ์ที่สุ่มได้คนที่ทำ</a:t>
            </a:r>
            <a:r>
              <a:rPr lang="th-TH" b="1" dirty="0">
                <a:solidFill>
                  <a:srgbClr val="3333FF"/>
                </a:solidFill>
                <a:latin typeface="Angsana New" pitchFamily="18" charset="-34"/>
              </a:rPr>
              <a:t>ประกันภัยรถยนต์</a:t>
            </a:r>
            <a:r>
              <a:rPr lang="th-TH" b="1" dirty="0">
                <a:solidFill>
                  <a:srgbClr val="0000FF"/>
                </a:solidFill>
                <a:latin typeface="Angsana New" pitchFamily="18" charset="-34"/>
              </a:rPr>
              <a:t>และมีอายุ น้อยกว่า 40 ปี</a:t>
            </a:r>
            <a:endParaRPr lang="en-US" b="1" dirty="0">
              <a:solidFill>
                <a:srgbClr val="0000FF"/>
              </a:solidFill>
              <a:latin typeface="Angsana New" pitchFamily="18" charset="-34"/>
            </a:endParaRPr>
          </a:p>
        </p:txBody>
      </p:sp>
      <p:sp>
        <p:nvSpPr>
          <p:cNvPr id="44" name="Rectangle 4"/>
          <p:cNvSpPr>
            <a:spLocks noChangeArrowheads="1"/>
          </p:cNvSpPr>
          <p:nvPr/>
        </p:nvSpPr>
        <p:spPr bwMode="auto">
          <a:xfrm>
            <a:off x="1066800" y="4663108"/>
            <a:ext cx="6428837" cy="485775"/>
          </a:xfrm>
          <a:prstGeom prst="rect">
            <a:avLst/>
          </a:prstGeom>
          <a:noFill/>
          <a:ln w="9525">
            <a:noFill/>
            <a:miter lim="800000"/>
            <a:headEnd/>
            <a:tailEnd/>
          </a:ln>
        </p:spPr>
        <p:txBody>
          <a:bodyPr/>
          <a:lstStyle/>
          <a:p>
            <a:pPr>
              <a:lnSpc>
                <a:spcPct val="90000"/>
              </a:lnSpc>
              <a:tabLst>
                <a:tab pos="457200" algn="l"/>
              </a:tabLst>
            </a:pPr>
            <a:r>
              <a:rPr lang="th-TH" b="1" dirty="0">
                <a:solidFill>
                  <a:srgbClr val="3333FF"/>
                </a:solidFill>
                <a:latin typeface="Angsana New" pitchFamily="18" charset="-34"/>
              </a:rPr>
              <a:t>คนที่ทำประกันภัยรถยนต์มีอายุ </a:t>
            </a:r>
            <a:r>
              <a:rPr lang="th-TH" b="1" i="1" dirty="0">
                <a:solidFill>
                  <a:srgbClr val="3333FF"/>
                </a:solidFill>
                <a:latin typeface="Angsana New" pitchFamily="18" charset="-34"/>
              </a:rPr>
              <a:t> </a:t>
            </a:r>
            <a:r>
              <a:rPr lang="en-US" b="1" i="1" dirty="0">
                <a:solidFill>
                  <a:srgbClr val="3333FF"/>
                </a:solidFill>
                <a:latin typeface="Angsana New" pitchFamily="18" charset="-34"/>
              </a:rPr>
              <a:t>x </a:t>
            </a:r>
            <a:r>
              <a:rPr lang="th-TH" b="1" dirty="0">
                <a:solidFill>
                  <a:srgbClr val="3333FF"/>
                </a:solidFill>
                <a:latin typeface="Angsana New" pitchFamily="18" charset="-34"/>
              </a:rPr>
              <a:t>ปี</a:t>
            </a:r>
          </a:p>
        </p:txBody>
      </p:sp>
      <p:sp>
        <p:nvSpPr>
          <p:cNvPr id="73" name="Rectangle 47"/>
          <p:cNvSpPr>
            <a:spLocks noChangeArrowheads="1"/>
          </p:cNvSpPr>
          <p:nvPr/>
        </p:nvSpPr>
        <p:spPr bwMode="auto">
          <a:xfrm>
            <a:off x="1371600" y="4089952"/>
            <a:ext cx="6669156" cy="460375"/>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anose="02020603050405020304" pitchFamily="18" charset="-34"/>
              </a:rPr>
              <a:t>สุ่มลูกค้าที่ทำประกันภัยกับบริษัทประกันภัย </a:t>
            </a:r>
            <a:r>
              <a:rPr lang="en-US" b="1" dirty="0">
                <a:solidFill>
                  <a:srgbClr val="0000FF"/>
                </a:solidFill>
                <a:latin typeface="Angsana New" panose="02020603050405020304" pitchFamily="18" charset="-34"/>
              </a:rPr>
              <a:t>AAA</a:t>
            </a:r>
            <a:endParaRPr lang="th-TH" b="1" dirty="0">
              <a:solidFill>
                <a:srgbClr val="0000FF"/>
              </a:solidFill>
              <a:latin typeface="Angsana New" panose="02020603050405020304" pitchFamily="18" charset="-34"/>
            </a:endParaRPr>
          </a:p>
        </p:txBody>
      </p:sp>
      <p:sp>
        <p:nvSpPr>
          <p:cNvPr id="74" name="Rectangle 48"/>
          <p:cNvSpPr>
            <a:spLocks noChangeArrowheads="1"/>
          </p:cNvSpPr>
          <p:nvPr/>
        </p:nvSpPr>
        <p:spPr bwMode="auto">
          <a:xfrm>
            <a:off x="1865243" y="5219700"/>
            <a:ext cx="4419600" cy="457200"/>
          </a:xfrm>
          <a:prstGeom prst="rect">
            <a:avLst/>
          </a:prstGeom>
          <a:noFill/>
          <a:ln w="9525">
            <a:noFill/>
            <a:miter lim="800000"/>
            <a:headEnd/>
            <a:tailEnd/>
          </a:ln>
        </p:spPr>
        <p:txBody>
          <a:bodyPr/>
          <a:lstStyle/>
          <a:p>
            <a:pPr>
              <a:lnSpc>
                <a:spcPct val="90000"/>
              </a:lnSpc>
              <a:tabLst>
                <a:tab pos="457200" algn="l"/>
              </a:tabLst>
            </a:pPr>
            <a:r>
              <a:rPr lang="en-US" b="1" dirty="0">
                <a:solidFill>
                  <a:srgbClr val="0000FF"/>
                </a:solidFill>
                <a:latin typeface="Angsana New" panose="02020603050405020304" pitchFamily="18" charset="-34"/>
              </a:rPr>
              <a:t>S = {</a:t>
            </a:r>
            <a:r>
              <a:rPr lang="en-US" b="1" i="1" dirty="0">
                <a:solidFill>
                  <a:srgbClr val="0000FF"/>
                </a:solidFill>
                <a:latin typeface="Angsana New" panose="02020603050405020304" pitchFamily="18" charset="-34"/>
              </a:rPr>
              <a:t>x</a:t>
            </a:r>
            <a:r>
              <a:rPr lang="en-US" b="1" dirty="0">
                <a:solidFill>
                  <a:srgbClr val="0000FF"/>
                </a:solidFill>
                <a:latin typeface="Angsana New" panose="02020603050405020304" pitchFamily="18" charset="-34"/>
              </a:rPr>
              <a:t> | </a:t>
            </a:r>
            <a:r>
              <a:rPr lang="en-US" b="1" i="1" dirty="0">
                <a:solidFill>
                  <a:srgbClr val="3333FF"/>
                </a:solidFill>
                <a:latin typeface="Angsana New" pitchFamily="18" charset="-34"/>
              </a:rPr>
              <a:t>x</a:t>
            </a:r>
            <a:r>
              <a:rPr lang="en-US" b="1" dirty="0">
                <a:solidFill>
                  <a:srgbClr val="3333FF"/>
                </a:solidFill>
                <a:latin typeface="Angsana New" pitchFamily="18" charset="-34"/>
              </a:rPr>
              <a:t> </a:t>
            </a:r>
            <a:r>
              <a:rPr lang="en-US" b="1" u="sng" dirty="0">
                <a:solidFill>
                  <a:srgbClr val="3333FF"/>
                </a:solidFill>
                <a:latin typeface="Angsana New" pitchFamily="18" charset="-34"/>
              </a:rPr>
              <a:t>&gt;</a:t>
            </a:r>
            <a:r>
              <a:rPr lang="en-US" b="1" dirty="0">
                <a:solidFill>
                  <a:srgbClr val="3333FF"/>
                </a:solidFill>
                <a:latin typeface="Angsana New" pitchFamily="18" charset="-34"/>
              </a:rPr>
              <a:t> </a:t>
            </a:r>
            <a:r>
              <a:rPr lang="th-TH" b="1" dirty="0">
                <a:solidFill>
                  <a:srgbClr val="3333FF"/>
                </a:solidFill>
                <a:latin typeface="Angsana New" pitchFamily="18" charset="-34"/>
              </a:rPr>
              <a:t>18</a:t>
            </a:r>
            <a:r>
              <a:rPr lang="en-US" b="1" dirty="0">
                <a:solidFill>
                  <a:srgbClr val="0000FF"/>
                </a:solidFill>
                <a:latin typeface="Angsana New" panose="02020603050405020304" pitchFamily="18" charset="-34"/>
              </a:rPr>
              <a:t>} = [18 , </a:t>
            </a:r>
            <a:r>
              <a:rPr lang="en-US" sz="2400" b="1" dirty="0">
                <a:solidFill>
                  <a:srgbClr val="0000FF"/>
                </a:solidFill>
                <a:latin typeface="Angsana New" panose="02020603050405020304" pitchFamily="18" charset="-34"/>
                <a:sym typeface="Symbol"/>
              </a:rPr>
              <a:t></a:t>
            </a:r>
            <a:r>
              <a:rPr lang="en-US" b="1" dirty="0">
                <a:solidFill>
                  <a:srgbClr val="0000FF"/>
                </a:solidFill>
                <a:latin typeface="Angsana New" panose="02020603050405020304" pitchFamily="18" charset="-34"/>
                <a:sym typeface="Symbol"/>
              </a:rPr>
              <a:t>)</a:t>
            </a:r>
            <a:r>
              <a:rPr lang="en-US" b="1" dirty="0">
                <a:solidFill>
                  <a:srgbClr val="0000FF"/>
                </a:solidFill>
                <a:latin typeface="Angsana New" panose="02020603050405020304" pitchFamily="18" charset="-34"/>
              </a:rPr>
              <a:t>   </a:t>
            </a:r>
            <a:endParaRPr lang="en-US" b="1" dirty="0">
              <a:solidFill>
                <a:srgbClr val="5A3600"/>
              </a:solidFill>
              <a:latin typeface="Angsana New" pitchFamily="18" charset="-34"/>
            </a:endParaRPr>
          </a:p>
        </p:txBody>
      </p:sp>
      <p:sp>
        <p:nvSpPr>
          <p:cNvPr id="75" name="Rectangle 50"/>
          <p:cNvSpPr>
            <a:spLocks noChangeArrowheads="1"/>
          </p:cNvSpPr>
          <p:nvPr/>
        </p:nvSpPr>
        <p:spPr bwMode="auto">
          <a:xfrm>
            <a:off x="59889" y="5753100"/>
            <a:ext cx="2332037"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เหตุการณ์ </a:t>
            </a:r>
            <a:r>
              <a:rPr lang="en-US" b="1" dirty="0">
                <a:solidFill>
                  <a:srgbClr val="5A3600"/>
                </a:solidFill>
                <a:latin typeface="Angsana New" pitchFamily="18" charset="-34"/>
              </a:rPr>
              <a:t>: </a:t>
            </a:r>
            <a:endParaRPr lang="th-TH" b="1" dirty="0">
              <a:solidFill>
                <a:srgbClr val="0000FF"/>
              </a:solidFill>
              <a:latin typeface="Angsana New" pitchFamily="18" charset="-34"/>
            </a:endParaRPr>
          </a:p>
        </p:txBody>
      </p:sp>
      <p:sp>
        <p:nvSpPr>
          <p:cNvPr id="76" name="Rectangle 51"/>
          <p:cNvSpPr>
            <a:spLocks noChangeArrowheads="1"/>
          </p:cNvSpPr>
          <p:nvPr/>
        </p:nvSpPr>
        <p:spPr bwMode="auto">
          <a:xfrm>
            <a:off x="36443" y="5219700"/>
            <a:ext cx="28956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ปริภูมิตัวอย่าง </a:t>
            </a:r>
            <a:r>
              <a:rPr lang="en-US" b="1" dirty="0">
                <a:solidFill>
                  <a:srgbClr val="5A3600"/>
                </a:solidFill>
                <a:latin typeface="Angsana New" pitchFamily="18" charset="-34"/>
              </a:rPr>
              <a:t>:</a:t>
            </a:r>
            <a:r>
              <a:rPr lang="en-US" b="1" dirty="0">
                <a:solidFill>
                  <a:srgbClr val="0000FF"/>
                </a:solidFill>
                <a:latin typeface="Angsana New" pitchFamily="18" charset="-34"/>
              </a:rPr>
              <a:t> </a:t>
            </a:r>
          </a:p>
        </p:txBody>
      </p:sp>
      <p:sp>
        <p:nvSpPr>
          <p:cNvPr id="77" name="Rectangle 52"/>
          <p:cNvSpPr>
            <a:spLocks noChangeArrowheads="1"/>
          </p:cNvSpPr>
          <p:nvPr/>
        </p:nvSpPr>
        <p:spPr bwMode="auto">
          <a:xfrm>
            <a:off x="16852" y="4663586"/>
            <a:ext cx="19050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ผลลัพธ์ </a:t>
            </a:r>
            <a:r>
              <a:rPr lang="en-US" b="1" dirty="0">
                <a:solidFill>
                  <a:srgbClr val="5A3600"/>
                </a:solidFill>
                <a:latin typeface="Angsana New" pitchFamily="18" charset="-34"/>
              </a:rPr>
              <a:t>:</a:t>
            </a:r>
            <a:endParaRPr lang="th-TH" b="1" dirty="0">
              <a:solidFill>
                <a:srgbClr val="FF9900"/>
              </a:solidFill>
              <a:latin typeface="Angsana New" pitchFamily="18" charset="-34"/>
            </a:endParaRPr>
          </a:p>
        </p:txBody>
      </p:sp>
      <p:sp>
        <p:nvSpPr>
          <p:cNvPr id="80" name="Rectangle 5"/>
          <p:cNvSpPr>
            <a:spLocks noChangeArrowheads="1"/>
          </p:cNvSpPr>
          <p:nvPr/>
        </p:nvSpPr>
        <p:spPr bwMode="auto">
          <a:xfrm>
            <a:off x="2034495" y="6210300"/>
            <a:ext cx="3756705" cy="495300"/>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itchFamily="18" charset="-34"/>
              </a:rPr>
              <a:t>= {x | </a:t>
            </a:r>
            <a:r>
              <a:rPr lang="th-TH" b="1" dirty="0">
                <a:solidFill>
                  <a:srgbClr val="FF0000"/>
                </a:solidFill>
                <a:latin typeface="Angsana New" pitchFamily="18" charset="-34"/>
              </a:rPr>
              <a:t>18 </a:t>
            </a:r>
            <a:r>
              <a:rPr lang="en-US" b="1" u="sng" dirty="0">
                <a:solidFill>
                  <a:srgbClr val="FF0000"/>
                </a:solidFill>
                <a:latin typeface="Angsana New" pitchFamily="18" charset="-34"/>
              </a:rPr>
              <a:t>&lt;</a:t>
            </a:r>
            <a:r>
              <a:rPr lang="en-US" b="1" dirty="0">
                <a:solidFill>
                  <a:srgbClr val="FF0000"/>
                </a:solidFill>
                <a:latin typeface="Angsana New" pitchFamily="18" charset="-34"/>
              </a:rPr>
              <a:t> </a:t>
            </a:r>
            <a:r>
              <a:rPr lang="en-US" b="1" i="1" dirty="0">
                <a:solidFill>
                  <a:srgbClr val="FF0000"/>
                </a:solidFill>
                <a:latin typeface="Angsana New" pitchFamily="18" charset="-34"/>
              </a:rPr>
              <a:t>x</a:t>
            </a:r>
            <a:r>
              <a:rPr lang="en-US" b="1" dirty="0">
                <a:solidFill>
                  <a:srgbClr val="FF0000"/>
                </a:solidFill>
                <a:latin typeface="Angsana New" pitchFamily="18" charset="-34"/>
              </a:rPr>
              <a:t> &lt; </a:t>
            </a:r>
            <a:r>
              <a:rPr lang="th-TH" b="1" dirty="0">
                <a:solidFill>
                  <a:srgbClr val="FF0000"/>
                </a:solidFill>
                <a:latin typeface="Angsana New" pitchFamily="18" charset="-34"/>
              </a:rPr>
              <a:t>40</a:t>
            </a:r>
            <a:r>
              <a:rPr lang="en-US" b="1" dirty="0">
                <a:solidFill>
                  <a:srgbClr val="FF0000"/>
                </a:solidFill>
                <a:latin typeface="Angsana New" pitchFamily="18" charset="-34"/>
              </a:rPr>
              <a:t>} = [18 , 40)</a:t>
            </a:r>
          </a:p>
        </p:txBody>
      </p:sp>
      <p:sp>
        <p:nvSpPr>
          <p:cNvPr id="64" name="Rectangle 2"/>
          <p:cNvSpPr txBox="1">
            <a:spLocks noChangeArrowheads="1"/>
          </p:cNvSpPr>
          <p:nvPr/>
        </p:nvSpPr>
        <p:spPr bwMode="auto">
          <a:xfrm>
            <a:off x="0" y="76200"/>
            <a:ext cx="52578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algn="l" eaLnBrk="1" hangingPunct="1">
              <a:lnSpc>
                <a:spcPct val="90000"/>
              </a:lnSpc>
            </a:pPr>
            <a:r>
              <a:rPr lang="th-TH" sz="2800" b="1" kern="0" dirty="0">
                <a:solidFill>
                  <a:srgbClr val="CC00CC"/>
                </a:solidFill>
                <a:latin typeface="Angsana New" pitchFamily="18" charset="-34"/>
                <a:cs typeface="Angsana New" panose="02020603050405020304" pitchFamily="18" charset="-34"/>
              </a:rPr>
              <a:t>ตัวอย่าง </a:t>
            </a:r>
            <a:r>
              <a:rPr lang="en-US" sz="2800" b="1" kern="0" dirty="0">
                <a:solidFill>
                  <a:srgbClr val="CC00CC"/>
                </a:solidFill>
                <a:latin typeface="Angsana New" pitchFamily="18" charset="-34"/>
                <a:cs typeface="Angsana New" panose="02020603050405020304" pitchFamily="18" charset="-34"/>
              </a:rPr>
              <a:t>: </a:t>
            </a:r>
            <a:r>
              <a:rPr lang="th-TH" sz="2800" b="1" kern="0" dirty="0">
                <a:solidFill>
                  <a:srgbClr val="CC00CC"/>
                </a:solidFill>
                <a:latin typeface="Angsana New" pitchFamily="18" charset="-34"/>
                <a:cs typeface="Angsana New" panose="02020603050405020304" pitchFamily="18" charset="-34"/>
              </a:rPr>
              <a:t>การซี้อประกันภัยรถยนต์</a:t>
            </a:r>
          </a:p>
        </p:txBody>
      </p:sp>
      <p:sp>
        <p:nvSpPr>
          <p:cNvPr id="65" name="Rectangle 3"/>
          <p:cNvSpPr txBox="1">
            <a:spLocks noChangeArrowheads="1"/>
          </p:cNvSpPr>
          <p:nvPr/>
        </p:nvSpPr>
        <p:spPr bwMode="auto">
          <a:xfrm>
            <a:off x="112643" y="612775"/>
            <a:ext cx="2560638" cy="4126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cs typeface="+mn-cs"/>
              </a:defRPr>
            </a:lvl2pPr>
            <a:lvl3pPr marL="914400" indent="0" algn="ctr" rtl="0" eaLnBrk="0" fontAlgn="base" hangingPunct="0">
              <a:spcBef>
                <a:spcPct val="20000"/>
              </a:spcBef>
              <a:spcAft>
                <a:spcPct val="0"/>
              </a:spcAft>
              <a:buNone/>
              <a:defRPr sz="2400">
                <a:solidFill>
                  <a:schemeClr val="tx1"/>
                </a:solidFill>
                <a:latin typeface="+mn-lt"/>
                <a:cs typeface="+mn-cs"/>
              </a:defRPr>
            </a:lvl3pPr>
            <a:lvl4pPr marL="1371600" indent="0" algn="ctr" rtl="0" eaLnBrk="0" fontAlgn="base" hangingPunct="0">
              <a:spcBef>
                <a:spcPct val="20000"/>
              </a:spcBef>
              <a:spcAft>
                <a:spcPct val="0"/>
              </a:spcAft>
              <a:buNone/>
              <a:defRPr sz="2000">
                <a:solidFill>
                  <a:schemeClr val="tx1"/>
                </a:solidFill>
                <a:latin typeface="+mn-lt"/>
                <a:cs typeface="+mn-cs"/>
              </a:defRPr>
            </a:lvl4pPr>
            <a:lvl5pPr marL="1828800" indent="0" algn="ctr" rtl="0" eaLnBrk="0" fontAlgn="base" hangingPunct="0">
              <a:spcBef>
                <a:spcPct val="20000"/>
              </a:spcBef>
              <a:spcAft>
                <a:spcPct val="0"/>
              </a:spcAft>
              <a:buNone/>
              <a:defRPr sz="2000">
                <a:solidFill>
                  <a:schemeClr val="tx1"/>
                </a:solidFill>
                <a:latin typeface="+mn-lt"/>
                <a:cs typeface="+mn-cs"/>
              </a:defRPr>
            </a:lvl5pPr>
            <a:lvl6pPr marL="2286000" indent="0" algn="ctr" rtl="0" fontAlgn="base">
              <a:spcBef>
                <a:spcPct val="20000"/>
              </a:spcBef>
              <a:spcAft>
                <a:spcPct val="0"/>
              </a:spcAft>
              <a:buNone/>
              <a:defRPr sz="2000">
                <a:solidFill>
                  <a:schemeClr val="tx1"/>
                </a:solidFill>
                <a:latin typeface="+mn-lt"/>
                <a:cs typeface="+mn-cs"/>
              </a:defRPr>
            </a:lvl6pPr>
            <a:lvl7pPr marL="2743200" indent="0" algn="ctr" rtl="0" fontAlgn="base">
              <a:spcBef>
                <a:spcPct val="20000"/>
              </a:spcBef>
              <a:spcAft>
                <a:spcPct val="0"/>
              </a:spcAft>
              <a:buNone/>
              <a:defRPr sz="2000">
                <a:solidFill>
                  <a:schemeClr val="tx1"/>
                </a:solidFill>
                <a:latin typeface="+mn-lt"/>
                <a:cs typeface="+mn-cs"/>
              </a:defRPr>
            </a:lvl7pPr>
            <a:lvl8pPr marL="3200400" indent="0" algn="ctr" rtl="0" fontAlgn="base">
              <a:spcBef>
                <a:spcPct val="20000"/>
              </a:spcBef>
              <a:spcAft>
                <a:spcPct val="0"/>
              </a:spcAft>
              <a:buNone/>
              <a:defRPr sz="2000">
                <a:solidFill>
                  <a:schemeClr val="tx1"/>
                </a:solidFill>
                <a:latin typeface="+mn-lt"/>
                <a:cs typeface="+mn-cs"/>
              </a:defRPr>
            </a:lvl8pPr>
            <a:lvl9pPr marL="3657600" indent="0" algn="ctr" rtl="0" fontAlgn="base">
              <a:spcBef>
                <a:spcPct val="20000"/>
              </a:spcBef>
              <a:spcAft>
                <a:spcPct val="0"/>
              </a:spcAft>
              <a:buNone/>
              <a:defRPr sz="2000">
                <a:solidFill>
                  <a:schemeClr val="tx1"/>
                </a:solidFill>
                <a:latin typeface="+mn-lt"/>
                <a:cs typeface="+mn-cs"/>
              </a:defRPr>
            </a:lvl9pPr>
          </a:lstStyle>
          <a:p>
            <a:pPr algn="l" eaLnBrk="1" hangingPunct="1">
              <a:lnSpc>
                <a:spcPct val="90000"/>
              </a:lnSpc>
              <a:spcBef>
                <a:spcPct val="0"/>
              </a:spcBef>
              <a:tabLst>
                <a:tab pos="457200" algn="l"/>
              </a:tabLst>
            </a:pPr>
            <a:r>
              <a:rPr lang="th-TH" sz="2800" b="1" kern="0" dirty="0">
                <a:solidFill>
                  <a:srgbClr val="5A3600"/>
                </a:solidFill>
                <a:latin typeface="Angsana New" pitchFamily="18" charset="-34"/>
                <a:cs typeface="Angsana New" panose="02020603050405020304" pitchFamily="18" charset="-34"/>
              </a:rPr>
              <a:t>การทดลอง </a:t>
            </a:r>
            <a:r>
              <a:rPr lang="en-US" sz="2800" b="1" kern="0" dirty="0">
                <a:solidFill>
                  <a:srgbClr val="5A3600"/>
                </a:solidFill>
                <a:latin typeface="Angsana New" pitchFamily="18" charset="-34"/>
                <a:cs typeface="Angsana New" panose="02020603050405020304" pitchFamily="18" charset="-34"/>
              </a:rPr>
              <a:t>:</a:t>
            </a:r>
            <a:endParaRPr lang="th-TH" sz="2800" b="1" kern="0" dirty="0">
              <a:solidFill>
                <a:srgbClr val="FF9900"/>
              </a:solidFill>
              <a:latin typeface="Angsana New" pitchFamily="18" charset="-34"/>
              <a:cs typeface="Angsana New" panose="02020603050405020304" pitchFamily="18" charset="-34"/>
            </a:endParaRPr>
          </a:p>
        </p:txBody>
      </p:sp>
      <p:sp>
        <p:nvSpPr>
          <p:cNvPr id="66" name="Rectangle 5"/>
          <p:cNvSpPr>
            <a:spLocks noChangeArrowheads="1"/>
          </p:cNvSpPr>
          <p:nvPr/>
        </p:nvSpPr>
        <p:spPr bwMode="auto">
          <a:xfrm>
            <a:off x="1234966" y="2286000"/>
            <a:ext cx="6824870" cy="495300"/>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itchFamily="18" charset="-34"/>
              </a:rPr>
              <a:t>เหตุการณ์ที่สุ่มได้คนที่ทำประกันภัยยานพาหนะ</a:t>
            </a:r>
            <a:endParaRPr lang="en-US" b="1" dirty="0">
              <a:solidFill>
                <a:srgbClr val="0000FF"/>
              </a:solidFill>
              <a:latin typeface="Angsana New" pitchFamily="18" charset="-34"/>
            </a:endParaRPr>
          </a:p>
        </p:txBody>
      </p:sp>
      <p:sp>
        <p:nvSpPr>
          <p:cNvPr id="67" name="Rectangle 4"/>
          <p:cNvSpPr>
            <a:spLocks noChangeArrowheads="1"/>
          </p:cNvSpPr>
          <p:nvPr/>
        </p:nvSpPr>
        <p:spPr bwMode="auto">
          <a:xfrm>
            <a:off x="1143000" y="1196008"/>
            <a:ext cx="7797125" cy="485775"/>
          </a:xfrm>
          <a:prstGeom prst="rect">
            <a:avLst/>
          </a:prstGeom>
          <a:noFill/>
          <a:ln w="9525">
            <a:noFill/>
            <a:miter lim="800000"/>
            <a:headEnd/>
            <a:tailEnd/>
          </a:ln>
        </p:spPr>
        <p:txBody>
          <a:bodyPr/>
          <a:lstStyle/>
          <a:p>
            <a:pPr>
              <a:lnSpc>
                <a:spcPct val="90000"/>
              </a:lnSpc>
              <a:tabLst>
                <a:tab pos="457200" algn="l"/>
              </a:tabLst>
            </a:pPr>
            <a:r>
              <a:rPr lang="th-TH" b="1" dirty="0">
                <a:solidFill>
                  <a:srgbClr val="3333FF"/>
                </a:solidFill>
                <a:latin typeface="Angsana New" pitchFamily="18" charset="-34"/>
              </a:rPr>
              <a:t>ทำประกันภัยรถยนต์  ทำประกันภัยรถมอร์เตอร์ไซค์ ทำประกันภัยอื่น ๆ</a:t>
            </a:r>
          </a:p>
        </p:txBody>
      </p:sp>
      <p:sp>
        <p:nvSpPr>
          <p:cNvPr id="68" name="Rectangle 47"/>
          <p:cNvSpPr>
            <a:spLocks noChangeArrowheads="1"/>
          </p:cNvSpPr>
          <p:nvPr/>
        </p:nvSpPr>
        <p:spPr bwMode="auto">
          <a:xfrm>
            <a:off x="1447800" y="609600"/>
            <a:ext cx="6956979" cy="460375"/>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anose="02020603050405020304" pitchFamily="18" charset="-34"/>
              </a:rPr>
              <a:t>สุ่มลูกค้าที่ทำประกันภัยกับบริษัทประกันภัย </a:t>
            </a:r>
            <a:r>
              <a:rPr lang="en-US" b="1" dirty="0">
                <a:solidFill>
                  <a:srgbClr val="0000FF"/>
                </a:solidFill>
                <a:latin typeface="Angsana New" panose="02020603050405020304" pitchFamily="18" charset="-34"/>
              </a:rPr>
              <a:t>AAA</a:t>
            </a:r>
            <a:endParaRPr lang="th-TH" b="1" dirty="0">
              <a:solidFill>
                <a:srgbClr val="0000FF"/>
              </a:solidFill>
              <a:latin typeface="Angsana New" panose="02020603050405020304" pitchFamily="18" charset="-34"/>
            </a:endParaRPr>
          </a:p>
        </p:txBody>
      </p:sp>
      <p:sp>
        <p:nvSpPr>
          <p:cNvPr id="69" name="Rectangle 48"/>
          <p:cNvSpPr>
            <a:spLocks noChangeArrowheads="1"/>
          </p:cNvSpPr>
          <p:nvPr/>
        </p:nvSpPr>
        <p:spPr bwMode="auto">
          <a:xfrm>
            <a:off x="1865242" y="1752600"/>
            <a:ext cx="5983357" cy="457200"/>
          </a:xfrm>
          <a:prstGeom prst="rect">
            <a:avLst/>
          </a:prstGeom>
          <a:noFill/>
          <a:ln w="9525">
            <a:noFill/>
            <a:miter lim="800000"/>
            <a:headEnd/>
            <a:tailEnd/>
          </a:ln>
        </p:spPr>
        <p:txBody>
          <a:bodyPr/>
          <a:lstStyle/>
          <a:p>
            <a:pPr>
              <a:lnSpc>
                <a:spcPct val="90000"/>
              </a:lnSpc>
              <a:tabLst>
                <a:tab pos="457200" algn="l"/>
              </a:tabLst>
            </a:pPr>
            <a:r>
              <a:rPr lang="en-US" b="1" dirty="0">
                <a:solidFill>
                  <a:srgbClr val="0000FF"/>
                </a:solidFill>
                <a:latin typeface="Angsana New" panose="02020603050405020304" pitchFamily="18" charset="-34"/>
              </a:rPr>
              <a:t>S = {</a:t>
            </a:r>
            <a:r>
              <a:rPr lang="th-TH" b="1" dirty="0">
                <a:solidFill>
                  <a:srgbClr val="3333FF"/>
                </a:solidFill>
                <a:latin typeface="Angsana New" pitchFamily="18" charset="-34"/>
              </a:rPr>
              <a:t>รถยนต์</a:t>
            </a:r>
            <a:r>
              <a:rPr lang="en-US" b="1" dirty="0">
                <a:solidFill>
                  <a:srgbClr val="0000FF"/>
                </a:solidFill>
                <a:latin typeface="Angsana New" panose="02020603050405020304" pitchFamily="18" charset="-34"/>
              </a:rPr>
              <a:t> , </a:t>
            </a:r>
            <a:r>
              <a:rPr lang="th-TH" b="1" dirty="0">
                <a:solidFill>
                  <a:srgbClr val="3333FF"/>
                </a:solidFill>
                <a:latin typeface="Angsana New" pitchFamily="18" charset="-34"/>
              </a:rPr>
              <a:t>รถมอร์เตอร์ไซค์ </a:t>
            </a:r>
            <a:r>
              <a:rPr lang="en-US" b="1" dirty="0">
                <a:solidFill>
                  <a:srgbClr val="0000FF"/>
                </a:solidFill>
                <a:latin typeface="Angsana New" panose="02020603050405020304" pitchFamily="18" charset="-34"/>
              </a:rPr>
              <a:t>,</a:t>
            </a:r>
            <a:r>
              <a:rPr lang="th-TH" b="1" dirty="0">
                <a:solidFill>
                  <a:srgbClr val="0000FF"/>
                </a:solidFill>
                <a:latin typeface="Angsana New" panose="02020603050405020304" pitchFamily="18" charset="-34"/>
              </a:rPr>
              <a:t> </a:t>
            </a:r>
            <a:r>
              <a:rPr lang="th-TH" b="1" dirty="0">
                <a:solidFill>
                  <a:srgbClr val="3333FF"/>
                </a:solidFill>
                <a:latin typeface="Angsana New" pitchFamily="18" charset="-34"/>
              </a:rPr>
              <a:t>อื่น ๆ</a:t>
            </a:r>
            <a:r>
              <a:rPr lang="en-US" b="1" dirty="0">
                <a:solidFill>
                  <a:srgbClr val="0000FF"/>
                </a:solidFill>
                <a:latin typeface="Angsana New" panose="02020603050405020304" pitchFamily="18" charset="-34"/>
              </a:rPr>
              <a:t>}   </a:t>
            </a:r>
            <a:endParaRPr lang="en-US" b="1" dirty="0">
              <a:solidFill>
                <a:srgbClr val="5A3600"/>
              </a:solidFill>
              <a:latin typeface="Angsana New" pitchFamily="18" charset="-34"/>
            </a:endParaRPr>
          </a:p>
        </p:txBody>
      </p:sp>
      <p:sp>
        <p:nvSpPr>
          <p:cNvPr id="70" name="Rectangle 50"/>
          <p:cNvSpPr>
            <a:spLocks noChangeArrowheads="1"/>
          </p:cNvSpPr>
          <p:nvPr/>
        </p:nvSpPr>
        <p:spPr bwMode="auto">
          <a:xfrm>
            <a:off x="59889" y="2286000"/>
            <a:ext cx="2332037"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เหตุการณ์ </a:t>
            </a:r>
            <a:r>
              <a:rPr lang="en-US" b="1" dirty="0">
                <a:solidFill>
                  <a:srgbClr val="5A3600"/>
                </a:solidFill>
                <a:latin typeface="Angsana New" pitchFamily="18" charset="-34"/>
              </a:rPr>
              <a:t>: </a:t>
            </a:r>
            <a:endParaRPr lang="th-TH" b="1" dirty="0">
              <a:solidFill>
                <a:srgbClr val="0000FF"/>
              </a:solidFill>
              <a:latin typeface="Angsana New" pitchFamily="18" charset="-34"/>
            </a:endParaRPr>
          </a:p>
        </p:txBody>
      </p:sp>
      <p:sp>
        <p:nvSpPr>
          <p:cNvPr id="71" name="Rectangle 51"/>
          <p:cNvSpPr>
            <a:spLocks noChangeArrowheads="1"/>
          </p:cNvSpPr>
          <p:nvPr/>
        </p:nvSpPr>
        <p:spPr bwMode="auto">
          <a:xfrm>
            <a:off x="36443" y="1752600"/>
            <a:ext cx="28956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ปริภูมิตัวอย่าง </a:t>
            </a:r>
            <a:r>
              <a:rPr lang="en-US" b="1" dirty="0">
                <a:solidFill>
                  <a:srgbClr val="5A3600"/>
                </a:solidFill>
                <a:latin typeface="Angsana New" pitchFamily="18" charset="-34"/>
              </a:rPr>
              <a:t>:</a:t>
            </a:r>
            <a:r>
              <a:rPr lang="en-US" b="1" dirty="0">
                <a:solidFill>
                  <a:srgbClr val="0000FF"/>
                </a:solidFill>
                <a:latin typeface="Angsana New" pitchFamily="18" charset="-34"/>
              </a:rPr>
              <a:t> </a:t>
            </a:r>
          </a:p>
        </p:txBody>
      </p:sp>
      <p:sp>
        <p:nvSpPr>
          <p:cNvPr id="72" name="Rectangle 52"/>
          <p:cNvSpPr>
            <a:spLocks noChangeArrowheads="1"/>
          </p:cNvSpPr>
          <p:nvPr/>
        </p:nvSpPr>
        <p:spPr bwMode="auto">
          <a:xfrm>
            <a:off x="129495" y="1196486"/>
            <a:ext cx="19050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ผลลัพธ์ </a:t>
            </a:r>
            <a:r>
              <a:rPr lang="en-US" b="1" dirty="0">
                <a:solidFill>
                  <a:srgbClr val="5A3600"/>
                </a:solidFill>
                <a:latin typeface="Angsana New" pitchFamily="18" charset="-34"/>
              </a:rPr>
              <a:t>:</a:t>
            </a:r>
            <a:endParaRPr lang="th-TH" b="1" dirty="0">
              <a:solidFill>
                <a:srgbClr val="FF9900"/>
              </a:solidFill>
              <a:latin typeface="Angsana New" pitchFamily="18" charset="-34"/>
            </a:endParaRPr>
          </a:p>
        </p:txBody>
      </p:sp>
      <p:sp>
        <p:nvSpPr>
          <p:cNvPr id="78" name="Rectangle 5"/>
          <p:cNvSpPr>
            <a:spLocks noChangeArrowheads="1"/>
          </p:cNvSpPr>
          <p:nvPr/>
        </p:nvSpPr>
        <p:spPr bwMode="auto">
          <a:xfrm>
            <a:off x="5943600" y="2286000"/>
            <a:ext cx="3200400" cy="543779"/>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itchFamily="18" charset="-34"/>
              </a:rPr>
              <a:t>= {</a:t>
            </a:r>
            <a:r>
              <a:rPr lang="th-TH" b="1" dirty="0">
                <a:solidFill>
                  <a:srgbClr val="FF0000"/>
                </a:solidFill>
                <a:latin typeface="Angsana New" pitchFamily="18" charset="-34"/>
              </a:rPr>
              <a:t>รถยนต์</a:t>
            </a:r>
            <a:r>
              <a:rPr lang="en-US" b="1" dirty="0">
                <a:solidFill>
                  <a:srgbClr val="FF0000"/>
                </a:solidFill>
                <a:latin typeface="Angsana New" panose="02020603050405020304" pitchFamily="18" charset="-34"/>
              </a:rPr>
              <a:t>, </a:t>
            </a:r>
            <a:r>
              <a:rPr lang="th-TH" b="1" dirty="0">
                <a:solidFill>
                  <a:srgbClr val="FF0000"/>
                </a:solidFill>
                <a:latin typeface="Angsana New" pitchFamily="18" charset="-34"/>
              </a:rPr>
              <a:t>รถมอร์เตอร์ไซค์</a:t>
            </a:r>
            <a:r>
              <a:rPr lang="en-US" b="1" dirty="0">
                <a:solidFill>
                  <a:srgbClr val="FF0000"/>
                </a:solidFill>
                <a:latin typeface="Angsana New" pitchFamily="18" charset="-34"/>
              </a:rPr>
              <a:t>}</a:t>
            </a:r>
          </a:p>
        </p:txBody>
      </p:sp>
      <p:sp>
        <p:nvSpPr>
          <p:cNvPr id="82" name="Rectangle 5"/>
          <p:cNvSpPr>
            <a:spLocks noChangeArrowheads="1"/>
          </p:cNvSpPr>
          <p:nvPr/>
        </p:nvSpPr>
        <p:spPr bwMode="auto">
          <a:xfrm>
            <a:off x="6400800" y="2761352"/>
            <a:ext cx="1202222" cy="495300"/>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itchFamily="18" charset="-34"/>
              </a:rPr>
              <a:t>= {</a:t>
            </a:r>
            <a:r>
              <a:rPr lang="th-TH" b="1" dirty="0">
                <a:solidFill>
                  <a:srgbClr val="FF0000"/>
                </a:solidFill>
                <a:latin typeface="Angsana New" panose="02020603050405020304" pitchFamily="18" charset="-34"/>
              </a:rPr>
              <a:t>อื่น ๆ</a:t>
            </a:r>
            <a:r>
              <a:rPr lang="en-US" b="1" dirty="0">
                <a:solidFill>
                  <a:srgbClr val="FF0000"/>
                </a:solidFill>
                <a:latin typeface="Angsana New" pitchFamily="18" charset="-34"/>
              </a:rPr>
              <a:t>}</a:t>
            </a:r>
          </a:p>
        </p:txBody>
      </p:sp>
      <p:sp>
        <p:nvSpPr>
          <p:cNvPr id="83" name="Rectangle 5"/>
          <p:cNvSpPr>
            <a:spLocks noChangeArrowheads="1"/>
          </p:cNvSpPr>
          <p:nvPr/>
        </p:nvSpPr>
        <p:spPr bwMode="auto">
          <a:xfrm>
            <a:off x="1219200" y="2758108"/>
            <a:ext cx="5427177" cy="495300"/>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itchFamily="18" charset="-34"/>
              </a:rPr>
              <a:t> เหตุการณ์ที่สุ่มได้คนที่ไม่ได้ทำประกันภัยยานพาหนะ</a:t>
            </a:r>
            <a:endParaRPr lang="en-US" b="1" dirty="0">
              <a:solidFill>
                <a:srgbClr val="0000FF"/>
              </a:solidFill>
              <a:latin typeface="Angsana New" pitchFamily="18" charset="-34"/>
            </a:endParaRPr>
          </a:p>
        </p:txBody>
      </p:sp>
      <p:sp>
        <p:nvSpPr>
          <p:cNvPr id="2" name="Slide Number Placeholder 1">
            <a:extLst>
              <a:ext uri="{FF2B5EF4-FFF2-40B4-BE49-F238E27FC236}">
                <a16:creationId xmlns:a16="http://schemas.microsoft.com/office/drawing/2014/main" id="{1F0946A3-D9E4-4BE6-B0DB-A9DF69925186}"/>
              </a:ext>
            </a:extLst>
          </p:cNvPr>
          <p:cNvSpPr>
            <a:spLocks noGrp="1"/>
          </p:cNvSpPr>
          <p:nvPr>
            <p:ph type="sldNum" sz="quarter" idx="12"/>
          </p:nvPr>
        </p:nvSpPr>
        <p:spPr/>
        <p:txBody>
          <a:bodyPr/>
          <a:lstStyle/>
          <a:p>
            <a:pPr>
              <a:defRPr/>
            </a:pPr>
            <a:fld id="{0598EADD-7714-4E0A-AD4B-AC83F9F5DA12}" type="slidenum">
              <a:rPr lang="en-US" smtClean="0"/>
              <a:pPr>
                <a:defRPr/>
              </a:pPr>
              <a:t>5</a:t>
            </a:fld>
            <a:endParaRPr lang="th-TH"/>
          </a:p>
        </p:txBody>
      </p:sp>
    </p:spTree>
    <p:extLst>
      <p:ext uri="{BB962C8B-B14F-4D97-AF65-F5344CB8AC3E}">
        <p14:creationId xmlns:p14="http://schemas.microsoft.com/office/powerpoint/2010/main" val="403778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5">
                                            <p:txEl>
                                              <p:pRg st="0" end="0"/>
                                            </p:txEl>
                                          </p:spTgt>
                                        </p:tgtEl>
                                        <p:attrNameLst>
                                          <p:attrName>style.visibility</p:attrName>
                                        </p:attrNameLst>
                                      </p:cBhvr>
                                      <p:to>
                                        <p:strVal val="visible"/>
                                      </p:to>
                                    </p:set>
                                    <p:animEffect transition="in" filter="dissolve">
                                      <p:cBhvr>
                                        <p:cTn id="11" dur="500"/>
                                        <p:tgtEl>
                                          <p:spTgt spid="6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8">
                                            <p:txEl>
                                              <p:pRg st="0" end="0"/>
                                            </p:txEl>
                                          </p:spTgt>
                                        </p:tgtEl>
                                        <p:attrNameLst>
                                          <p:attrName>style.visibility</p:attrName>
                                        </p:attrNameLst>
                                      </p:cBhvr>
                                      <p:to>
                                        <p:strVal val="visible"/>
                                      </p:to>
                                    </p:set>
                                    <p:animEffect transition="in" filter="wipe(left)">
                                      <p:cBhvr>
                                        <p:cTn id="16" dur="500"/>
                                        <p:tgtEl>
                                          <p:spTgt spid="68">
                                            <p:txEl>
                                              <p:pRg st="0" end="0"/>
                                            </p:txEl>
                                          </p:spTgt>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72">
                                            <p:txEl>
                                              <p:pRg st="0" end="0"/>
                                            </p:txEl>
                                          </p:spTgt>
                                        </p:tgtEl>
                                        <p:attrNameLst>
                                          <p:attrName>style.visibility</p:attrName>
                                        </p:attrNameLst>
                                      </p:cBhvr>
                                      <p:to>
                                        <p:strVal val="visible"/>
                                      </p:to>
                                    </p:set>
                                    <p:animEffect transition="in" filter="dissolve">
                                      <p:cBhvr>
                                        <p:cTn id="20" dur="500"/>
                                        <p:tgtEl>
                                          <p:spTgt spid="7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wipe(left)">
                                      <p:cBhvr>
                                        <p:cTn id="25" dur="500"/>
                                        <p:tgtEl>
                                          <p:spTgt spid="67"/>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71">
                                            <p:txEl>
                                              <p:pRg st="0" end="0"/>
                                            </p:txEl>
                                          </p:spTgt>
                                        </p:tgtEl>
                                        <p:attrNameLst>
                                          <p:attrName>style.visibility</p:attrName>
                                        </p:attrNameLst>
                                      </p:cBhvr>
                                      <p:to>
                                        <p:strVal val="visible"/>
                                      </p:to>
                                    </p:set>
                                    <p:animEffect transition="in" filter="dissolve">
                                      <p:cBhvr>
                                        <p:cTn id="30" dur="500"/>
                                        <p:tgtEl>
                                          <p:spTgt spid="71">
                                            <p:txEl>
                                              <p:pRg st="0" end="0"/>
                                            </p:txEl>
                                          </p:spTgt>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69">
                                            <p:txEl>
                                              <p:pRg st="0" end="0"/>
                                            </p:txEl>
                                          </p:spTgt>
                                        </p:tgtEl>
                                        <p:attrNameLst>
                                          <p:attrName>style.visibility</p:attrName>
                                        </p:attrNameLst>
                                      </p:cBhvr>
                                      <p:to>
                                        <p:strVal val="visible"/>
                                      </p:to>
                                    </p:set>
                                    <p:animEffect transition="in" filter="wipe(left)">
                                      <p:cBhvr>
                                        <p:cTn id="34" dur="500"/>
                                        <p:tgtEl>
                                          <p:spTgt spid="69">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70">
                                            <p:txEl>
                                              <p:pRg st="0" end="0"/>
                                            </p:txEl>
                                          </p:spTgt>
                                        </p:tgtEl>
                                        <p:attrNameLst>
                                          <p:attrName>style.visibility</p:attrName>
                                        </p:attrNameLst>
                                      </p:cBhvr>
                                      <p:to>
                                        <p:strVal val="visible"/>
                                      </p:to>
                                    </p:set>
                                    <p:animEffect transition="in" filter="dissolve">
                                      <p:cBhvr>
                                        <p:cTn id="39" dur="500"/>
                                        <p:tgtEl>
                                          <p:spTgt spid="70">
                                            <p:txEl>
                                              <p:pRg st="0" end="0"/>
                                            </p:txEl>
                                          </p:spTgt>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66">
                                            <p:txEl>
                                              <p:pRg st="0" end="0"/>
                                            </p:txEl>
                                          </p:spTgt>
                                        </p:tgtEl>
                                        <p:attrNameLst>
                                          <p:attrName>style.visibility</p:attrName>
                                        </p:attrNameLst>
                                      </p:cBhvr>
                                      <p:to>
                                        <p:strVal val="visible"/>
                                      </p:to>
                                    </p:set>
                                    <p:animEffect transition="in" filter="wipe(left)">
                                      <p:cBhvr>
                                        <p:cTn id="43" dur="500"/>
                                        <p:tgtEl>
                                          <p:spTgt spid="66">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8">
                                            <p:txEl>
                                              <p:pRg st="0" end="0"/>
                                            </p:txEl>
                                          </p:spTgt>
                                        </p:tgtEl>
                                        <p:attrNameLst>
                                          <p:attrName>style.visibility</p:attrName>
                                        </p:attrNameLst>
                                      </p:cBhvr>
                                      <p:to>
                                        <p:strVal val="visible"/>
                                      </p:to>
                                    </p:set>
                                    <p:animEffect transition="in" filter="wipe(left)">
                                      <p:cBhvr>
                                        <p:cTn id="48" dur="500"/>
                                        <p:tgtEl>
                                          <p:spTgt spid="78">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83">
                                            <p:txEl>
                                              <p:pRg st="0" end="0"/>
                                            </p:txEl>
                                          </p:spTgt>
                                        </p:tgtEl>
                                        <p:attrNameLst>
                                          <p:attrName>style.visibility</p:attrName>
                                        </p:attrNameLst>
                                      </p:cBhvr>
                                      <p:to>
                                        <p:strVal val="visible"/>
                                      </p:to>
                                    </p:set>
                                    <p:animEffect transition="in" filter="wipe(left)">
                                      <p:cBhvr>
                                        <p:cTn id="53" dur="500"/>
                                        <p:tgtEl>
                                          <p:spTgt spid="83">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82">
                                            <p:txEl>
                                              <p:pRg st="0" end="0"/>
                                            </p:txEl>
                                          </p:spTgt>
                                        </p:tgtEl>
                                        <p:attrNameLst>
                                          <p:attrName>style.visibility</p:attrName>
                                        </p:attrNameLst>
                                      </p:cBhvr>
                                      <p:to>
                                        <p:strVal val="visible"/>
                                      </p:to>
                                    </p:set>
                                    <p:animEffect transition="in" filter="wipe(left)">
                                      <p:cBhvr>
                                        <p:cTn id="58" dur="500"/>
                                        <p:tgtEl>
                                          <p:spTgt spid="82">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wipe(up)">
                                      <p:cBhvr>
                                        <p:cTn id="63" dur="500"/>
                                        <p:tgtEl>
                                          <p:spTgt spid="41"/>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42">
                                            <p:txEl>
                                              <p:pRg st="0" end="0"/>
                                            </p:txEl>
                                          </p:spTgt>
                                        </p:tgtEl>
                                        <p:attrNameLst>
                                          <p:attrName>style.visibility</p:attrName>
                                        </p:attrNameLst>
                                      </p:cBhvr>
                                      <p:to>
                                        <p:strVal val="visible"/>
                                      </p:to>
                                    </p:set>
                                    <p:animEffect transition="in" filter="wipe(up)">
                                      <p:cBhvr>
                                        <p:cTn id="66" dur="500"/>
                                        <p:tgtEl>
                                          <p:spTgt spid="42">
                                            <p:txEl>
                                              <p:pRg st="0" end="0"/>
                                            </p:txEl>
                                          </p:spTgt>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73">
                                            <p:txEl>
                                              <p:pRg st="0" end="0"/>
                                            </p:txEl>
                                          </p:spTgt>
                                        </p:tgtEl>
                                        <p:attrNameLst>
                                          <p:attrName>style.visibility</p:attrName>
                                        </p:attrNameLst>
                                      </p:cBhvr>
                                      <p:to>
                                        <p:strVal val="visible"/>
                                      </p:to>
                                    </p:set>
                                    <p:animEffect transition="in" filter="wipe(up)">
                                      <p:cBhvr>
                                        <p:cTn id="69" dur="500"/>
                                        <p:tgtEl>
                                          <p:spTgt spid="73">
                                            <p:txEl>
                                              <p:pRg st="0" end="0"/>
                                            </p:txEl>
                                          </p:spTgt>
                                        </p:tgtEl>
                                      </p:cBhvr>
                                    </p:animEffect>
                                  </p:childTnLst>
                                </p:cTn>
                              </p:par>
                            </p:childTnLst>
                          </p:cTn>
                        </p:par>
                        <p:par>
                          <p:cTn id="70" fill="hold">
                            <p:stCondLst>
                              <p:cond delay="500"/>
                            </p:stCondLst>
                            <p:childTnLst>
                              <p:par>
                                <p:cTn id="71" presetID="9" presetClass="entr" presetSubtype="0" fill="hold" grpId="0" nodeType="afterEffect">
                                  <p:stCondLst>
                                    <p:cond delay="0"/>
                                  </p:stCondLst>
                                  <p:childTnLst>
                                    <p:set>
                                      <p:cBhvr>
                                        <p:cTn id="72" dur="1" fill="hold">
                                          <p:stCondLst>
                                            <p:cond delay="0"/>
                                          </p:stCondLst>
                                        </p:cTn>
                                        <p:tgtEl>
                                          <p:spTgt spid="77">
                                            <p:txEl>
                                              <p:pRg st="0" end="0"/>
                                            </p:txEl>
                                          </p:spTgt>
                                        </p:tgtEl>
                                        <p:attrNameLst>
                                          <p:attrName>style.visibility</p:attrName>
                                        </p:attrNameLst>
                                      </p:cBhvr>
                                      <p:to>
                                        <p:strVal val="visible"/>
                                      </p:to>
                                    </p:set>
                                    <p:animEffect transition="in" filter="dissolve">
                                      <p:cBhvr>
                                        <p:cTn id="73" dur="500"/>
                                        <p:tgtEl>
                                          <p:spTgt spid="77">
                                            <p:txEl>
                                              <p:pRg st="0" end="0"/>
                                            </p:txEl>
                                          </p:spTgt>
                                        </p:tgtEl>
                                      </p:cBhvr>
                                    </p:animEffect>
                                  </p:childTnLst>
                                </p:cTn>
                              </p:par>
                            </p:childTnLst>
                          </p:cTn>
                        </p:par>
                        <p:par>
                          <p:cTn id="74" fill="hold">
                            <p:stCondLst>
                              <p:cond delay="1000"/>
                            </p:stCondLst>
                            <p:childTnLst>
                              <p:par>
                                <p:cTn id="75" presetID="22" presetClass="entr" presetSubtype="8" fill="hold" grpId="0" nodeType="after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wipe(left)">
                                      <p:cBhvr>
                                        <p:cTn id="77" dur="500"/>
                                        <p:tgtEl>
                                          <p:spTgt spid="44"/>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76">
                                            <p:txEl>
                                              <p:pRg st="0" end="0"/>
                                            </p:txEl>
                                          </p:spTgt>
                                        </p:tgtEl>
                                        <p:attrNameLst>
                                          <p:attrName>style.visibility</p:attrName>
                                        </p:attrNameLst>
                                      </p:cBhvr>
                                      <p:to>
                                        <p:strVal val="visible"/>
                                      </p:to>
                                    </p:set>
                                    <p:animEffect transition="in" filter="dissolve">
                                      <p:cBhvr>
                                        <p:cTn id="82" dur="500"/>
                                        <p:tgtEl>
                                          <p:spTgt spid="76">
                                            <p:txEl>
                                              <p:pRg st="0" end="0"/>
                                            </p:txEl>
                                          </p:spTgt>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74">
                                            <p:txEl>
                                              <p:pRg st="0" end="0"/>
                                            </p:txEl>
                                          </p:spTgt>
                                        </p:tgtEl>
                                        <p:attrNameLst>
                                          <p:attrName>style.visibility</p:attrName>
                                        </p:attrNameLst>
                                      </p:cBhvr>
                                      <p:to>
                                        <p:strVal val="visible"/>
                                      </p:to>
                                    </p:set>
                                    <p:animEffect transition="in" filter="wipe(left)">
                                      <p:cBhvr>
                                        <p:cTn id="86" dur="500"/>
                                        <p:tgtEl>
                                          <p:spTgt spid="74">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75">
                                            <p:txEl>
                                              <p:pRg st="0" end="0"/>
                                            </p:txEl>
                                          </p:spTgt>
                                        </p:tgtEl>
                                        <p:attrNameLst>
                                          <p:attrName>style.visibility</p:attrName>
                                        </p:attrNameLst>
                                      </p:cBhvr>
                                      <p:to>
                                        <p:strVal val="visible"/>
                                      </p:to>
                                    </p:set>
                                    <p:animEffect transition="in" filter="dissolve">
                                      <p:cBhvr>
                                        <p:cTn id="91" dur="500"/>
                                        <p:tgtEl>
                                          <p:spTgt spid="75">
                                            <p:txEl>
                                              <p:pRg st="0" end="0"/>
                                            </p:txEl>
                                          </p:spTgt>
                                        </p:tgtEl>
                                      </p:cBhvr>
                                    </p:animEffect>
                                  </p:childTnLst>
                                </p:cTn>
                              </p:par>
                            </p:childTnLst>
                          </p:cTn>
                        </p:par>
                        <p:par>
                          <p:cTn id="92" fill="hold">
                            <p:stCondLst>
                              <p:cond delay="500"/>
                            </p:stCondLst>
                            <p:childTnLst>
                              <p:par>
                                <p:cTn id="93" presetID="22" presetClass="entr" presetSubtype="8" fill="hold" grpId="0" nodeType="afterEffect">
                                  <p:stCondLst>
                                    <p:cond delay="0"/>
                                  </p:stCondLst>
                                  <p:childTnLst>
                                    <p:set>
                                      <p:cBhvr>
                                        <p:cTn id="94" dur="1" fill="hold">
                                          <p:stCondLst>
                                            <p:cond delay="0"/>
                                          </p:stCondLst>
                                        </p:cTn>
                                        <p:tgtEl>
                                          <p:spTgt spid="43">
                                            <p:txEl>
                                              <p:pRg st="0" end="0"/>
                                            </p:txEl>
                                          </p:spTgt>
                                        </p:tgtEl>
                                        <p:attrNameLst>
                                          <p:attrName>style.visibility</p:attrName>
                                        </p:attrNameLst>
                                      </p:cBhvr>
                                      <p:to>
                                        <p:strVal val="visible"/>
                                      </p:to>
                                    </p:set>
                                    <p:animEffect transition="in" filter="wipe(left)">
                                      <p:cBhvr>
                                        <p:cTn id="95" dur="500"/>
                                        <p:tgtEl>
                                          <p:spTgt spid="43">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80">
                                            <p:txEl>
                                              <p:pRg st="0" end="0"/>
                                            </p:txEl>
                                          </p:spTgt>
                                        </p:tgtEl>
                                        <p:attrNameLst>
                                          <p:attrName>style.visibility</p:attrName>
                                        </p:attrNameLst>
                                      </p:cBhvr>
                                      <p:to>
                                        <p:strVal val="visible"/>
                                      </p:to>
                                    </p:set>
                                    <p:animEffect transition="in" filter="wipe(left)">
                                      <p:cBhvr>
                                        <p:cTn id="100" dur="500"/>
                                        <p:tgtEl>
                                          <p:spTgt spid="8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build="p"/>
      <p:bldP spid="43" grpId="0" build="p"/>
      <p:bldP spid="44" grpId="0"/>
      <p:bldP spid="73" grpId="0" build="p"/>
      <p:bldP spid="74" grpId="0" build="p"/>
      <p:bldP spid="75" grpId="0" build="p"/>
      <p:bldP spid="76" grpId="0" build="p"/>
      <p:bldP spid="77" grpId="0" build="p"/>
      <p:bldP spid="80" grpId="0" build="p"/>
      <p:bldP spid="64" grpId="0"/>
      <p:bldP spid="65" grpId="0" build="p"/>
      <p:bldP spid="66" grpId="0" build="p"/>
      <p:bldP spid="67" grpId="0"/>
      <p:bldP spid="68" grpId="0" build="p"/>
      <p:bldP spid="69" grpId="0" build="p"/>
      <p:bldP spid="70" grpId="0" build="p"/>
      <p:bldP spid="71" grpId="0" build="p"/>
      <p:bldP spid="72" grpId="0" build="p"/>
      <p:bldP spid="78" grpId="0" build="p"/>
      <p:bldP spid="82" grpId="0" build="p"/>
      <p:bldP spid="8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5"/>
          <p:cNvSpPr>
            <a:spLocks noChangeArrowheads="1"/>
          </p:cNvSpPr>
          <p:nvPr/>
        </p:nvSpPr>
        <p:spPr bwMode="auto">
          <a:xfrm>
            <a:off x="1600199" y="4925392"/>
            <a:ext cx="7302233" cy="495300"/>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itchFamily="18" charset="-34"/>
              </a:rPr>
              <a:t>เหตุการณ์ที่สุ่มได้</a:t>
            </a:r>
            <a:r>
              <a:rPr lang="th-TH" b="1" dirty="0">
                <a:solidFill>
                  <a:srgbClr val="3333FF"/>
                </a:solidFill>
                <a:latin typeface="Angsana New" pitchFamily="18" charset="-34"/>
              </a:rPr>
              <a:t>นักศึกษาที่พึงพอใจด้านบุคลากรในระดับมากถึงมากที่สุด</a:t>
            </a:r>
            <a:endParaRPr lang="en-US" b="1" dirty="0">
              <a:solidFill>
                <a:srgbClr val="0000FF"/>
              </a:solidFill>
              <a:latin typeface="Angsana New" pitchFamily="18" charset="-34"/>
            </a:endParaRPr>
          </a:p>
        </p:txBody>
      </p:sp>
      <p:sp>
        <p:nvSpPr>
          <p:cNvPr id="44" name="Rectangle 4"/>
          <p:cNvSpPr>
            <a:spLocks noChangeArrowheads="1"/>
          </p:cNvSpPr>
          <p:nvPr/>
        </p:nvSpPr>
        <p:spPr bwMode="auto">
          <a:xfrm>
            <a:off x="1423075" y="3835400"/>
            <a:ext cx="6428837" cy="485775"/>
          </a:xfrm>
          <a:prstGeom prst="rect">
            <a:avLst/>
          </a:prstGeom>
          <a:noFill/>
          <a:ln w="9525">
            <a:noFill/>
            <a:miter lim="800000"/>
            <a:headEnd/>
            <a:tailEnd/>
          </a:ln>
        </p:spPr>
        <p:txBody>
          <a:bodyPr/>
          <a:lstStyle/>
          <a:p>
            <a:pPr>
              <a:lnSpc>
                <a:spcPct val="90000"/>
              </a:lnSpc>
              <a:tabLst>
                <a:tab pos="457200" algn="l"/>
              </a:tabLst>
            </a:pPr>
            <a:r>
              <a:rPr lang="th-TH" b="1" dirty="0">
                <a:solidFill>
                  <a:srgbClr val="3333FF"/>
                </a:solidFill>
                <a:latin typeface="Angsana New" pitchFamily="18" charset="-34"/>
              </a:rPr>
              <a:t>ระดับความพึงพอใจด้านบุคลากร</a:t>
            </a:r>
          </a:p>
        </p:txBody>
      </p:sp>
      <p:sp>
        <p:nvSpPr>
          <p:cNvPr id="74" name="Rectangle 48"/>
          <p:cNvSpPr>
            <a:spLocks noChangeArrowheads="1"/>
          </p:cNvSpPr>
          <p:nvPr/>
        </p:nvSpPr>
        <p:spPr bwMode="auto">
          <a:xfrm>
            <a:off x="1981200" y="4391992"/>
            <a:ext cx="4419600" cy="457200"/>
          </a:xfrm>
          <a:prstGeom prst="rect">
            <a:avLst/>
          </a:prstGeom>
          <a:noFill/>
          <a:ln w="9525">
            <a:noFill/>
            <a:miter lim="800000"/>
            <a:headEnd/>
            <a:tailEnd/>
          </a:ln>
        </p:spPr>
        <p:txBody>
          <a:bodyPr/>
          <a:lstStyle/>
          <a:p>
            <a:pPr>
              <a:lnSpc>
                <a:spcPct val="90000"/>
              </a:lnSpc>
              <a:tabLst>
                <a:tab pos="457200" algn="l"/>
              </a:tabLst>
            </a:pPr>
            <a:r>
              <a:rPr lang="en-US" b="1" dirty="0">
                <a:solidFill>
                  <a:srgbClr val="0000FF"/>
                </a:solidFill>
                <a:latin typeface="Angsana New" panose="02020603050405020304" pitchFamily="18" charset="-34"/>
              </a:rPr>
              <a:t>S = {1, 2, 3, 4, 5}</a:t>
            </a:r>
            <a:endParaRPr lang="en-US" b="1" dirty="0">
              <a:solidFill>
                <a:srgbClr val="5A3600"/>
              </a:solidFill>
              <a:latin typeface="Angsana New" pitchFamily="18" charset="-34"/>
            </a:endParaRPr>
          </a:p>
        </p:txBody>
      </p:sp>
      <p:sp>
        <p:nvSpPr>
          <p:cNvPr id="75" name="Rectangle 50"/>
          <p:cNvSpPr>
            <a:spLocks noChangeArrowheads="1"/>
          </p:cNvSpPr>
          <p:nvPr/>
        </p:nvSpPr>
        <p:spPr bwMode="auto">
          <a:xfrm>
            <a:off x="368001" y="4925392"/>
            <a:ext cx="2332037"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เหตุการณ์ </a:t>
            </a:r>
            <a:r>
              <a:rPr lang="en-US" b="1" dirty="0">
                <a:solidFill>
                  <a:srgbClr val="5A3600"/>
                </a:solidFill>
                <a:latin typeface="Angsana New" pitchFamily="18" charset="-34"/>
              </a:rPr>
              <a:t>: </a:t>
            </a:r>
            <a:endParaRPr lang="th-TH" b="1" dirty="0">
              <a:solidFill>
                <a:srgbClr val="0000FF"/>
              </a:solidFill>
              <a:latin typeface="Angsana New" pitchFamily="18" charset="-34"/>
            </a:endParaRPr>
          </a:p>
        </p:txBody>
      </p:sp>
      <p:sp>
        <p:nvSpPr>
          <p:cNvPr id="76" name="Rectangle 51"/>
          <p:cNvSpPr>
            <a:spLocks noChangeArrowheads="1"/>
          </p:cNvSpPr>
          <p:nvPr/>
        </p:nvSpPr>
        <p:spPr bwMode="auto">
          <a:xfrm>
            <a:off x="344555" y="4391992"/>
            <a:ext cx="28956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ปริภูมิตัวอย่าง </a:t>
            </a:r>
            <a:r>
              <a:rPr lang="en-US" b="1" dirty="0">
                <a:solidFill>
                  <a:srgbClr val="5A3600"/>
                </a:solidFill>
                <a:latin typeface="Angsana New" pitchFamily="18" charset="-34"/>
              </a:rPr>
              <a:t>:</a:t>
            </a:r>
            <a:r>
              <a:rPr lang="en-US" b="1" dirty="0">
                <a:solidFill>
                  <a:srgbClr val="0000FF"/>
                </a:solidFill>
                <a:latin typeface="Angsana New" pitchFamily="18" charset="-34"/>
              </a:rPr>
              <a:t> </a:t>
            </a:r>
          </a:p>
        </p:txBody>
      </p:sp>
      <p:sp>
        <p:nvSpPr>
          <p:cNvPr id="77" name="Rectangle 52"/>
          <p:cNvSpPr>
            <a:spLocks noChangeArrowheads="1"/>
          </p:cNvSpPr>
          <p:nvPr/>
        </p:nvSpPr>
        <p:spPr bwMode="auto">
          <a:xfrm>
            <a:off x="324964" y="3835878"/>
            <a:ext cx="19050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ผลลัพธ์ 2 </a:t>
            </a:r>
            <a:r>
              <a:rPr lang="en-US" b="1" dirty="0">
                <a:solidFill>
                  <a:srgbClr val="5A3600"/>
                </a:solidFill>
                <a:latin typeface="Angsana New" pitchFamily="18" charset="-34"/>
              </a:rPr>
              <a:t>:</a:t>
            </a:r>
            <a:endParaRPr lang="th-TH" b="1" dirty="0">
              <a:solidFill>
                <a:srgbClr val="FF9900"/>
              </a:solidFill>
              <a:latin typeface="Angsana New" pitchFamily="18" charset="-34"/>
            </a:endParaRPr>
          </a:p>
        </p:txBody>
      </p:sp>
      <p:sp>
        <p:nvSpPr>
          <p:cNvPr id="80" name="Rectangle 5"/>
          <p:cNvSpPr>
            <a:spLocks noChangeArrowheads="1"/>
          </p:cNvSpPr>
          <p:nvPr/>
        </p:nvSpPr>
        <p:spPr bwMode="auto">
          <a:xfrm>
            <a:off x="2342607" y="5382592"/>
            <a:ext cx="3756705" cy="495300"/>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itchFamily="18" charset="-34"/>
              </a:rPr>
              <a:t>= {4, 5}</a:t>
            </a:r>
          </a:p>
        </p:txBody>
      </p:sp>
      <p:sp>
        <p:nvSpPr>
          <p:cNvPr id="64" name="Rectangle 2"/>
          <p:cNvSpPr txBox="1">
            <a:spLocks noChangeArrowheads="1"/>
          </p:cNvSpPr>
          <p:nvPr/>
        </p:nvSpPr>
        <p:spPr bwMode="auto">
          <a:xfrm>
            <a:off x="0" y="76200"/>
            <a:ext cx="90678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algn="l" eaLnBrk="1" hangingPunct="1">
              <a:lnSpc>
                <a:spcPct val="90000"/>
              </a:lnSpc>
            </a:pPr>
            <a:r>
              <a:rPr lang="th-TH" sz="2800" b="1" kern="0" dirty="0">
                <a:solidFill>
                  <a:srgbClr val="CC00CC"/>
                </a:solidFill>
                <a:latin typeface="Angsana New" pitchFamily="18" charset="-34"/>
                <a:cs typeface="Angsana New" panose="02020603050405020304" pitchFamily="18" charset="-34"/>
              </a:rPr>
              <a:t>ตัวอย่าง </a:t>
            </a:r>
            <a:r>
              <a:rPr lang="en-US" sz="2800" b="1" kern="0" dirty="0">
                <a:solidFill>
                  <a:srgbClr val="CC00CC"/>
                </a:solidFill>
                <a:latin typeface="Angsana New" pitchFamily="18" charset="-34"/>
                <a:cs typeface="Angsana New" panose="02020603050405020304" pitchFamily="18" charset="-34"/>
              </a:rPr>
              <a:t>:</a:t>
            </a:r>
            <a:r>
              <a:rPr lang="th-TH" sz="2800" b="1" kern="0" dirty="0">
                <a:solidFill>
                  <a:srgbClr val="CC00CC"/>
                </a:solidFill>
                <a:latin typeface="Angsana New" pitchFamily="18" charset="-34"/>
                <a:cs typeface="Angsana New" panose="02020603050405020304" pitchFamily="18" charset="-34"/>
              </a:rPr>
              <a:t> การใช้และความพึงพอใจต่อการใช้ห้องสมุดของสำนักบรรณสารการพัฒนา นิด้า</a:t>
            </a:r>
          </a:p>
        </p:txBody>
      </p:sp>
      <p:sp>
        <p:nvSpPr>
          <p:cNvPr id="65" name="Rectangle 3"/>
          <p:cNvSpPr txBox="1">
            <a:spLocks noChangeArrowheads="1"/>
          </p:cNvSpPr>
          <p:nvPr/>
        </p:nvSpPr>
        <p:spPr bwMode="auto">
          <a:xfrm>
            <a:off x="112643" y="612775"/>
            <a:ext cx="2560638" cy="4126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cs typeface="+mn-cs"/>
              </a:defRPr>
            </a:lvl2pPr>
            <a:lvl3pPr marL="914400" indent="0" algn="ctr" rtl="0" eaLnBrk="0" fontAlgn="base" hangingPunct="0">
              <a:spcBef>
                <a:spcPct val="20000"/>
              </a:spcBef>
              <a:spcAft>
                <a:spcPct val="0"/>
              </a:spcAft>
              <a:buNone/>
              <a:defRPr sz="2400">
                <a:solidFill>
                  <a:schemeClr val="tx1"/>
                </a:solidFill>
                <a:latin typeface="+mn-lt"/>
                <a:cs typeface="+mn-cs"/>
              </a:defRPr>
            </a:lvl3pPr>
            <a:lvl4pPr marL="1371600" indent="0" algn="ctr" rtl="0" eaLnBrk="0" fontAlgn="base" hangingPunct="0">
              <a:spcBef>
                <a:spcPct val="20000"/>
              </a:spcBef>
              <a:spcAft>
                <a:spcPct val="0"/>
              </a:spcAft>
              <a:buNone/>
              <a:defRPr sz="2000">
                <a:solidFill>
                  <a:schemeClr val="tx1"/>
                </a:solidFill>
                <a:latin typeface="+mn-lt"/>
                <a:cs typeface="+mn-cs"/>
              </a:defRPr>
            </a:lvl4pPr>
            <a:lvl5pPr marL="1828800" indent="0" algn="ctr" rtl="0" eaLnBrk="0" fontAlgn="base" hangingPunct="0">
              <a:spcBef>
                <a:spcPct val="20000"/>
              </a:spcBef>
              <a:spcAft>
                <a:spcPct val="0"/>
              </a:spcAft>
              <a:buNone/>
              <a:defRPr sz="2000">
                <a:solidFill>
                  <a:schemeClr val="tx1"/>
                </a:solidFill>
                <a:latin typeface="+mn-lt"/>
                <a:cs typeface="+mn-cs"/>
              </a:defRPr>
            </a:lvl5pPr>
            <a:lvl6pPr marL="2286000" indent="0" algn="ctr" rtl="0" fontAlgn="base">
              <a:spcBef>
                <a:spcPct val="20000"/>
              </a:spcBef>
              <a:spcAft>
                <a:spcPct val="0"/>
              </a:spcAft>
              <a:buNone/>
              <a:defRPr sz="2000">
                <a:solidFill>
                  <a:schemeClr val="tx1"/>
                </a:solidFill>
                <a:latin typeface="+mn-lt"/>
                <a:cs typeface="+mn-cs"/>
              </a:defRPr>
            </a:lvl6pPr>
            <a:lvl7pPr marL="2743200" indent="0" algn="ctr" rtl="0" fontAlgn="base">
              <a:spcBef>
                <a:spcPct val="20000"/>
              </a:spcBef>
              <a:spcAft>
                <a:spcPct val="0"/>
              </a:spcAft>
              <a:buNone/>
              <a:defRPr sz="2000">
                <a:solidFill>
                  <a:schemeClr val="tx1"/>
                </a:solidFill>
                <a:latin typeface="+mn-lt"/>
                <a:cs typeface="+mn-cs"/>
              </a:defRPr>
            </a:lvl7pPr>
            <a:lvl8pPr marL="3200400" indent="0" algn="ctr" rtl="0" fontAlgn="base">
              <a:spcBef>
                <a:spcPct val="20000"/>
              </a:spcBef>
              <a:spcAft>
                <a:spcPct val="0"/>
              </a:spcAft>
              <a:buNone/>
              <a:defRPr sz="2000">
                <a:solidFill>
                  <a:schemeClr val="tx1"/>
                </a:solidFill>
                <a:latin typeface="+mn-lt"/>
                <a:cs typeface="+mn-cs"/>
              </a:defRPr>
            </a:lvl8pPr>
            <a:lvl9pPr marL="3657600" indent="0" algn="ctr" rtl="0" fontAlgn="base">
              <a:spcBef>
                <a:spcPct val="20000"/>
              </a:spcBef>
              <a:spcAft>
                <a:spcPct val="0"/>
              </a:spcAft>
              <a:buNone/>
              <a:defRPr sz="2000">
                <a:solidFill>
                  <a:schemeClr val="tx1"/>
                </a:solidFill>
                <a:latin typeface="+mn-lt"/>
                <a:cs typeface="+mn-cs"/>
              </a:defRPr>
            </a:lvl9pPr>
          </a:lstStyle>
          <a:p>
            <a:pPr algn="l" eaLnBrk="1" hangingPunct="1">
              <a:lnSpc>
                <a:spcPct val="90000"/>
              </a:lnSpc>
              <a:spcBef>
                <a:spcPct val="0"/>
              </a:spcBef>
              <a:tabLst>
                <a:tab pos="457200" algn="l"/>
              </a:tabLst>
            </a:pPr>
            <a:r>
              <a:rPr lang="th-TH" sz="2800" b="1" kern="0" dirty="0">
                <a:solidFill>
                  <a:srgbClr val="5A3600"/>
                </a:solidFill>
                <a:latin typeface="Angsana New" pitchFamily="18" charset="-34"/>
                <a:cs typeface="Angsana New" panose="02020603050405020304" pitchFamily="18" charset="-34"/>
              </a:rPr>
              <a:t>การทดลอง </a:t>
            </a:r>
            <a:r>
              <a:rPr lang="en-US" sz="2800" b="1" kern="0" dirty="0">
                <a:solidFill>
                  <a:srgbClr val="5A3600"/>
                </a:solidFill>
                <a:latin typeface="Angsana New" pitchFamily="18" charset="-34"/>
                <a:cs typeface="Angsana New" panose="02020603050405020304" pitchFamily="18" charset="-34"/>
              </a:rPr>
              <a:t>:</a:t>
            </a:r>
            <a:endParaRPr lang="th-TH" sz="2800" b="1" kern="0" dirty="0">
              <a:solidFill>
                <a:srgbClr val="FF9900"/>
              </a:solidFill>
              <a:latin typeface="Angsana New" pitchFamily="18" charset="-34"/>
              <a:cs typeface="Angsana New" panose="02020603050405020304" pitchFamily="18" charset="-34"/>
            </a:endParaRPr>
          </a:p>
        </p:txBody>
      </p:sp>
      <p:sp>
        <p:nvSpPr>
          <p:cNvPr id="66" name="Rectangle 5"/>
          <p:cNvSpPr>
            <a:spLocks noChangeArrowheads="1"/>
          </p:cNvSpPr>
          <p:nvPr/>
        </p:nvSpPr>
        <p:spPr bwMode="auto">
          <a:xfrm>
            <a:off x="1524000" y="2286000"/>
            <a:ext cx="5623034" cy="495300"/>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itchFamily="18" charset="-34"/>
              </a:rPr>
              <a:t>เหตุการณ์ที่สุ่มได้นักศึกษาจากคณะ 4 คณะแรกของนิด้า</a:t>
            </a:r>
            <a:endParaRPr lang="en-US" b="1" dirty="0">
              <a:solidFill>
                <a:srgbClr val="0000FF"/>
              </a:solidFill>
              <a:latin typeface="Angsana New" pitchFamily="18" charset="-34"/>
            </a:endParaRPr>
          </a:p>
        </p:txBody>
      </p:sp>
      <p:sp>
        <p:nvSpPr>
          <p:cNvPr id="67" name="Rectangle 4"/>
          <p:cNvSpPr>
            <a:spLocks noChangeArrowheads="1"/>
          </p:cNvSpPr>
          <p:nvPr/>
        </p:nvSpPr>
        <p:spPr bwMode="auto">
          <a:xfrm>
            <a:off x="1371600" y="1196008"/>
            <a:ext cx="7696200" cy="485775"/>
          </a:xfrm>
          <a:prstGeom prst="rect">
            <a:avLst/>
          </a:prstGeom>
          <a:noFill/>
          <a:ln w="9525">
            <a:noFill/>
            <a:miter lim="800000"/>
            <a:headEnd/>
            <a:tailEnd/>
          </a:ln>
        </p:spPr>
        <p:txBody>
          <a:bodyPr/>
          <a:lstStyle/>
          <a:p>
            <a:pPr>
              <a:lnSpc>
                <a:spcPct val="90000"/>
              </a:lnSpc>
              <a:tabLst>
                <a:tab pos="457200" algn="l"/>
              </a:tabLst>
            </a:pPr>
            <a:r>
              <a:rPr lang="th-TH" b="1" dirty="0">
                <a:solidFill>
                  <a:srgbClr val="3333FF"/>
                </a:solidFill>
                <a:latin typeface="Angsana New" pitchFamily="18" charset="-34"/>
              </a:rPr>
              <a:t>คณะที่สังกัด</a:t>
            </a:r>
          </a:p>
        </p:txBody>
      </p:sp>
      <p:sp>
        <p:nvSpPr>
          <p:cNvPr id="68" name="Rectangle 47"/>
          <p:cNvSpPr>
            <a:spLocks noChangeArrowheads="1"/>
          </p:cNvSpPr>
          <p:nvPr/>
        </p:nvSpPr>
        <p:spPr bwMode="auto">
          <a:xfrm>
            <a:off x="1447800" y="609600"/>
            <a:ext cx="7467600" cy="460375"/>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anose="02020603050405020304" pitchFamily="18" charset="-34"/>
              </a:rPr>
              <a:t>สุ่มนักศึกษาไทยที่ลงทะเบียนเรียนในภาค </a:t>
            </a:r>
            <a:r>
              <a:rPr lang="en-US" b="1" dirty="0">
                <a:solidFill>
                  <a:srgbClr val="0000FF"/>
                </a:solidFill>
                <a:latin typeface="Angsana New" panose="02020603050405020304" pitchFamily="18" charset="-34"/>
              </a:rPr>
              <a:t>1</a:t>
            </a:r>
            <a:r>
              <a:rPr lang="th-TH" b="1" dirty="0">
                <a:solidFill>
                  <a:srgbClr val="0000FF"/>
                </a:solidFill>
                <a:latin typeface="Angsana New" panose="02020603050405020304" pitchFamily="18" charset="-34"/>
              </a:rPr>
              <a:t>/256</a:t>
            </a:r>
            <a:r>
              <a:rPr lang="en-US" b="1" dirty="0">
                <a:solidFill>
                  <a:srgbClr val="0000FF"/>
                </a:solidFill>
                <a:latin typeface="Angsana New" panose="02020603050405020304" pitchFamily="18" charset="-34"/>
              </a:rPr>
              <a:t>9</a:t>
            </a:r>
            <a:r>
              <a:rPr lang="th-TH" b="1" dirty="0">
                <a:solidFill>
                  <a:srgbClr val="0000FF"/>
                </a:solidFill>
                <a:latin typeface="Angsana New" panose="02020603050405020304" pitchFamily="18" charset="-34"/>
              </a:rPr>
              <a:t> นิด้า ณ ที่ตั้งเขตบางกะปิ</a:t>
            </a:r>
          </a:p>
        </p:txBody>
      </p:sp>
      <p:sp>
        <p:nvSpPr>
          <p:cNvPr id="69" name="Rectangle 48"/>
          <p:cNvSpPr>
            <a:spLocks noChangeArrowheads="1"/>
          </p:cNvSpPr>
          <p:nvPr/>
        </p:nvSpPr>
        <p:spPr bwMode="auto">
          <a:xfrm>
            <a:off x="1813463" y="1752600"/>
            <a:ext cx="6873337" cy="434978"/>
          </a:xfrm>
          <a:prstGeom prst="rect">
            <a:avLst/>
          </a:prstGeom>
          <a:noFill/>
          <a:ln w="9525">
            <a:noFill/>
            <a:miter lim="800000"/>
            <a:headEnd/>
            <a:tailEnd/>
          </a:ln>
        </p:spPr>
        <p:txBody>
          <a:bodyPr/>
          <a:lstStyle/>
          <a:p>
            <a:pPr>
              <a:lnSpc>
                <a:spcPct val="90000"/>
              </a:lnSpc>
              <a:tabLst>
                <a:tab pos="457200" algn="l"/>
              </a:tabLst>
            </a:pPr>
            <a:r>
              <a:rPr lang="en-US" b="1" dirty="0">
                <a:solidFill>
                  <a:srgbClr val="0000FF"/>
                </a:solidFill>
                <a:latin typeface="Angsana New" panose="02020603050405020304" pitchFamily="18" charset="-34"/>
              </a:rPr>
              <a:t>S = {</a:t>
            </a:r>
            <a:r>
              <a:rPr lang="th-TH" b="1" dirty="0">
                <a:solidFill>
                  <a:srgbClr val="3333FF"/>
                </a:solidFill>
                <a:latin typeface="Angsana New" pitchFamily="18" charset="-34"/>
              </a:rPr>
              <a:t>สป</a:t>
            </a:r>
            <a:r>
              <a:rPr lang="en-GB" b="1" dirty="0">
                <a:solidFill>
                  <a:srgbClr val="3333FF"/>
                </a:solidFill>
                <a:latin typeface="Angsana New" pitchFamily="18" charset="-34"/>
              </a:rPr>
              <a:t>,</a:t>
            </a:r>
            <a:r>
              <a:rPr lang="th-TH" b="1" dirty="0">
                <a:solidFill>
                  <a:srgbClr val="3333FF"/>
                </a:solidFill>
                <a:latin typeface="Angsana New" pitchFamily="18" charset="-34"/>
              </a:rPr>
              <a:t> รศ</a:t>
            </a:r>
            <a:r>
              <a:rPr lang="en-GB" b="1" dirty="0">
                <a:solidFill>
                  <a:srgbClr val="3333FF"/>
                </a:solidFill>
                <a:latin typeface="Angsana New" pitchFamily="18" charset="-34"/>
              </a:rPr>
              <a:t>,</a:t>
            </a:r>
            <a:r>
              <a:rPr lang="th-TH" b="1" dirty="0">
                <a:solidFill>
                  <a:srgbClr val="3333FF"/>
                </a:solidFill>
                <a:latin typeface="Angsana New" pitchFamily="18" charset="-34"/>
              </a:rPr>
              <a:t> พศ</a:t>
            </a:r>
            <a:r>
              <a:rPr lang="en-GB" b="1" dirty="0">
                <a:solidFill>
                  <a:srgbClr val="3333FF"/>
                </a:solidFill>
                <a:latin typeface="Angsana New" pitchFamily="18" charset="-34"/>
              </a:rPr>
              <a:t>, </a:t>
            </a:r>
            <a:r>
              <a:rPr lang="th-TH" b="1" dirty="0">
                <a:solidFill>
                  <a:srgbClr val="3333FF"/>
                </a:solidFill>
                <a:latin typeface="Angsana New" pitchFamily="18" charset="-34"/>
              </a:rPr>
              <a:t>บธ</a:t>
            </a:r>
            <a:r>
              <a:rPr lang="en-GB" b="1" dirty="0">
                <a:solidFill>
                  <a:srgbClr val="3333FF"/>
                </a:solidFill>
                <a:latin typeface="Angsana New" pitchFamily="18" charset="-34"/>
              </a:rPr>
              <a:t>, </a:t>
            </a:r>
            <a:r>
              <a:rPr lang="th-TH" b="1" dirty="0">
                <a:solidFill>
                  <a:srgbClr val="3333FF"/>
                </a:solidFill>
                <a:latin typeface="Angsana New" pitchFamily="18" charset="-34"/>
              </a:rPr>
              <a:t>พม</a:t>
            </a:r>
            <a:r>
              <a:rPr lang="en-GB" b="1" dirty="0">
                <a:solidFill>
                  <a:srgbClr val="3333FF"/>
                </a:solidFill>
                <a:latin typeface="Angsana New" pitchFamily="18" charset="-34"/>
              </a:rPr>
              <a:t>,</a:t>
            </a:r>
            <a:r>
              <a:rPr lang="th-TH" b="1" dirty="0">
                <a:solidFill>
                  <a:srgbClr val="3333FF"/>
                </a:solidFill>
                <a:latin typeface="Angsana New" pitchFamily="18" charset="-34"/>
              </a:rPr>
              <a:t> พค</a:t>
            </a:r>
            <a:r>
              <a:rPr lang="en-GB" b="1" dirty="0">
                <a:solidFill>
                  <a:srgbClr val="3333FF"/>
                </a:solidFill>
                <a:latin typeface="Angsana New" pitchFamily="18" charset="-34"/>
              </a:rPr>
              <a:t>, </a:t>
            </a:r>
            <a:r>
              <a:rPr lang="th-TH" b="1" dirty="0">
                <a:solidFill>
                  <a:srgbClr val="3333FF"/>
                </a:solidFill>
                <a:latin typeface="Angsana New" pitchFamily="18" charset="-34"/>
              </a:rPr>
              <a:t>นต</a:t>
            </a:r>
            <a:r>
              <a:rPr lang="en-GB" b="1" dirty="0">
                <a:solidFill>
                  <a:srgbClr val="3333FF"/>
                </a:solidFill>
                <a:latin typeface="Angsana New" pitchFamily="18" charset="-34"/>
              </a:rPr>
              <a:t>, </a:t>
            </a:r>
            <a:r>
              <a:rPr lang="th-TH" b="1" dirty="0">
                <a:solidFill>
                  <a:srgbClr val="3333FF"/>
                </a:solidFill>
                <a:latin typeface="Angsana New" pitchFamily="18" charset="-34"/>
              </a:rPr>
              <a:t>ภส</a:t>
            </a:r>
            <a:r>
              <a:rPr lang="en-GB" b="1" dirty="0">
                <a:solidFill>
                  <a:srgbClr val="3333FF"/>
                </a:solidFill>
                <a:latin typeface="Angsana New" pitchFamily="18" charset="-34"/>
              </a:rPr>
              <a:t>, </a:t>
            </a:r>
            <a:r>
              <a:rPr lang="th-TH" b="1" dirty="0">
                <a:solidFill>
                  <a:srgbClr val="3333FF"/>
                </a:solidFill>
                <a:latin typeface="Angsana New" pitchFamily="18" charset="-34"/>
              </a:rPr>
              <a:t>สว</a:t>
            </a:r>
            <a:r>
              <a:rPr lang="en-GB" b="1" dirty="0">
                <a:solidFill>
                  <a:srgbClr val="3333FF"/>
                </a:solidFill>
                <a:latin typeface="Angsana New" pitchFamily="18" charset="-34"/>
              </a:rPr>
              <a:t>, </a:t>
            </a:r>
            <a:r>
              <a:rPr lang="th-TH" b="1" dirty="0">
                <a:solidFill>
                  <a:srgbClr val="3333FF"/>
                </a:solidFill>
                <a:latin typeface="Angsana New" pitchFamily="18" charset="-34"/>
              </a:rPr>
              <a:t>นน</a:t>
            </a:r>
            <a:r>
              <a:rPr lang="en-GB" b="1" dirty="0">
                <a:solidFill>
                  <a:srgbClr val="3333FF"/>
                </a:solidFill>
                <a:latin typeface="Angsana New" pitchFamily="18" charset="-34"/>
              </a:rPr>
              <a:t>, </a:t>
            </a:r>
            <a:r>
              <a:rPr lang="th-TH" b="1" dirty="0">
                <a:solidFill>
                  <a:srgbClr val="3333FF"/>
                </a:solidFill>
                <a:latin typeface="Angsana New" pitchFamily="18" charset="-34"/>
              </a:rPr>
              <a:t>จท</a:t>
            </a:r>
            <a:r>
              <a:rPr lang="en-GB" b="1" dirty="0">
                <a:solidFill>
                  <a:srgbClr val="3333FF"/>
                </a:solidFill>
                <a:latin typeface="Angsana New" pitchFamily="18" charset="-34"/>
              </a:rPr>
              <a:t>, </a:t>
            </a:r>
            <a:r>
              <a:rPr lang="th-TH" b="1" dirty="0">
                <a:solidFill>
                  <a:srgbClr val="3333FF"/>
                </a:solidFill>
                <a:latin typeface="Angsana New" pitchFamily="18" charset="-34"/>
              </a:rPr>
              <a:t>วช</a:t>
            </a:r>
            <a:r>
              <a:rPr lang="en-GB" b="1" dirty="0">
                <a:solidFill>
                  <a:srgbClr val="3333FF"/>
                </a:solidFill>
                <a:latin typeface="Angsana New" pitchFamily="18" charset="-34"/>
              </a:rPr>
              <a:t>}</a:t>
            </a:r>
            <a:r>
              <a:rPr lang="th-TH" b="1" dirty="0">
                <a:solidFill>
                  <a:srgbClr val="3333FF"/>
                </a:solidFill>
                <a:latin typeface="Angsana New" pitchFamily="18" charset="-34"/>
              </a:rPr>
              <a:t> </a:t>
            </a:r>
          </a:p>
        </p:txBody>
      </p:sp>
      <p:sp>
        <p:nvSpPr>
          <p:cNvPr id="70" name="Rectangle 50"/>
          <p:cNvSpPr>
            <a:spLocks noChangeArrowheads="1"/>
          </p:cNvSpPr>
          <p:nvPr/>
        </p:nvSpPr>
        <p:spPr bwMode="auto">
          <a:xfrm>
            <a:off x="360363" y="2286000"/>
            <a:ext cx="1584055"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เหตุการณ์ </a:t>
            </a:r>
            <a:r>
              <a:rPr lang="en-US" b="1" dirty="0">
                <a:solidFill>
                  <a:srgbClr val="5A3600"/>
                </a:solidFill>
                <a:latin typeface="Angsana New" pitchFamily="18" charset="-34"/>
              </a:rPr>
              <a:t>: </a:t>
            </a:r>
            <a:endParaRPr lang="th-TH" b="1" dirty="0">
              <a:solidFill>
                <a:srgbClr val="0000FF"/>
              </a:solidFill>
              <a:latin typeface="Angsana New" pitchFamily="18" charset="-34"/>
            </a:endParaRPr>
          </a:p>
        </p:txBody>
      </p:sp>
      <p:sp>
        <p:nvSpPr>
          <p:cNvPr id="71" name="Rectangle 51"/>
          <p:cNvSpPr>
            <a:spLocks noChangeArrowheads="1"/>
          </p:cNvSpPr>
          <p:nvPr/>
        </p:nvSpPr>
        <p:spPr bwMode="auto">
          <a:xfrm>
            <a:off x="277743" y="1752600"/>
            <a:ext cx="28956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ปริภูมิตัวอย่าง </a:t>
            </a:r>
            <a:r>
              <a:rPr lang="en-US" b="1" dirty="0">
                <a:solidFill>
                  <a:srgbClr val="5A3600"/>
                </a:solidFill>
                <a:latin typeface="Angsana New" pitchFamily="18" charset="-34"/>
              </a:rPr>
              <a:t>: </a:t>
            </a:r>
            <a:r>
              <a:rPr lang="en-US" b="1" dirty="0">
                <a:solidFill>
                  <a:srgbClr val="0000FF"/>
                </a:solidFill>
                <a:latin typeface="Angsana New" pitchFamily="18" charset="-34"/>
              </a:rPr>
              <a:t> </a:t>
            </a:r>
          </a:p>
        </p:txBody>
      </p:sp>
      <p:sp>
        <p:nvSpPr>
          <p:cNvPr id="72" name="Rectangle 52"/>
          <p:cNvSpPr>
            <a:spLocks noChangeArrowheads="1"/>
          </p:cNvSpPr>
          <p:nvPr/>
        </p:nvSpPr>
        <p:spPr bwMode="auto">
          <a:xfrm>
            <a:off x="281895" y="1196486"/>
            <a:ext cx="1905000"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5A3600"/>
                </a:solidFill>
                <a:latin typeface="Angsana New" pitchFamily="18" charset="-34"/>
              </a:rPr>
              <a:t>ผลลัพธ์ 1 </a:t>
            </a:r>
            <a:r>
              <a:rPr lang="en-US" b="1" dirty="0">
                <a:solidFill>
                  <a:srgbClr val="5A3600"/>
                </a:solidFill>
                <a:latin typeface="Angsana New" pitchFamily="18" charset="-34"/>
              </a:rPr>
              <a:t>:</a:t>
            </a:r>
            <a:endParaRPr lang="th-TH" b="1" dirty="0">
              <a:solidFill>
                <a:srgbClr val="FF9900"/>
              </a:solidFill>
              <a:latin typeface="Angsana New" pitchFamily="18" charset="-34"/>
            </a:endParaRPr>
          </a:p>
        </p:txBody>
      </p:sp>
      <p:sp>
        <p:nvSpPr>
          <p:cNvPr id="78" name="Rectangle 5"/>
          <p:cNvSpPr>
            <a:spLocks noChangeArrowheads="1"/>
          </p:cNvSpPr>
          <p:nvPr/>
        </p:nvSpPr>
        <p:spPr bwMode="auto">
          <a:xfrm>
            <a:off x="6821218" y="2286000"/>
            <a:ext cx="2246582" cy="411443"/>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itchFamily="18" charset="-34"/>
              </a:rPr>
              <a:t>= {</a:t>
            </a:r>
            <a:r>
              <a:rPr lang="th-TH" b="1" dirty="0">
                <a:solidFill>
                  <a:srgbClr val="FF0000"/>
                </a:solidFill>
                <a:latin typeface="Angsana New" pitchFamily="18" charset="-34"/>
              </a:rPr>
              <a:t>สป</a:t>
            </a:r>
            <a:r>
              <a:rPr lang="en-GB" b="1" dirty="0">
                <a:solidFill>
                  <a:srgbClr val="FF0000"/>
                </a:solidFill>
                <a:latin typeface="Angsana New" pitchFamily="18" charset="-34"/>
              </a:rPr>
              <a:t>,</a:t>
            </a:r>
            <a:r>
              <a:rPr lang="th-TH" b="1" dirty="0">
                <a:solidFill>
                  <a:srgbClr val="FF0000"/>
                </a:solidFill>
                <a:latin typeface="Angsana New" pitchFamily="18" charset="-34"/>
              </a:rPr>
              <a:t> รศ</a:t>
            </a:r>
            <a:r>
              <a:rPr lang="en-GB" b="1" dirty="0">
                <a:solidFill>
                  <a:srgbClr val="FF0000"/>
                </a:solidFill>
                <a:latin typeface="Angsana New" pitchFamily="18" charset="-34"/>
              </a:rPr>
              <a:t>,</a:t>
            </a:r>
            <a:r>
              <a:rPr lang="th-TH" b="1" dirty="0">
                <a:solidFill>
                  <a:srgbClr val="FF0000"/>
                </a:solidFill>
                <a:latin typeface="Angsana New" pitchFamily="18" charset="-34"/>
              </a:rPr>
              <a:t> พศ</a:t>
            </a:r>
            <a:r>
              <a:rPr lang="en-GB" b="1" dirty="0">
                <a:solidFill>
                  <a:srgbClr val="FF0000"/>
                </a:solidFill>
                <a:latin typeface="Angsana New" pitchFamily="18" charset="-34"/>
              </a:rPr>
              <a:t>, </a:t>
            </a:r>
            <a:r>
              <a:rPr lang="th-TH" b="1" dirty="0">
                <a:solidFill>
                  <a:srgbClr val="FF0000"/>
                </a:solidFill>
                <a:latin typeface="Angsana New" pitchFamily="18" charset="-34"/>
              </a:rPr>
              <a:t>บธ</a:t>
            </a:r>
            <a:r>
              <a:rPr lang="en-US" b="1" dirty="0">
                <a:solidFill>
                  <a:srgbClr val="FF0000"/>
                </a:solidFill>
                <a:latin typeface="Angsana New" pitchFamily="18" charset="-34"/>
              </a:rPr>
              <a:t>}</a:t>
            </a:r>
          </a:p>
        </p:txBody>
      </p:sp>
      <p:sp>
        <p:nvSpPr>
          <p:cNvPr id="82" name="Rectangle 5"/>
          <p:cNvSpPr>
            <a:spLocks noChangeArrowheads="1"/>
          </p:cNvSpPr>
          <p:nvPr/>
        </p:nvSpPr>
        <p:spPr bwMode="auto">
          <a:xfrm>
            <a:off x="3581400" y="3048000"/>
            <a:ext cx="2971141" cy="495300"/>
          </a:xfrm>
          <a:prstGeom prst="rect">
            <a:avLst/>
          </a:prstGeom>
          <a:noFill/>
          <a:ln w="9525">
            <a:noFill/>
            <a:miter lim="800000"/>
            <a:headEnd/>
            <a:tailEnd/>
          </a:ln>
        </p:spPr>
        <p:txBody>
          <a:bodyPr/>
          <a:lstStyle/>
          <a:p>
            <a:pPr>
              <a:lnSpc>
                <a:spcPct val="90000"/>
              </a:lnSpc>
              <a:tabLst>
                <a:tab pos="457200" algn="l"/>
              </a:tabLst>
            </a:pPr>
            <a:r>
              <a:rPr lang="en-US" b="1" dirty="0">
                <a:solidFill>
                  <a:srgbClr val="FF0000"/>
                </a:solidFill>
                <a:latin typeface="Angsana New" pitchFamily="18" charset="-34"/>
              </a:rPr>
              <a:t>= {</a:t>
            </a:r>
            <a:r>
              <a:rPr lang="th-TH" b="1" dirty="0">
                <a:solidFill>
                  <a:srgbClr val="FF0000"/>
                </a:solidFill>
                <a:latin typeface="Angsana New" pitchFamily="18" charset="-34"/>
              </a:rPr>
              <a:t>สป</a:t>
            </a:r>
            <a:r>
              <a:rPr lang="en-GB" b="1" dirty="0">
                <a:solidFill>
                  <a:srgbClr val="FF0000"/>
                </a:solidFill>
                <a:latin typeface="Angsana New" pitchFamily="18" charset="-34"/>
              </a:rPr>
              <a:t>,</a:t>
            </a:r>
            <a:r>
              <a:rPr lang="th-TH" b="1" dirty="0">
                <a:solidFill>
                  <a:srgbClr val="FF0000"/>
                </a:solidFill>
                <a:latin typeface="Angsana New" pitchFamily="18" charset="-34"/>
              </a:rPr>
              <a:t> พศ</a:t>
            </a:r>
            <a:r>
              <a:rPr lang="en-GB" b="1" dirty="0">
                <a:solidFill>
                  <a:srgbClr val="FF0000"/>
                </a:solidFill>
                <a:latin typeface="Angsana New" pitchFamily="18" charset="-34"/>
              </a:rPr>
              <a:t>, </a:t>
            </a:r>
            <a:r>
              <a:rPr lang="th-TH" b="1" dirty="0">
                <a:solidFill>
                  <a:srgbClr val="FF0000"/>
                </a:solidFill>
                <a:latin typeface="Angsana New" pitchFamily="18" charset="-34"/>
              </a:rPr>
              <a:t>บธ</a:t>
            </a:r>
            <a:r>
              <a:rPr lang="en-GB" b="1" dirty="0">
                <a:solidFill>
                  <a:srgbClr val="FF0000"/>
                </a:solidFill>
                <a:latin typeface="Angsana New" pitchFamily="18" charset="-34"/>
              </a:rPr>
              <a:t>, </a:t>
            </a:r>
            <a:r>
              <a:rPr lang="th-TH" b="1" dirty="0">
                <a:solidFill>
                  <a:srgbClr val="FF0000"/>
                </a:solidFill>
                <a:latin typeface="Angsana New" pitchFamily="18" charset="-34"/>
              </a:rPr>
              <a:t>ภส</a:t>
            </a:r>
            <a:r>
              <a:rPr lang="en-GB" b="1" dirty="0">
                <a:solidFill>
                  <a:srgbClr val="FF0000"/>
                </a:solidFill>
                <a:latin typeface="Angsana New" pitchFamily="18" charset="-34"/>
              </a:rPr>
              <a:t>, </a:t>
            </a:r>
            <a:r>
              <a:rPr lang="th-TH" b="1" dirty="0">
                <a:solidFill>
                  <a:srgbClr val="FF0000"/>
                </a:solidFill>
                <a:latin typeface="Angsana New" pitchFamily="18" charset="-34"/>
              </a:rPr>
              <a:t>วช</a:t>
            </a:r>
            <a:r>
              <a:rPr lang="en-US" b="1" dirty="0">
                <a:solidFill>
                  <a:srgbClr val="FF0000"/>
                </a:solidFill>
                <a:latin typeface="Angsana New" pitchFamily="18" charset="-34"/>
              </a:rPr>
              <a:t>}</a:t>
            </a:r>
          </a:p>
        </p:txBody>
      </p:sp>
      <p:sp>
        <p:nvSpPr>
          <p:cNvPr id="83" name="Rectangle 5"/>
          <p:cNvSpPr>
            <a:spLocks noChangeArrowheads="1"/>
          </p:cNvSpPr>
          <p:nvPr/>
        </p:nvSpPr>
        <p:spPr bwMode="auto">
          <a:xfrm>
            <a:off x="1473199" y="2666999"/>
            <a:ext cx="6680201" cy="864187"/>
          </a:xfrm>
          <a:prstGeom prst="rect">
            <a:avLst/>
          </a:prstGeom>
          <a:noFill/>
          <a:ln w="9525">
            <a:noFill/>
            <a:miter lim="800000"/>
            <a:headEnd/>
            <a:tailEnd/>
          </a:ln>
        </p:spPr>
        <p:txBody>
          <a:bodyPr/>
          <a:lstStyle/>
          <a:p>
            <a:pPr>
              <a:lnSpc>
                <a:spcPct val="90000"/>
              </a:lnSpc>
              <a:tabLst>
                <a:tab pos="457200" algn="l"/>
              </a:tabLst>
            </a:pPr>
            <a:r>
              <a:rPr lang="th-TH" b="1" dirty="0">
                <a:solidFill>
                  <a:srgbClr val="0000FF"/>
                </a:solidFill>
                <a:latin typeface="Angsana New" pitchFamily="18" charset="-34"/>
              </a:rPr>
              <a:t> เหตุการณ์ที่สุ่มได้นักศึกษาปริญญาโทจากหลักสูตรนานาชาติหรือ</a:t>
            </a:r>
          </a:p>
          <a:p>
            <a:pPr>
              <a:lnSpc>
                <a:spcPct val="90000"/>
              </a:lnSpc>
              <a:tabLst>
                <a:tab pos="457200" algn="l"/>
              </a:tabLst>
            </a:pPr>
            <a:r>
              <a:rPr lang="th-TH" b="1" dirty="0">
                <a:solidFill>
                  <a:srgbClr val="0000FF"/>
                </a:solidFill>
                <a:latin typeface="Angsana New" pitchFamily="18" charset="-34"/>
              </a:rPr>
              <a:t>หลักสูตรภาษาอังกฤษ</a:t>
            </a:r>
            <a:endParaRPr lang="en-US" b="1" dirty="0">
              <a:solidFill>
                <a:srgbClr val="0000FF"/>
              </a:solidFill>
              <a:latin typeface="Angsana New" pitchFamily="18" charset="-34"/>
            </a:endParaRPr>
          </a:p>
        </p:txBody>
      </p:sp>
      <p:sp>
        <p:nvSpPr>
          <p:cNvPr id="2" name="Rectangle 1"/>
          <p:cNvSpPr/>
          <p:nvPr/>
        </p:nvSpPr>
        <p:spPr>
          <a:xfrm>
            <a:off x="277743" y="1196008"/>
            <a:ext cx="8637657" cy="2335179"/>
          </a:xfrm>
          <a:prstGeom prst="rect">
            <a:avLst/>
          </a:prstGeom>
          <a:no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5" name="Rectangle 24"/>
          <p:cNvSpPr/>
          <p:nvPr/>
        </p:nvSpPr>
        <p:spPr>
          <a:xfrm>
            <a:off x="264776" y="3784600"/>
            <a:ext cx="8637657" cy="2080937"/>
          </a:xfrm>
          <a:prstGeom prst="rect">
            <a:avLst/>
          </a:prstGeom>
          <a:no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 name="Slide Number Placeholder 2">
            <a:extLst>
              <a:ext uri="{FF2B5EF4-FFF2-40B4-BE49-F238E27FC236}">
                <a16:creationId xmlns:a16="http://schemas.microsoft.com/office/drawing/2014/main" id="{1F26273F-5AB7-4916-9EBE-17A502ED563D}"/>
              </a:ext>
            </a:extLst>
          </p:cNvPr>
          <p:cNvSpPr>
            <a:spLocks noGrp="1"/>
          </p:cNvSpPr>
          <p:nvPr>
            <p:ph type="sldNum" sz="quarter" idx="12"/>
          </p:nvPr>
        </p:nvSpPr>
        <p:spPr/>
        <p:txBody>
          <a:bodyPr/>
          <a:lstStyle/>
          <a:p>
            <a:pPr>
              <a:defRPr/>
            </a:pPr>
            <a:fld id="{0598EADD-7714-4E0A-AD4B-AC83F9F5DA12}" type="slidenum">
              <a:rPr lang="en-US" smtClean="0"/>
              <a:pPr>
                <a:defRPr/>
              </a:pPr>
              <a:t>6</a:t>
            </a:fld>
            <a:endParaRPr lang="th-TH"/>
          </a:p>
        </p:txBody>
      </p:sp>
    </p:spTree>
    <p:extLst>
      <p:ext uri="{BB962C8B-B14F-4D97-AF65-F5344CB8AC3E}">
        <p14:creationId xmlns:p14="http://schemas.microsoft.com/office/powerpoint/2010/main" val="2320654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300"/>
                                        <p:tgtEl>
                                          <p:spTgt spid="64"/>
                                        </p:tgtEl>
                                      </p:cBhvr>
                                    </p:animEffect>
                                  </p:childTnLst>
                                </p:cTn>
                              </p:par>
                            </p:childTnLst>
                          </p:cTn>
                        </p:par>
                        <p:par>
                          <p:cTn id="8" fill="hold">
                            <p:stCondLst>
                              <p:cond delay="300"/>
                            </p:stCondLst>
                            <p:childTnLst>
                              <p:par>
                                <p:cTn id="9" presetID="9" presetClass="entr" presetSubtype="0" fill="hold" grpId="0" nodeType="afterEffect">
                                  <p:stCondLst>
                                    <p:cond delay="0"/>
                                  </p:stCondLst>
                                  <p:childTnLst>
                                    <p:set>
                                      <p:cBhvr>
                                        <p:cTn id="10" dur="1" fill="hold">
                                          <p:stCondLst>
                                            <p:cond delay="0"/>
                                          </p:stCondLst>
                                        </p:cTn>
                                        <p:tgtEl>
                                          <p:spTgt spid="65">
                                            <p:txEl>
                                              <p:pRg st="0" end="0"/>
                                            </p:txEl>
                                          </p:spTgt>
                                        </p:tgtEl>
                                        <p:attrNameLst>
                                          <p:attrName>style.visibility</p:attrName>
                                        </p:attrNameLst>
                                      </p:cBhvr>
                                      <p:to>
                                        <p:strVal val="visible"/>
                                      </p:to>
                                    </p:set>
                                    <p:animEffect transition="in" filter="dissolve">
                                      <p:cBhvr>
                                        <p:cTn id="11" dur="300"/>
                                        <p:tgtEl>
                                          <p:spTgt spid="6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8">
                                            <p:txEl>
                                              <p:pRg st="0" end="0"/>
                                            </p:txEl>
                                          </p:spTgt>
                                        </p:tgtEl>
                                        <p:attrNameLst>
                                          <p:attrName>style.visibility</p:attrName>
                                        </p:attrNameLst>
                                      </p:cBhvr>
                                      <p:to>
                                        <p:strVal val="visible"/>
                                      </p:to>
                                    </p:set>
                                    <p:animEffect transition="in" filter="wipe(left)">
                                      <p:cBhvr>
                                        <p:cTn id="16" dur="300"/>
                                        <p:tgtEl>
                                          <p:spTgt spid="68">
                                            <p:txEl>
                                              <p:pRg st="0" end="0"/>
                                            </p:txEl>
                                          </p:spTgt>
                                        </p:tgtEl>
                                      </p:cBhvr>
                                    </p:animEffect>
                                  </p:childTnLst>
                                </p:cTn>
                              </p:par>
                            </p:childTnLst>
                          </p:cTn>
                        </p:par>
                        <p:par>
                          <p:cTn id="17" fill="hold">
                            <p:stCondLst>
                              <p:cond delay="300"/>
                            </p:stCondLst>
                            <p:childTnLst>
                              <p:par>
                                <p:cTn id="18" presetID="9" presetClass="entr" presetSubtype="0" fill="hold" grpId="0" nodeType="afterEffect">
                                  <p:stCondLst>
                                    <p:cond delay="0"/>
                                  </p:stCondLst>
                                  <p:childTnLst>
                                    <p:set>
                                      <p:cBhvr>
                                        <p:cTn id="19" dur="1" fill="hold">
                                          <p:stCondLst>
                                            <p:cond delay="0"/>
                                          </p:stCondLst>
                                        </p:cTn>
                                        <p:tgtEl>
                                          <p:spTgt spid="72">
                                            <p:txEl>
                                              <p:pRg st="0" end="0"/>
                                            </p:txEl>
                                          </p:spTgt>
                                        </p:tgtEl>
                                        <p:attrNameLst>
                                          <p:attrName>style.visibility</p:attrName>
                                        </p:attrNameLst>
                                      </p:cBhvr>
                                      <p:to>
                                        <p:strVal val="visible"/>
                                      </p:to>
                                    </p:set>
                                    <p:animEffect transition="in" filter="dissolve">
                                      <p:cBhvr>
                                        <p:cTn id="20" dur="300"/>
                                        <p:tgtEl>
                                          <p:spTgt spid="7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wipe(left)">
                                      <p:cBhvr>
                                        <p:cTn id="25" dur="300"/>
                                        <p:tgtEl>
                                          <p:spTgt spid="67"/>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71">
                                            <p:txEl>
                                              <p:pRg st="0" end="0"/>
                                            </p:txEl>
                                          </p:spTgt>
                                        </p:tgtEl>
                                        <p:attrNameLst>
                                          <p:attrName>style.visibility</p:attrName>
                                        </p:attrNameLst>
                                      </p:cBhvr>
                                      <p:to>
                                        <p:strVal val="visible"/>
                                      </p:to>
                                    </p:set>
                                    <p:animEffect transition="in" filter="dissolve">
                                      <p:cBhvr>
                                        <p:cTn id="30" dur="300"/>
                                        <p:tgtEl>
                                          <p:spTgt spid="71">
                                            <p:txEl>
                                              <p:pRg st="0" end="0"/>
                                            </p:txEl>
                                          </p:spTgt>
                                        </p:tgtEl>
                                      </p:cBhvr>
                                    </p:animEffect>
                                  </p:childTnLst>
                                </p:cTn>
                              </p:par>
                            </p:childTnLst>
                          </p:cTn>
                        </p:par>
                        <p:par>
                          <p:cTn id="31" fill="hold">
                            <p:stCondLst>
                              <p:cond delay="300"/>
                            </p:stCondLst>
                            <p:childTnLst>
                              <p:par>
                                <p:cTn id="32" presetID="22" presetClass="entr" presetSubtype="8" fill="hold" grpId="0" nodeType="afterEffect">
                                  <p:stCondLst>
                                    <p:cond delay="0"/>
                                  </p:stCondLst>
                                  <p:childTnLst>
                                    <p:set>
                                      <p:cBhvr>
                                        <p:cTn id="33" dur="1" fill="hold">
                                          <p:stCondLst>
                                            <p:cond delay="0"/>
                                          </p:stCondLst>
                                        </p:cTn>
                                        <p:tgtEl>
                                          <p:spTgt spid="69">
                                            <p:txEl>
                                              <p:pRg st="0" end="0"/>
                                            </p:txEl>
                                          </p:spTgt>
                                        </p:tgtEl>
                                        <p:attrNameLst>
                                          <p:attrName>style.visibility</p:attrName>
                                        </p:attrNameLst>
                                      </p:cBhvr>
                                      <p:to>
                                        <p:strVal val="visible"/>
                                      </p:to>
                                    </p:set>
                                    <p:animEffect transition="in" filter="wipe(left)">
                                      <p:cBhvr>
                                        <p:cTn id="34" dur="300"/>
                                        <p:tgtEl>
                                          <p:spTgt spid="69">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70">
                                            <p:txEl>
                                              <p:pRg st="0" end="0"/>
                                            </p:txEl>
                                          </p:spTgt>
                                        </p:tgtEl>
                                        <p:attrNameLst>
                                          <p:attrName>style.visibility</p:attrName>
                                        </p:attrNameLst>
                                      </p:cBhvr>
                                      <p:to>
                                        <p:strVal val="visible"/>
                                      </p:to>
                                    </p:set>
                                    <p:animEffect transition="in" filter="dissolve">
                                      <p:cBhvr>
                                        <p:cTn id="39" dur="300"/>
                                        <p:tgtEl>
                                          <p:spTgt spid="70">
                                            <p:txEl>
                                              <p:pRg st="0" end="0"/>
                                            </p:txEl>
                                          </p:spTgt>
                                        </p:tgtEl>
                                      </p:cBhvr>
                                    </p:animEffect>
                                  </p:childTnLst>
                                </p:cTn>
                              </p:par>
                            </p:childTnLst>
                          </p:cTn>
                        </p:par>
                        <p:par>
                          <p:cTn id="40" fill="hold">
                            <p:stCondLst>
                              <p:cond delay="300"/>
                            </p:stCondLst>
                            <p:childTnLst>
                              <p:par>
                                <p:cTn id="41" presetID="22" presetClass="entr" presetSubtype="8" fill="hold" grpId="0" nodeType="afterEffect">
                                  <p:stCondLst>
                                    <p:cond delay="0"/>
                                  </p:stCondLst>
                                  <p:childTnLst>
                                    <p:set>
                                      <p:cBhvr>
                                        <p:cTn id="42" dur="1" fill="hold">
                                          <p:stCondLst>
                                            <p:cond delay="0"/>
                                          </p:stCondLst>
                                        </p:cTn>
                                        <p:tgtEl>
                                          <p:spTgt spid="66">
                                            <p:txEl>
                                              <p:pRg st="0" end="0"/>
                                            </p:txEl>
                                          </p:spTgt>
                                        </p:tgtEl>
                                        <p:attrNameLst>
                                          <p:attrName>style.visibility</p:attrName>
                                        </p:attrNameLst>
                                      </p:cBhvr>
                                      <p:to>
                                        <p:strVal val="visible"/>
                                      </p:to>
                                    </p:set>
                                    <p:animEffect transition="in" filter="wipe(left)">
                                      <p:cBhvr>
                                        <p:cTn id="43" dur="300"/>
                                        <p:tgtEl>
                                          <p:spTgt spid="66">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8">
                                            <p:txEl>
                                              <p:pRg st="0" end="0"/>
                                            </p:txEl>
                                          </p:spTgt>
                                        </p:tgtEl>
                                        <p:attrNameLst>
                                          <p:attrName>style.visibility</p:attrName>
                                        </p:attrNameLst>
                                      </p:cBhvr>
                                      <p:to>
                                        <p:strVal val="visible"/>
                                      </p:to>
                                    </p:set>
                                    <p:animEffect transition="in" filter="wipe(left)">
                                      <p:cBhvr>
                                        <p:cTn id="48" dur="300"/>
                                        <p:tgtEl>
                                          <p:spTgt spid="78">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83">
                                            <p:txEl>
                                              <p:pRg st="0" end="0"/>
                                            </p:txEl>
                                          </p:spTgt>
                                        </p:tgtEl>
                                        <p:attrNameLst>
                                          <p:attrName>style.visibility</p:attrName>
                                        </p:attrNameLst>
                                      </p:cBhvr>
                                      <p:to>
                                        <p:strVal val="visible"/>
                                      </p:to>
                                    </p:set>
                                    <p:animEffect transition="in" filter="wipe(left)">
                                      <p:cBhvr>
                                        <p:cTn id="53" dur="300"/>
                                        <p:tgtEl>
                                          <p:spTgt spid="83">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83">
                                            <p:txEl>
                                              <p:pRg st="1" end="1"/>
                                            </p:txEl>
                                          </p:spTgt>
                                        </p:tgtEl>
                                        <p:attrNameLst>
                                          <p:attrName>style.visibility</p:attrName>
                                        </p:attrNameLst>
                                      </p:cBhvr>
                                      <p:to>
                                        <p:strVal val="visible"/>
                                      </p:to>
                                    </p:set>
                                    <p:animEffect transition="in" filter="wipe(left)">
                                      <p:cBhvr>
                                        <p:cTn id="58" dur="300"/>
                                        <p:tgtEl>
                                          <p:spTgt spid="83">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82">
                                            <p:txEl>
                                              <p:pRg st="0" end="0"/>
                                            </p:txEl>
                                          </p:spTgt>
                                        </p:tgtEl>
                                        <p:attrNameLst>
                                          <p:attrName>style.visibility</p:attrName>
                                        </p:attrNameLst>
                                      </p:cBhvr>
                                      <p:to>
                                        <p:strVal val="visible"/>
                                      </p:to>
                                    </p:set>
                                    <p:animEffect transition="in" filter="wipe(left)">
                                      <p:cBhvr>
                                        <p:cTn id="63" dur="300"/>
                                        <p:tgtEl>
                                          <p:spTgt spid="82">
                                            <p:txEl>
                                              <p:pRg st="0" end="0"/>
                                            </p:txEl>
                                          </p:spTgt>
                                        </p:tgtEl>
                                      </p:cBhvr>
                                    </p:animEffect>
                                  </p:childTnLst>
                                </p:cTn>
                              </p:par>
                            </p:childTnLst>
                          </p:cTn>
                        </p:par>
                        <p:par>
                          <p:cTn id="64" fill="hold">
                            <p:stCondLst>
                              <p:cond delay="300"/>
                            </p:stCondLst>
                            <p:childTnLst>
                              <p:par>
                                <p:cTn id="65" presetID="9" presetClass="entr" presetSubtype="0" fill="hold" grpId="0" nodeType="afterEffect">
                                  <p:stCondLst>
                                    <p:cond delay="0"/>
                                  </p:stCondLst>
                                  <p:childTnLst>
                                    <p:set>
                                      <p:cBhvr>
                                        <p:cTn id="66" dur="1" fill="hold">
                                          <p:stCondLst>
                                            <p:cond delay="0"/>
                                          </p:stCondLst>
                                        </p:cTn>
                                        <p:tgtEl>
                                          <p:spTgt spid="77">
                                            <p:txEl>
                                              <p:pRg st="0" end="0"/>
                                            </p:txEl>
                                          </p:spTgt>
                                        </p:tgtEl>
                                        <p:attrNameLst>
                                          <p:attrName>style.visibility</p:attrName>
                                        </p:attrNameLst>
                                      </p:cBhvr>
                                      <p:to>
                                        <p:strVal val="visible"/>
                                      </p:to>
                                    </p:set>
                                    <p:animEffect transition="in" filter="dissolve">
                                      <p:cBhvr>
                                        <p:cTn id="67" dur="300"/>
                                        <p:tgtEl>
                                          <p:spTgt spid="77">
                                            <p:txEl>
                                              <p:pRg st="0" end="0"/>
                                            </p:txEl>
                                          </p:spTgt>
                                        </p:tgtEl>
                                      </p:cBhvr>
                                    </p:animEffect>
                                  </p:childTnLst>
                                </p:cTn>
                              </p:par>
                            </p:childTnLst>
                          </p:cTn>
                        </p:par>
                        <p:par>
                          <p:cTn id="68" fill="hold">
                            <p:stCondLst>
                              <p:cond delay="600"/>
                            </p:stCondLst>
                            <p:childTnLst>
                              <p:par>
                                <p:cTn id="69" presetID="22" presetClass="entr" presetSubtype="8" fill="hold" grpId="0" nodeType="after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wipe(left)">
                                      <p:cBhvr>
                                        <p:cTn id="71" dur="300"/>
                                        <p:tgtEl>
                                          <p:spTgt spid="44"/>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76">
                                            <p:txEl>
                                              <p:pRg st="0" end="0"/>
                                            </p:txEl>
                                          </p:spTgt>
                                        </p:tgtEl>
                                        <p:attrNameLst>
                                          <p:attrName>style.visibility</p:attrName>
                                        </p:attrNameLst>
                                      </p:cBhvr>
                                      <p:to>
                                        <p:strVal val="visible"/>
                                      </p:to>
                                    </p:set>
                                    <p:animEffect transition="in" filter="dissolve">
                                      <p:cBhvr>
                                        <p:cTn id="76" dur="300"/>
                                        <p:tgtEl>
                                          <p:spTgt spid="76">
                                            <p:txEl>
                                              <p:pRg st="0" end="0"/>
                                            </p:txEl>
                                          </p:spTgt>
                                        </p:tgtEl>
                                      </p:cBhvr>
                                    </p:animEffect>
                                  </p:childTnLst>
                                </p:cTn>
                              </p:par>
                            </p:childTnLst>
                          </p:cTn>
                        </p:par>
                        <p:par>
                          <p:cTn id="77" fill="hold">
                            <p:stCondLst>
                              <p:cond delay="300"/>
                            </p:stCondLst>
                            <p:childTnLst>
                              <p:par>
                                <p:cTn id="78" presetID="22" presetClass="entr" presetSubtype="8" fill="hold" grpId="0" nodeType="afterEffect">
                                  <p:stCondLst>
                                    <p:cond delay="0"/>
                                  </p:stCondLst>
                                  <p:childTnLst>
                                    <p:set>
                                      <p:cBhvr>
                                        <p:cTn id="79" dur="1" fill="hold">
                                          <p:stCondLst>
                                            <p:cond delay="0"/>
                                          </p:stCondLst>
                                        </p:cTn>
                                        <p:tgtEl>
                                          <p:spTgt spid="74">
                                            <p:txEl>
                                              <p:pRg st="0" end="0"/>
                                            </p:txEl>
                                          </p:spTgt>
                                        </p:tgtEl>
                                        <p:attrNameLst>
                                          <p:attrName>style.visibility</p:attrName>
                                        </p:attrNameLst>
                                      </p:cBhvr>
                                      <p:to>
                                        <p:strVal val="visible"/>
                                      </p:to>
                                    </p:set>
                                    <p:animEffect transition="in" filter="wipe(left)">
                                      <p:cBhvr>
                                        <p:cTn id="80" dur="300"/>
                                        <p:tgtEl>
                                          <p:spTgt spid="74">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75">
                                            <p:txEl>
                                              <p:pRg st="0" end="0"/>
                                            </p:txEl>
                                          </p:spTgt>
                                        </p:tgtEl>
                                        <p:attrNameLst>
                                          <p:attrName>style.visibility</p:attrName>
                                        </p:attrNameLst>
                                      </p:cBhvr>
                                      <p:to>
                                        <p:strVal val="visible"/>
                                      </p:to>
                                    </p:set>
                                    <p:animEffect transition="in" filter="dissolve">
                                      <p:cBhvr>
                                        <p:cTn id="85" dur="300"/>
                                        <p:tgtEl>
                                          <p:spTgt spid="75">
                                            <p:txEl>
                                              <p:pRg st="0" end="0"/>
                                            </p:txEl>
                                          </p:spTgt>
                                        </p:tgtEl>
                                      </p:cBhvr>
                                    </p:animEffect>
                                  </p:childTnLst>
                                </p:cTn>
                              </p:par>
                            </p:childTnLst>
                          </p:cTn>
                        </p:par>
                        <p:par>
                          <p:cTn id="86" fill="hold">
                            <p:stCondLst>
                              <p:cond delay="300"/>
                            </p:stCondLst>
                            <p:childTnLst>
                              <p:par>
                                <p:cTn id="87" presetID="22" presetClass="entr" presetSubtype="8" fill="hold" grpId="0" nodeType="afterEffect">
                                  <p:stCondLst>
                                    <p:cond delay="0"/>
                                  </p:stCondLst>
                                  <p:childTnLst>
                                    <p:set>
                                      <p:cBhvr>
                                        <p:cTn id="88" dur="1" fill="hold">
                                          <p:stCondLst>
                                            <p:cond delay="0"/>
                                          </p:stCondLst>
                                        </p:cTn>
                                        <p:tgtEl>
                                          <p:spTgt spid="43">
                                            <p:txEl>
                                              <p:pRg st="0" end="0"/>
                                            </p:txEl>
                                          </p:spTgt>
                                        </p:tgtEl>
                                        <p:attrNameLst>
                                          <p:attrName>style.visibility</p:attrName>
                                        </p:attrNameLst>
                                      </p:cBhvr>
                                      <p:to>
                                        <p:strVal val="visible"/>
                                      </p:to>
                                    </p:set>
                                    <p:animEffect transition="in" filter="wipe(left)">
                                      <p:cBhvr>
                                        <p:cTn id="89" dur="300"/>
                                        <p:tgtEl>
                                          <p:spTgt spid="43">
                                            <p:txEl>
                                              <p:pRg st="0" end="0"/>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80">
                                            <p:txEl>
                                              <p:pRg st="0" end="0"/>
                                            </p:txEl>
                                          </p:spTgt>
                                        </p:tgtEl>
                                        <p:attrNameLst>
                                          <p:attrName>style.visibility</p:attrName>
                                        </p:attrNameLst>
                                      </p:cBhvr>
                                      <p:to>
                                        <p:strVal val="visible"/>
                                      </p:to>
                                    </p:set>
                                    <p:animEffect transition="in" filter="wipe(left)">
                                      <p:cBhvr>
                                        <p:cTn id="94" dur="300"/>
                                        <p:tgtEl>
                                          <p:spTgt spid="8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uild="p"/>
      <p:bldP spid="44" grpId="0"/>
      <p:bldP spid="74" grpId="0" build="p"/>
      <p:bldP spid="75" grpId="0" build="p"/>
      <p:bldP spid="76" grpId="0" build="p"/>
      <p:bldP spid="77" grpId="0" build="p"/>
      <p:bldP spid="80" grpId="0" build="p"/>
      <p:bldP spid="64" grpId="0"/>
      <p:bldP spid="65" grpId="0" build="p"/>
      <p:bldP spid="66" grpId="0" build="p"/>
      <p:bldP spid="67" grpId="0"/>
      <p:bldP spid="68" grpId="0" build="p"/>
      <p:bldP spid="69" grpId="0" build="p"/>
      <p:bldP spid="70" grpId="0" build="p"/>
      <p:bldP spid="71" grpId="0" build="p"/>
      <p:bldP spid="72" grpId="0" build="p"/>
      <p:bldP spid="78" grpId="0" build="p"/>
      <p:bldP spid="82" grpId="0" build="p"/>
      <p:bldP spid="8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120650" y="0"/>
            <a:ext cx="8899525" cy="685800"/>
          </a:xfrm>
        </p:spPr>
        <p:txBody>
          <a:bodyPr/>
          <a:lstStyle/>
          <a:p>
            <a:pPr eaLnBrk="1" hangingPunct="1">
              <a:lnSpc>
                <a:spcPct val="90000"/>
              </a:lnSpc>
            </a:pPr>
            <a:r>
              <a:rPr lang="th-TH" sz="3600" b="1" dirty="0">
                <a:solidFill>
                  <a:srgbClr val="CC00CC"/>
                </a:solidFill>
                <a:latin typeface="Angsana New" panose="02020603050405020304" pitchFamily="18" charset="-34"/>
                <a:cs typeface="Angsana New" panose="02020603050405020304" pitchFamily="18" charset="-34"/>
              </a:rPr>
              <a:t>การเกิดของเหตุการณ์</a:t>
            </a:r>
          </a:p>
        </p:txBody>
      </p:sp>
      <p:sp>
        <p:nvSpPr>
          <p:cNvPr id="6148" name="Rectangle 4"/>
          <p:cNvSpPr>
            <a:spLocks noChangeArrowheads="1"/>
          </p:cNvSpPr>
          <p:nvPr/>
        </p:nvSpPr>
        <p:spPr bwMode="auto">
          <a:xfrm>
            <a:off x="200025" y="435935"/>
            <a:ext cx="6505575" cy="533400"/>
          </a:xfrm>
          <a:prstGeom prst="rect">
            <a:avLst/>
          </a:prstGeom>
          <a:noFill/>
          <a:ln w="9525">
            <a:noFill/>
            <a:miter lim="800000"/>
            <a:headEnd/>
            <a:tailEnd/>
          </a:ln>
        </p:spPr>
        <p:txBody>
          <a:bodyPr/>
          <a:lstStyle/>
          <a:p>
            <a:pPr>
              <a:lnSpc>
                <a:spcPct val="90000"/>
              </a:lnSpc>
              <a:tabLst>
                <a:tab pos="457200" algn="l"/>
              </a:tabLst>
            </a:pPr>
            <a:r>
              <a:rPr lang="en-US" b="1" dirty="0" err="1">
                <a:solidFill>
                  <a:srgbClr val="0000FF"/>
                </a:solidFill>
                <a:latin typeface="Angsana New" panose="02020603050405020304" pitchFamily="18" charset="-34"/>
              </a:rPr>
              <a:t>ในการโยนเหรียญ</a:t>
            </a:r>
            <a:r>
              <a:rPr lang="en-US" b="1" dirty="0">
                <a:solidFill>
                  <a:srgbClr val="0000FF"/>
                </a:solidFill>
                <a:latin typeface="Angsana New" panose="02020603050405020304" pitchFamily="18" charset="-34"/>
              </a:rPr>
              <a:t> 1 </a:t>
            </a:r>
            <a:r>
              <a:rPr lang="en-US" b="1" dirty="0" err="1">
                <a:solidFill>
                  <a:srgbClr val="0000FF"/>
                </a:solidFill>
                <a:latin typeface="Angsana New" panose="02020603050405020304" pitchFamily="18" charset="-34"/>
              </a:rPr>
              <a:t>อัน</a:t>
            </a:r>
            <a:r>
              <a:rPr lang="en-US" b="1" dirty="0">
                <a:solidFill>
                  <a:srgbClr val="0000FF"/>
                </a:solidFill>
                <a:latin typeface="Angsana New" panose="02020603050405020304" pitchFamily="18" charset="-34"/>
              </a:rPr>
              <a:t> : S = {H , T}   </a:t>
            </a:r>
            <a:endParaRPr lang="en-US" b="1" dirty="0">
              <a:solidFill>
                <a:srgbClr val="5A3600"/>
              </a:solidFill>
              <a:latin typeface="Angsana New" pitchFamily="18" charset="-34"/>
            </a:endParaRPr>
          </a:p>
        </p:txBody>
      </p:sp>
      <p:sp>
        <p:nvSpPr>
          <p:cNvPr id="6149" name="Rectangle 5"/>
          <p:cNvSpPr>
            <a:spLocks noChangeArrowheads="1"/>
          </p:cNvSpPr>
          <p:nvPr/>
        </p:nvSpPr>
        <p:spPr bwMode="auto">
          <a:xfrm>
            <a:off x="109332" y="916865"/>
            <a:ext cx="2782956" cy="457200"/>
          </a:xfrm>
          <a:prstGeom prst="rect">
            <a:avLst/>
          </a:prstGeom>
          <a:noFill/>
          <a:ln w="9525">
            <a:noFill/>
            <a:miter lim="800000"/>
            <a:headEnd/>
            <a:tailEnd/>
          </a:ln>
        </p:spPr>
        <p:txBody>
          <a:bodyPr/>
          <a:lstStyle/>
          <a:p>
            <a:pPr>
              <a:lnSpc>
                <a:spcPct val="90000"/>
              </a:lnSpc>
              <a:tabLst>
                <a:tab pos="457200" algn="l"/>
              </a:tabLst>
            </a:pPr>
            <a:r>
              <a:rPr lang="en-US" b="1" dirty="0" err="1">
                <a:solidFill>
                  <a:srgbClr val="5A3600"/>
                </a:solidFill>
                <a:latin typeface="Angsana New" panose="02020603050405020304" pitchFamily="18" charset="-34"/>
              </a:rPr>
              <a:t>เหตุการณ์</a:t>
            </a:r>
            <a:r>
              <a:rPr lang="en-US" b="1" dirty="0">
                <a:solidFill>
                  <a:srgbClr val="5A3600"/>
                </a:solidFill>
                <a:latin typeface="Angsana New" panose="02020603050405020304" pitchFamily="18" charset="-34"/>
              </a:rPr>
              <a:t> S = {H , T}:</a:t>
            </a:r>
          </a:p>
        </p:txBody>
      </p:sp>
      <p:sp>
        <p:nvSpPr>
          <p:cNvPr id="6151" name="Rectangle 7"/>
          <p:cNvSpPr>
            <a:spLocks noChangeArrowheads="1"/>
          </p:cNvSpPr>
          <p:nvPr/>
        </p:nvSpPr>
        <p:spPr bwMode="auto">
          <a:xfrm>
            <a:off x="109332" y="1898779"/>
            <a:ext cx="1828800" cy="533400"/>
          </a:xfrm>
          <a:prstGeom prst="rect">
            <a:avLst/>
          </a:prstGeom>
          <a:noFill/>
          <a:ln w="9525">
            <a:noFill/>
            <a:miter lim="800000"/>
            <a:headEnd/>
            <a:tailEnd/>
          </a:ln>
        </p:spPr>
        <p:txBody>
          <a:bodyPr/>
          <a:lstStyle/>
          <a:p>
            <a:pPr>
              <a:lnSpc>
                <a:spcPct val="90000"/>
              </a:lnSpc>
              <a:tabLst>
                <a:tab pos="457200" algn="l"/>
              </a:tabLst>
            </a:pPr>
            <a:r>
              <a:rPr lang="en-US" b="1" dirty="0" err="1">
                <a:solidFill>
                  <a:srgbClr val="5A3600"/>
                </a:solidFill>
                <a:latin typeface="Angsana New" panose="02020603050405020304" pitchFamily="18" charset="-34"/>
              </a:rPr>
              <a:t>เหตุการณ์</a:t>
            </a:r>
            <a:r>
              <a:rPr lang="en-US" b="1" dirty="0">
                <a:solidFill>
                  <a:srgbClr val="5A3600"/>
                </a:solidFill>
                <a:latin typeface="Angsana New" panose="02020603050405020304" pitchFamily="18" charset="-34"/>
              </a:rPr>
              <a:t> </a:t>
            </a:r>
            <a:r>
              <a:rPr lang="en-US" sz="2400" b="1" dirty="0">
                <a:solidFill>
                  <a:srgbClr val="5A3600"/>
                </a:solidFill>
                <a:latin typeface="Angsana New" pitchFamily="18" charset="-34"/>
                <a:sym typeface="Symbol" pitchFamily="18" charset="2"/>
              </a:rPr>
              <a:t></a:t>
            </a:r>
            <a:r>
              <a:rPr lang="en-US" b="1" dirty="0">
                <a:solidFill>
                  <a:srgbClr val="5A3600"/>
                </a:solidFill>
                <a:latin typeface="Angsana New" pitchFamily="18" charset="-34"/>
                <a:sym typeface="Symbol" pitchFamily="18" charset="2"/>
              </a:rPr>
              <a:t> :</a:t>
            </a:r>
          </a:p>
        </p:txBody>
      </p:sp>
      <p:sp>
        <p:nvSpPr>
          <p:cNvPr id="6153" name="Rectangle 9"/>
          <p:cNvSpPr>
            <a:spLocks noChangeArrowheads="1"/>
          </p:cNvSpPr>
          <p:nvPr/>
        </p:nvSpPr>
        <p:spPr bwMode="auto">
          <a:xfrm>
            <a:off x="5701748" y="906927"/>
            <a:ext cx="3048000" cy="810662"/>
          </a:xfrm>
          <a:prstGeom prst="rect">
            <a:avLst/>
          </a:prstGeom>
          <a:noFill/>
          <a:ln w="57150">
            <a:solidFill>
              <a:srgbClr val="F3F327"/>
            </a:solidFill>
            <a:miter lim="800000"/>
            <a:headEnd/>
            <a:tailEnd/>
          </a:ln>
        </p:spPr>
        <p:txBody>
          <a:bodyPr/>
          <a:lstStyle/>
          <a:p>
            <a:pPr algn="ctr">
              <a:lnSpc>
                <a:spcPct val="90000"/>
              </a:lnSpc>
              <a:tabLst>
                <a:tab pos="457200" algn="l"/>
              </a:tabLst>
            </a:pPr>
            <a:r>
              <a:rPr lang="en-US" b="1" dirty="0" err="1">
                <a:solidFill>
                  <a:srgbClr val="0000FF"/>
                </a:solidFill>
                <a:latin typeface="Angsana New" panose="02020603050405020304" pitchFamily="18" charset="-34"/>
              </a:rPr>
              <a:t>เหตุการณ์</a:t>
            </a:r>
            <a:r>
              <a:rPr lang="en-US" b="1" dirty="0">
                <a:solidFill>
                  <a:srgbClr val="0000FF"/>
                </a:solidFill>
                <a:latin typeface="Angsana New" panose="02020603050405020304" pitchFamily="18" charset="-34"/>
              </a:rPr>
              <a:t> S </a:t>
            </a:r>
            <a:r>
              <a:rPr lang="en-US" b="1" dirty="0" err="1">
                <a:solidFill>
                  <a:srgbClr val="0000FF"/>
                </a:solidFill>
                <a:latin typeface="Angsana New" panose="02020603050405020304" pitchFamily="18" charset="-34"/>
              </a:rPr>
              <a:t>เกิดแน่นอน</a:t>
            </a:r>
            <a:endParaRPr lang="en-US" b="1" dirty="0">
              <a:solidFill>
                <a:srgbClr val="0000FF"/>
              </a:solidFill>
              <a:latin typeface="Angsana New" panose="02020603050405020304" pitchFamily="18" charset="-34"/>
            </a:endParaRPr>
          </a:p>
          <a:p>
            <a:pPr algn="ctr">
              <a:lnSpc>
                <a:spcPct val="90000"/>
              </a:lnSpc>
              <a:tabLst>
                <a:tab pos="457200" algn="l"/>
              </a:tabLst>
            </a:pPr>
            <a:r>
              <a:rPr lang="en-US" b="1" dirty="0">
                <a:solidFill>
                  <a:srgbClr val="0000FF"/>
                </a:solidFill>
                <a:latin typeface="Angsana New" panose="02020603050405020304" pitchFamily="18" charset="-34"/>
              </a:rPr>
              <a:t>(Certain Event)</a:t>
            </a:r>
          </a:p>
        </p:txBody>
      </p:sp>
      <p:sp>
        <p:nvSpPr>
          <p:cNvPr id="6152" name="AutoShape 8"/>
          <p:cNvSpPr>
            <a:spLocks noChangeArrowheads="1"/>
          </p:cNvSpPr>
          <p:nvPr/>
        </p:nvSpPr>
        <p:spPr bwMode="auto">
          <a:xfrm>
            <a:off x="2770869" y="925910"/>
            <a:ext cx="2513058" cy="791679"/>
          </a:xfrm>
          <a:prstGeom prst="rightArrowCallout">
            <a:avLst>
              <a:gd name="adj1" fmla="val 34313"/>
              <a:gd name="adj2" fmla="val 48264"/>
              <a:gd name="adj3" fmla="val 36458"/>
              <a:gd name="adj4" fmla="val 82639"/>
            </a:avLst>
          </a:prstGeom>
          <a:solidFill>
            <a:srgbClr val="F3F327"/>
          </a:solidFill>
          <a:ln w="57150">
            <a:solidFill>
              <a:srgbClr val="F3F327"/>
            </a:solidFill>
            <a:miter lim="800000"/>
            <a:headEnd/>
            <a:tailEnd/>
          </a:ln>
        </p:spPr>
        <p:txBody>
          <a:bodyPr wrap="none" anchor="ctr"/>
          <a:lstStyle/>
          <a:p>
            <a:pPr algn="ctr"/>
            <a:endParaRPr lang="en-US" sz="3200">
              <a:solidFill>
                <a:srgbClr val="F3F327"/>
              </a:solidFill>
              <a:latin typeface="Angsana New" panose="02020603050405020304" pitchFamily="18" charset="-34"/>
            </a:endParaRPr>
          </a:p>
        </p:txBody>
      </p:sp>
      <p:sp>
        <p:nvSpPr>
          <p:cNvPr id="6154" name="Rectangle 10"/>
          <p:cNvSpPr>
            <a:spLocks noChangeArrowheads="1"/>
          </p:cNvSpPr>
          <p:nvPr/>
        </p:nvSpPr>
        <p:spPr bwMode="auto">
          <a:xfrm>
            <a:off x="2778955" y="900301"/>
            <a:ext cx="2286000" cy="990600"/>
          </a:xfrm>
          <a:prstGeom prst="rect">
            <a:avLst/>
          </a:prstGeom>
          <a:noFill/>
          <a:ln w="9525">
            <a:noFill/>
            <a:miter lim="800000"/>
            <a:headEnd/>
            <a:tailEnd/>
          </a:ln>
        </p:spPr>
        <p:txBody>
          <a:bodyPr/>
          <a:lstStyle/>
          <a:p>
            <a:pPr>
              <a:lnSpc>
                <a:spcPct val="90000"/>
              </a:lnSpc>
              <a:tabLst>
                <a:tab pos="457200" algn="l"/>
              </a:tabLst>
            </a:pPr>
            <a:r>
              <a:rPr lang="en-US" b="1" dirty="0" err="1">
                <a:solidFill>
                  <a:srgbClr val="0000FF"/>
                </a:solidFill>
                <a:latin typeface="Angsana New" panose="02020603050405020304" pitchFamily="18" charset="-34"/>
              </a:rPr>
              <a:t>ถ้าได้</a:t>
            </a:r>
            <a:r>
              <a:rPr lang="en-US" b="1" dirty="0">
                <a:solidFill>
                  <a:srgbClr val="0000FF"/>
                </a:solidFill>
                <a:latin typeface="Angsana New" panose="02020603050405020304" pitchFamily="18" charset="-34"/>
              </a:rPr>
              <a:t> H =&gt; S </a:t>
            </a:r>
            <a:r>
              <a:rPr lang="en-US" b="1" dirty="0" err="1">
                <a:solidFill>
                  <a:srgbClr val="0000FF"/>
                </a:solidFill>
                <a:latin typeface="Angsana New" panose="02020603050405020304" pitchFamily="18" charset="-34"/>
              </a:rPr>
              <a:t>เกิด</a:t>
            </a:r>
            <a:endParaRPr lang="en-US" b="1" dirty="0">
              <a:solidFill>
                <a:srgbClr val="0000FF"/>
              </a:solidFill>
              <a:latin typeface="Angsana New" panose="02020603050405020304" pitchFamily="18" charset="-34"/>
            </a:endParaRPr>
          </a:p>
          <a:p>
            <a:pPr>
              <a:lnSpc>
                <a:spcPct val="90000"/>
              </a:lnSpc>
              <a:tabLst>
                <a:tab pos="457200" algn="l"/>
              </a:tabLst>
            </a:pPr>
            <a:r>
              <a:rPr lang="en-US" b="1" dirty="0" err="1">
                <a:solidFill>
                  <a:srgbClr val="0000FF"/>
                </a:solidFill>
                <a:latin typeface="Angsana New" panose="02020603050405020304" pitchFamily="18" charset="-34"/>
              </a:rPr>
              <a:t>ถ้าได้</a:t>
            </a:r>
            <a:r>
              <a:rPr lang="en-US" b="1" dirty="0">
                <a:solidFill>
                  <a:srgbClr val="0000FF"/>
                </a:solidFill>
                <a:latin typeface="Angsana New" panose="02020603050405020304" pitchFamily="18" charset="-34"/>
              </a:rPr>
              <a:t> T =&gt; S </a:t>
            </a:r>
            <a:r>
              <a:rPr lang="en-US" b="1" dirty="0" err="1">
                <a:solidFill>
                  <a:srgbClr val="0000FF"/>
                </a:solidFill>
                <a:latin typeface="Angsana New" panose="02020603050405020304" pitchFamily="18" charset="-34"/>
              </a:rPr>
              <a:t>เกิด</a:t>
            </a:r>
            <a:endParaRPr lang="en-US" b="1" dirty="0">
              <a:solidFill>
                <a:srgbClr val="0000FF"/>
              </a:solidFill>
              <a:latin typeface="Angsana New" panose="02020603050405020304" pitchFamily="18" charset="-34"/>
            </a:endParaRPr>
          </a:p>
        </p:txBody>
      </p:sp>
      <p:sp>
        <p:nvSpPr>
          <p:cNvPr id="6156" name="Rectangle 12"/>
          <p:cNvSpPr>
            <a:spLocks noChangeArrowheads="1"/>
          </p:cNvSpPr>
          <p:nvPr/>
        </p:nvSpPr>
        <p:spPr bwMode="auto">
          <a:xfrm>
            <a:off x="5714999" y="1867929"/>
            <a:ext cx="3054623" cy="837706"/>
          </a:xfrm>
          <a:prstGeom prst="rect">
            <a:avLst/>
          </a:prstGeom>
          <a:noFill/>
          <a:ln w="57150">
            <a:solidFill>
              <a:srgbClr val="F3F327"/>
            </a:solidFill>
            <a:miter lim="800000"/>
            <a:headEnd/>
            <a:tailEnd/>
          </a:ln>
        </p:spPr>
        <p:txBody>
          <a:bodyPr/>
          <a:lstStyle/>
          <a:p>
            <a:pPr algn="ctr">
              <a:lnSpc>
                <a:spcPct val="90000"/>
              </a:lnSpc>
              <a:tabLst>
                <a:tab pos="457200" algn="l"/>
              </a:tabLst>
            </a:pPr>
            <a:r>
              <a:rPr lang="en-US" b="1" dirty="0" err="1">
                <a:solidFill>
                  <a:srgbClr val="0000FF"/>
                </a:solidFill>
                <a:latin typeface="Angsana New" panose="02020603050405020304" pitchFamily="18" charset="-34"/>
              </a:rPr>
              <a:t>เหตุการณ์</a:t>
            </a:r>
            <a:r>
              <a:rPr lang="en-US" b="1" dirty="0">
                <a:solidFill>
                  <a:srgbClr val="0000FF"/>
                </a:solidFill>
                <a:latin typeface="Angsana New" panose="02020603050405020304" pitchFamily="18" charset="-34"/>
              </a:rPr>
              <a:t> </a:t>
            </a:r>
            <a:r>
              <a:rPr lang="en-US" sz="2400" b="1" dirty="0">
                <a:solidFill>
                  <a:srgbClr val="0000FF"/>
                </a:solidFill>
                <a:latin typeface="Angsana New" pitchFamily="18" charset="-34"/>
                <a:sym typeface="Symbol" pitchFamily="18" charset="2"/>
              </a:rPr>
              <a:t></a:t>
            </a:r>
            <a:r>
              <a:rPr lang="en-US" b="1" dirty="0">
                <a:solidFill>
                  <a:srgbClr val="0000FF"/>
                </a:solidFill>
                <a:latin typeface="Angsana New" pitchFamily="18" charset="-34"/>
              </a:rPr>
              <a:t> </a:t>
            </a:r>
            <a:r>
              <a:rPr lang="en-US" b="1" dirty="0" err="1">
                <a:solidFill>
                  <a:srgbClr val="0000FF"/>
                </a:solidFill>
                <a:latin typeface="Angsana New" pitchFamily="18" charset="-34"/>
              </a:rPr>
              <a:t>ไม่เกิดแน่นอน</a:t>
            </a:r>
            <a:endParaRPr lang="en-US" b="1" dirty="0">
              <a:solidFill>
                <a:srgbClr val="0000FF"/>
              </a:solidFill>
              <a:latin typeface="Angsana New" pitchFamily="18" charset="-34"/>
            </a:endParaRPr>
          </a:p>
          <a:p>
            <a:pPr algn="ctr">
              <a:lnSpc>
                <a:spcPct val="90000"/>
              </a:lnSpc>
              <a:tabLst>
                <a:tab pos="457200" algn="l"/>
              </a:tabLst>
            </a:pPr>
            <a:r>
              <a:rPr lang="en-US" b="1" dirty="0">
                <a:solidFill>
                  <a:srgbClr val="0000FF"/>
                </a:solidFill>
                <a:latin typeface="Angsana New" pitchFamily="18" charset="-34"/>
              </a:rPr>
              <a:t>(Impossible Event)</a:t>
            </a:r>
          </a:p>
        </p:txBody>
      </p:sp>
      <p:sp>
        <p:nvSpPr>
          <p:cNvPr id="12" name="AutoShape 8"/>
          <p:cNvSpPr>
            <a:spLocks noChangeArrowheads="1"/>
          </p:cNvSpPr>
          <p:nvPr/>
        </p:nvSpPr>
        <p:spPr bwMode="auto">
          <a:xfrm>
            <a:off x="2743201" y="1920181"/>
            <a:ext cx="2564298" cy="785453"/>
          </a:xfrm>
          <a:prstGeom prst="rightArrowCallout">
            <a:avLst>
              <a:gd name="adj1" fmla="val 37453"/>
              <a:gd name="adj2" fmla="val 48264"/>
              <a:gd name="adj3" fmla="val 36458"/>
              <a:gd name="adj4" fmla="val 83720"/>
            </a:avLst>
          </a:prstGeom>
          <a:solidFill>
            <a:srgbClr val="F3F327"/>
          </a:solidFill>
          <a:ln w="57150">
            <a:solidFill>
              <a:srgbClr val="F3F327"/>
            </a:solidFill>
            <a:miter lim="800000"/>
            <a:headEnd/>
            <a:tailEnd/>
          </a:ln>
        </p:spPr>
        <p:txBody>
          <a:bodyPr wrap="none" anchor="ctr"/>
          <a:lstStyle/>
          <a:p>
            <a:pPr algn="ctr"/>
            <a:endParaRPr lang="en-US" dirty="0">
              <a:solidFill>
                <a:srgbClr val="F3F327"/>
              </a:solidFill>
              <a:latin typeface="Angsana New" panose="02020603050405020304" pitchFamily="18" charset="-34"/>
            </a:endParaRPr>
          </a:p>
        </p:txBody>
      </p:sp>
      <p:sp>
        <p:nvSpPr>
          <p:cNvPr id="6158" name="Rectangle 14"/>
          <p:cNvSpPr>
            <a:spLocks noChangeArrowheads="1"/>
          </p:cNvSpPr>
          <p:nvPr/>
        </p:nvSpPr>
        <p:spPr bwMode="auto">
          <a:xfrm>
            <a:off x="2792899" y="1899194"/>
            <a:ext cx="2514600" cy="1000125"/>
          </a:xfrm>
          <a:prstGeom prst="rect">
            <a:avLst/>
          </a:prstGeom>
          <a:noFill/>
          <a:ln w="9525">
            <a:noFill/>
            <a:miter lim="800000"/>
            <a:headEnd/>
            <a:tailEnd/>
          </a:ln>
        </p:spPr>
        <p:txBody>
          <a:bodyPr/>
          <a:lstStyle/>
          <a:p>
            <a:pPr>
              <a:lnSpc>
                <a:spcPct val="90000"/>
              </a:lnSpc>
              <a:tabLst>
                <a:tab pos="457200" algn="l"/>
              </a:tabLst>
            </a:pPr>
            <a:r>
              <a:rPr lang="en-US" b="1" dirty="0" err="1">
                <a:solidFill>
                  <a:srgbClr val="0000FF"/>
                </a:solidFill>
                <a:latin typeface="Angsana New" panose="02020603050405020304" pitchFamily="18" charset="-34"/>
              </a:rPr>
              <a:t>ถ้าได้</a:t>
            </a:r>
            <a:r>
              <a:rPr lang="en-US" b="1" dirty="0">
                <a:solidFill>
                  <a:srgbClr val="0000FF"/>
                </a:solidFill>
                <a:latin typeface="Angsana New" panose="02020603050405020304" pitchFamily="18" charset="-34"/>
              </a:rPr>
              <a:t> H =&gt; </a:t>
            </a:r>
            <a:r>
              <a:rPr lang="en-US" sz="2400" b="1" dirty="0">
                <a:solidFill>
                  <a:srgbClr val="0000FF"/>
                </a:solidFill>
                <a:latin typeface="Angsana New" pitchFamily="18" charset="-34"/>
                <a:sym typeface="Symbol" pitchFamily="18" charset="2"/>
              </a:rPr>
              <a:t></a:t>
            </a:r>
            <a:r>
              <a:rPr lang="en-US" b="1" dirty="0">
                <a:solidFill>
                  <a:srgbClr val="0000FF"/>
                </a:solidFill>
                <a:latin typeface="Angsana New" pitchFamily="18" charset="-34"/>
              </a:rPr>
              <a:t> </a:t>
            </a:r>
            <a:r>
              <a:rPr lang="en-US" b="1" dirty="0" err="1">
                <a:solidFill>
                  <a:srgbClr val="0000FF"/>
                </a:solidFill>
                <a:latin typeface="Angsana New" pitchFamily="18" charset="-34"/>
              </a:rPr>
              <a:t>ไม่เกิด</a:t>
            </a:r>
            <a:endParaRPr lang="en-US" b="1" dirty="0">
              <a:solidFill>
                <a:srgbClr val="0000FF"/>
              </a:solidFill>
              <a:latin typeface="Angsana New" pitchFamily="18" charset="-34"/>
            </a:endParaRPr>
          </a:p>
          <a:p>
            <a:pPr>
              <a:lnSpc>
                <a:spcPct val="90000"/>
              </a:lnSpc>
              <a:tabLst>
                <a:tab pos="457200" algn="l"/>
              </a:tabLst>
            </a:pPr>
            <a:r>
              <a:rPr lang="en-US" b="1" dirty="0" err="1">
                <a:solidFill>
                  <a:srgbClr val="0000FF"/>
                </a:solidFill>
                <a:latin typeface="Angsana New" pitchFamily="18" charset="-34"/>
              </a:rPr>
              <a:t>ถ้าได้</a:t>
            </a:r>
            <a:r>
              <a:rPr lang="en-US" b="1" dirty="0">
                <a:solidFill>
                  <a:srgbClr val="0000FF"/>
                </a:solidFill>
                <a:latin typeface="Angsana New" pitchFamily="18" charset="-34"/>
              </a:rPr>
              <a:t> T =&gt; </a:t>
            </a:r>
            <a:r>
              <a:rPr lang="en-US" sz="2400" b="1" dirty="0">
                <a:solidFill>
                  <a:srgbClr val="0000FF"/>
                </a:solidFill>
                <a:latin typeface="Angsana New" pitchFamily="18" charset="-34"/>
                <a:sym typeface="Symbol" pitchFamily="18" charset="2"/>
              </a:rPr>
              <a:t></a:t>
            </a:r>
            <a:r>
              <a:rPr lang="en-US" b="1" dirty="0">
                <a:solidFill>
                  <a:srgbClr val="0000FF"/>
                </a:solidFill>
                <a:latin typeface="Angsana New" pitchFamily="18" charset="-34"/>
              </a:rPr>
              <a:t> </a:t>
            </a:r>
            <a:r>
              <a:rPr lang="en-US" b="1" dirty="0" err="1">
                <a:solidFill>
                  <a:srgbClr val="0000FF"/>
                </a:solidFill>
                <a:latin typeface="Angsana New" pitchFamily="18" charset="-34"/>
              </a:rPr>
              <a:t>ไม่เกิด</a:t>
            </a:r>
            <a:endParaRPr lang="en-US" b="1" dirty="0">
              <a:solidFill>
                <a:srgbClr val="0000FF"/>
              </a:solidFill>
              <a:latin typeface="Angsana New" pitchFamily="18" charset="-34"/>
            </a:endParaRPr>
          </a:p>
        </p:txBody>
      </p:sp>
      <p:sp>
        <p:nvSpPr>
          <p:cNvPr id="13" name="Rectangle 2"/>
          <p:cNvSpPr txBox="1">
            <a:spLocks noChangeArrowheads="1"/>
          </p:cNvSpPr>
          <p:nvPr/>
        </p:nvSpPr>
        <p:spPr bwMode="auto">
          <a:xfrm>
            <a:off x="120650" y="3886200"/>
            <a:ext cx="8899525"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eaLnBrk="1" hangingPunct="1">
              <a:lnSpc>
                <a:spcPct val="90000"/>
              </a:lnSpc>
            </a:pPr>
            <a:r>
              <a:rPr lang="th-TH" sz="2800" b="1" kern="0" dirty="0">
                <a:solidFill>
                  <a:srgbClr val="CC00CC"/>
                </a:solidFill>
                <a:latin typeface="Angsana New" panose="02020603050405020304" pitchFamily="18" charset="-34"/>
                <a:cs typeface="Angsana New" panose="02020603050405020304" pitchFamily="18" charset="-34"/>
              </a:rPr>
              <a:t>การสร้างเหตุการณ์จากเหตุการณ์ </a:t>
            </a:r>
            <a:r>
              <a:rPr lang="en-US" sz="2800" b="1" kern="0" dirty="0">
                <a:solidFill>
                  <a:srgbClr val="CC00CC"/>
                </a:solidFill>
                <a:latin typeface="Angsana New" panose="02020603050405020304" pitchFamily="18" charset="-34"/>
                <a:cs typeface="Angsana New" panose="02020603050405020304" pitchFamily="18" charset="-34"/>
              </a:rPr>
              <a:t>A &amp;</a:t>
            </a:r>
            <a:r>
              <a:rPr lang="th-TH" sz="2800" b="1" kern="0" dirty="0">
                <a:solidFill>
                  <a:srgbClr val="CC00CC"/>
                </a:solidFill>
                <a:latin typeface="Angsana New" panose="02020603050405020304" pitchFamily="18" charset="-34"/>
                <a:cs typeface="Angsana New" panose="02020603050405020304" pitchFamily="18" charset="-34"/>
              </a:rPr>
              <a:t> </a:t>
            </a:r>
            <a:r>
              <a:rPr lang="en-US" sz="2800" b="1" kern="0" dirty="0">
                <a:solidFill>
                  <a:srgbClr val="CC00CC"/>
                </a:solidFill>
                <a:latin typeface="Angsana New" panose="02020603050405020304" pitchFamily="18" charset="-34"/>
                <a:cs typeface="Angsana New" panose="02020603050405020304" pitchFamily="18" charset="-34"/>
              </a:rPr>
              <a:t>B </a:t>
            </a:r>
            <a:r>
              <a:rPr lang="th-TH" sz="2800" b="1" kern="0" dirty="0">
                <a:solidFill>
                  <a:srgbClr val="CC00CC"/>
                </a:solidFill>
                <a:latin typeface="Angsana New" panose="02020603050405020304" pitchFamily="18" charset="-34"/>
                <a:cs typeface="Angsana New" panose="02020603050405020304" pitchFamily="18" charset="-34"/>
              </a:rPr>
              <a:t>เมื่อ </a:t>
            </a:r>
            <a:r>
              <a:rPr lang="en-US" sz="2800" b="1" dirty="0">
                <a:solidFill>
                  <a:srgbClr val="0000FF"/>
                </a:solidFill>
                <a:latin typeface="Angsana New" panose="02020603050405020304" pitchFamily="18" charset="-34"/>
              </a:rPr>
              <a:t>A </a:t>
            </a:r>
            <a:r>
              <a:rPr lang="en-US" sz="2400" b="1" dirty="0">
                <a:solidFill>
                  <a:srgbClr val="0000FF"/>
                </a:solidFill>
                <a:latin typeface="Angsana New" pitchFamily="18" charset="-34"/>
                <a:sym typeface="Symbol" pitchFamily="18" charset="2"/>
              </a:rPr>
              <a:t></a:t>
            </a:r>
            <a:r>
              <a:rPr lang="en-US" sz="2800" b="1" dirty="0">
                <a:solidFill>
                  <a:srgbClr val="0000FF"/>
                </a:solidFill>
                <a:latin typeface="Angsana New" pitchFamily="18" charset="-34"/>
                <a:sym typeface="Symbol" pitchFamily="18" charset="2"/>
              </a:rPr>
              <a:t> S  </a:t>
            </a:r>
            <a:r>
              <a:rPr lang="en-US" sz="2800" b="1" dirty="0" err="1">
                <a:solidFill>
                  <a:srgbClr val="0000FF"/>
                </a:solidFill>
                <a:latin typeface="Angsana New" pitchFamily="18" charset="-34"/>
                <a:sym typeface="Symbol" pitchFamily="18" charset="2"/>
              </a:rPr>
              <a:t>และ</a:t>
            </a:r>
            <a:r>
              <a:rPr lang="en-US" sz="2800" b="1" dirty="0">
                <a:solidFill>
                  <a:srgbClr val="0000FF"/>
                </a:solidFill>
                <a:latin typeface="Angsana New" pitchFamily="18" charset="-34"/>
                <a:sym typeface="Symbol" pitchFamily="18" charset="2"/>
              </a:rPr>
              <a:t> </a:t>
            </a:r>
            <a:r>
              <a:rPr lang="en-US" sz="2800" b="1" dirty="0">
                <a:solidFill>
                  <a:srgbClr val="0000FF"/>
                </a:solidFill>
                <a:latin typeface="Angsana New" panose="02020603050405020304" pitchFamily="18" charset="-34"/>
              </a:rPr>
              <a:t>B </a:t>
            </a:r>
            <a:r>
              <a:rPr lang="en-US" sz="2400" b="1" dirty="0">
                <a:solidFill>
                  <a:srgbClr val="0000FF"/>
                </a:solidFill>
                <a:latin typeface="Angsana New" pitchFamily="18" charset="-34"/>
                <a:sym typeface="Symbol" pitchFamily="18" charset="2"/>
              </a:rPr>
              <a:t></a:t>
            </a:r>
            <a:r>
              <a:rPr lang="en-US" sz="2800" b="1" dirty="0">
                <a:solidFill>
                  <a:srgbClr val="0000FF"/>
                </a:solidFill>
                <a:latin typeface="Angsana New" pitchFamily="18" charset="-34"/>
                <a:sym typeface="Symbol" pitchFamily="18" charset="2"/>
              </a:rPr>
              <a:t> S</a:t>
            </a:r>
            <a:r>
              <a:rPr lang="th-TH" sz="2800" b="1" kern="0" dirty="0">
                <a:solidFill>
                  <a:srgbClr val="CC00CC"/>
                </a:solidFill>
                <a:latin typeface="Angsana New" panose="02020603050405020304" pitchFamily="18" charset="-34"/>
                <a:cs typeface="Angsana New" panose="02020603050405020304" pitchFamily="18" charset="-34"/>
              </a:rPr>
              <a:t> </a:t>
            </a:r>
          </a:p>
        </p:txBody>
      </p:sp>
      <p:sp>
        <p:nvSpPr>
          <p:cNvPr id="15" name="Rectangle 4"/>
          <p:cNvSpPr>
            <a:spLocks noChangeArrowheads="1"/>
          </p:cNvSpPr>
          <p:nvPr/>
        </p:nvSpPr>
        <p:spPr bwMode="auto">
          <a:xfrm>
            <a:off x="-26504" y="4534833"/>
            <a:ext cx="3124200" cy="642180"/>
          </a:xfrm>
          <a:prstGeom prst="rect">
            <a:avLst/>
          </a:prstGeom>
          <a:noFill/>
          <a:ln w="9525">
            <a:noFill/>
            <a:miter lim="800000"/>
            <a:headEnd/>
            <a:tailEnd/>
          </a:ln>
        </p:spPr>
        <p:txBody>
          <a:bodyPr/>
          <a:lstStyle/>
          <a:p>
            <a:pPr algn="ctr">
              <a:tabLst>
                <a:tab pos="457200" algn="l"/>
              </a:tabLst>
            </a:pPr>
            <a:r>
              <a:rPr lang="en-US" b="1" dirty="0" err="1">
                <a:solidFill>
                  <a:srgbClr val="0066FF"/>
                </a:solidFill>
                <a:latin typeface="Angsana New" pitchFamily="18" charset="-34"/>
              </a:rPr>
              <a:t>เหตุการณ์ที่ทั้ง</a:t>
            </a:r>
            <a:r>
              <a:rPr lang="en-US" b="1" dirty="0">
                <a:solidFill>
                  <a:srgbClr val="0066FF"/>
                </a:solidFill>
                <a:latin typeface="Angsana New" pitchFamily="18" charset="-34"/>
              </a:rPr>
              <a:t> A &amp; B </a:t>
            </a:r>
            <a:r>
              <a:rPr lang="en-US" b="1" dirty="0" err="1">
                <a:solidFill>
                  <a:srgbClr val="0066FF"/>
                </a:solidFill>
                <a:latin typeface="Angsana New" pitchFamily="18" charset="-34"/>
              </a:rPr>
              <a:t>เกิด</a:t>
            </a:r>
            <a:endParaRPr lang="en-US" b="1" dirty="0">
              <a:solidFill>
                <a:srgbClr val="0066FF"/>
              </a:solidFill>
              <a:latin typeface="Angsana New" pitchFamily="18" charset="-34"/>
            </a:endParaRPr>
          </a:p>
        </p:txBody>
      </p:sp>
      <p:sp>
        <p:nvSpPr>
          <p:cNvPr id="16" name="Rectangle 12"/>
          <p:cNvSpPr>
            <a:spLocks noChangeArrowheads="1"/>
          </p:cNvSpPr>
          <p:nvPr/>
        </p:nvSpPr>
        <p:spPr bwMode="auto">
          <a:xfrm>
            <a:off x="3084085" y="4535662"/>
            <a:ext cx="3429000" cy="641350"/>
          </a:xfrm>
          <a:prstGeom prst="rect">
            <a:avLst/>
          </a:prstGeom>
          <a:noFill/>
          <a:ln w="9525">
            <a:noFill/>
            <a:miter lim="800000"/>
            <a:headEnd/>
            <a:tailEnd/>
          </a:ln>
        </p:spPr>
        <p:txBody>
          <a:bodyPr/>
          <a:lstStyle/>
          <a:p>
            <a:pPr>
              <a:tabLst>
                <a:tab pos="457200" algn="l"/>
              </a:tabLst>
            </a:pPr>
            <a:r>
              <a:rPr lang="en-US" b="1" dirty="0" err="1">
                <a:solidFill>
                  <a:srgbClr val="7030A0"/>
                </a:solidFill>
                <a:latin typeface="Angsana New" pitchFamily="18" charset="-34"/>
              </a:rPr>
              <a:t>เหตุการณ์ที่</a:t>
            </a:r>
            <a:r>
              <a:rPr lang="en-US" b="1" dirty="0">
                <a:solidFill>
                  <a:srgbClr val="7030A0"/>
                </a:solidFill>
                <a:latin typeface="Angsana New" pitchFamily="18" charset="-34"/>
              </a:rPr>
              <a:t> A </a:t>
            </a:r>
            <a:r>
              <a:rPr lang="en-US" b="1" dirty="0" err="1">
                <a:solidFill>
                  <a:srgbClr val="7030A0"/>
                </a:solidFill>
                <a:latin typeface="Angsana New" pitchFamily="18" charset="-34"/>
              </a:rPr>
              <a:t>เกิดหรือ</a:t>
            </a:r>
            <a:r>
              <a:rPr lang="en-US" b="1" dirty="0">
                <a:solidFill>
                  <a:srgbClr val="7030A0"/>
                </a:solidFill>
                <a:latin typeface="Angsana New" pitchFamily="18" charset="-34"/>
              </a:rPr>
              <a:t> B </a:t>
            </a:r>
            <a:r>
              <a:rPr lang="en-US" b="1" dirty="0" err="1">
                <a:solidFill>
                  <a:srgbClr val="7030A0"/>
                </a:solidFill>
                <a:latin typeface="Angsana New" pitchFamily="18" charset="-34"/>
              </a:rPr>
              <a:t>เกิด</a:t>
            </a:r>
            <a:endParaRPr lang="en-US" b="1" dirty="0">
              <a:solidFill>
                <a:srgbClr val="7030A0"/>
              </a:solidFill>
              <a:latin typeface="Angsana New" pitchFamily="18" charset="-34"/>
            </a:endParaRPr>
          </a:p>
        </p:txBody>
      </p:sp>
      <p:sp>
        <p:nvSpPr>
          <p:cNvPr id="17" name="Rectangle 13"/>
          <p:cNvSpPr>
            <a:spLocks noChangeArrowheads="1"/>
          </p:cNvSpPr>
          <p:nvPr/>
        </p:nvSpPr>
        <p:spPr bwMode="auto">
          <a:xfrm>
            <a:off x="6400800" y="4538145"/>
            <a:ext cx="2468078" cy="625475"/>
          </a:xfrm>
          <a:prstGeom prst="rect">
            <a:avLst/>
          </a:prstGeom>
          <a:noFill/>
          <a:ln w="9525">
            <a:noFill/>
            <a:miter lim="800000"/>
            <a:headEnd/>
            <a:tailEnd/>
          </a:ln>
        </p:spPr>
        <p:txBody>
          <a:bodyPr/>
          <a:lstStyle/>
          <a:p>
            <a:pPr>
              <a:tabLst>
                <a:tab pos="457200" algn="l"/>
              </a:tabLst>
            </a:pPr>
            <a:r>
              <a:rPr lang="en-US" b="1" dirty="0" err="1">
                <a:solidFill>
                  <a:srgbClr val="800000"/>
                </a:solidFill>
                <a:latin typeface="Angsana New" pitchFamily="18" charset="-34"/>
              </a:rPr>
              <a:t>เหตุการณ์ที่</a:t>
            </a:r>
            <a:r>
              <a:rPr lang="en-US" b="1" dirty="0">
                <a:solidFill>
                  <a:srgbClr val="800000"/>
                </a:solidFill>
                <a:latin typeface="Angsana New" pitchFamily="18" charset="-34"/>
              </a:rPr>
              <a:t> A </a:t>
            </a:r>
            <a:r>
              <a:rPr lang="en-US" b="1" dirty="0" err="1">
                <a:solidFill>
                  <a:srgbClr val="800000"/>
                </a:solidFill>
                <a:latin typeface="Angsana New" pitchFamily="18" charset="-34"/>
              </a:rPr>
              <a:t>ไม่เกิด</a:t>
            </a:r>
            <a:endParaRPr lang="en-US" b="1" dirty="0">
              <a:solidFill>
                <a:srgbClr val="800000"/>
              </a:solidFill>
              <a:latin typeface="Angsana New" pitchFamily="18" charset="-34"/>
            </a:endParaRPr>
          </a:p>
        </p:txBody>
      </p:sp>
      <p:grpSp>
        <p:nvGrpSpPr>
          <p:cNvPr id="18" name="Group 46"/>
          <p:cNvGrpSpPr>
            <a:grpSpLocks/>
          </p:cNvGrpSpPr>
          <p:nvPr/>
        </p:nvGrpSpPr>
        <p:grpSpPr bwMode="auto">
          <a:xfrm>
            <a:off x="3637002" y="4946650"/>
            <a:ext cx="1708652" cy="1807146"/>
            <a:chOff x="1995" y="2313"/>
            <a:chExt cx="1701" cy="1743"/>
          </a:xfrm>
        </p:grpSpPr>
        <p:sp>
          <p:nvSpPr>
            <p:cNvPr id="19" name="Rectangle 22"/>
            <p:cNvSpPr>
              <a:spLocks noChangeArrowheads="1"/>
            </p:cNvSpPr>
            <p:nvPr/>
          </p:nvSpPr>
          <p:spPr bwMode="auto">
            <a:xfrm>
              <a:off x="2016" y="2424"/>
              <a:ext cx="1680" cy="1211"/>
            </a:xfrm>
            <a:prstGeom prst="rect">
              <a:avLst/>
            </a:prstGeom>
            <a:solidFill>
              <a:srgbClr val="FFFFDD"/>
            </a:solidFill>
            <a:ln w="9525">
              <a:solidFill>
                <a:schemeClr val="tx1"/>
              </a:solidFill>
              <a:miter lim="800000"/>
              <a:headEnd/>
              <a:tailEnd/>
            </a:ln>
          </p:spPr>
          <p:txBody>
            <a:bodyPr wrap="none" anchor="ctr"/>
            <a:lstStyle/>
            <a:p>
              <a:endParaRPr lang="en-US" sz="3200">
                <a:latin typeface="Angsana New" panose="02020603050405020304" pitchFamily="18" charset="-34"/>
              </a:endParaRPr>
            </a:p>
          </p:txBody>
        </p:sp>
        <p:sp>
          <p:nvSpPr>
            <p:cNvPr id="20" name="Oval 30" descr="20%"/>
            <p:cNvSpPr>
              <a:spLocks noChangeArrowheads="1"/>
            </p:cNvSpPr>
            <p:nvPr/>
          </p:nvSpPr>
          <p:spPr bwMode="auto">
            <a:xfrm>
              <a:off x="2160" y="2736"/>
              <a:ext cx="768" cy="672"/>
            </a:xfrm>
            <a:prstGeom prst="ellipse">
              <a:avLst/>
            </a:prstGeom>
            <a:pattFill prst="pct20">
              <a:fgClr>
                <a:schemeClr val="accent2"/>
              </a:fgClr>
              <a:bgClr>
                <a:srgbClr val="FFFFFF"/>
              </a:bgClr>
            </a:pattFill>
            <a:ln w="9525">
              <a:solidFill>
                <a:schemeClr val="tx1"/>
              </a:solidFill>
              <a:round/>
              <a:headEnd/>
              <a:tailEnd/>
            </a:ln>
          </p:spPr>
          <p:txBody>
            <a:bodyPr wrap="none" anchor="ctr"/>
            <a:lstStyle/>
            <a:p>
              <a:endParaRPr lang="en-US" sz="3200">
                <a:latin typeface="Angsana New" panose="02020603050405020304" pitchFamily="18" charset="-34"/>
              </a:endParaRPr>
            </a:p>
          </p:txBody>
        </p:sp>
        <p:sp>
          <p:nvSpPr>
            <p:cNvPr id="21" name="Text Box 33"/>
            <p:cNvSpPr txBox="1">
              <a:spLocks noChangeArrowheads="1"/>
            </p:cNvSpPr>
            <p:nvPr/>
          </p:nvSpPr>
          <p:spPr bwMode="auto">
            <a:xfrm>
              <a:off x="1995" y="2313"/>
              <a:ext cx="334" cy="368"/>
            </a:xfrm>
            <a:prstGeom prst="rect">
              <a:avLst/>
            </a:prstGeom>
            <a:noFill/>
            <a:ln w="9525">
              <a:noFill/>
              <a:miter lim="800000"/>
              <a:headEnd/>
              <a:tailEnd/>
            </a:ln>
          </p:spPr>
          <p:txBody>
            <a:bodyPr>
              <a:spAutoFit/>
            </a:bodyPr>
            <a:lstStyle/>
            <a:p>
              <a:pPr>
                <a:spcBef>
                  <a:spcPct val="50000"/>
                </a:spcBef>
              </a:pPr>
              <a:r>
                <a:rPr lang="en-US" sz="3200" b="1" dirty="0">
                  <a:solidFill>
                    <a:srgbClr val="FF9900"/>
                  </a:solidFill>
                  <a:latin typeface="Angsana New" panose="02020603050405020304" pitchFamily="18" charset="-34"/>
                </a:rPr>
                <a:t>S</a:t>
              </a:r>
            </a:p>
          </p:txBody>
        </p:sp>
        <p:sp>
          <p:nvSpPr>
            <p:cNvPr id="22" name="Text Box 39"/>
            <p:cNvSpPr txBox="1">
              <a:spLocks noChangeArrowheads="1"/>
            </p:cNvSpPr>
            <p:nvPr/>
          </p:nvSpPr>
          <p:spPr bwMode="auto">
            <a:xfrm>
              <a:off x="2394" y="3539"/>
              <a:ext cx="960" cy="517"/>
            </a:xfrm>
            <a:prstGeom prst="rect">
              <a:avLst/>
            </a:prstGeom>
            <a:noFill/>
            <a:ln w="9525">
              <a:noFill/>
              <a:miter lim="800000"/>
              <a:headEnd/>
              <a:tailEnd/>
            </a:ln>
          </p:spPr>
          <p:txBody>
            <a:bodyPr>
              <a:spAutoFit/>
            </a:bodyPr>
            <a:lstStyle/>
            <a:p>
              <a:pPr>
                <a:lnSpc>
                  <a:spcPct val="90000"/>
                </a:lnSpc>
              </a:pPr>
              <a:r>
                <a:rPr lang="en-US" sz="3200" b="1" dirty="0">
                  <a:solidFill>
                    <a:srgbClr val="006600"/>
                  </a:solidFill>
                  <a:latin typeface="Angsana New" panose="02020603050405020304" pitchFamily="18" charset="-34"/>
                </a:rPr>
                <a:t>A</a:t>
              </a:r>
              <a:r>
                <a:rPr lang="en-US" sz="3200" b="1" dirty="0">
                  <a:solidFill>
                    <a:srgbClr val="FF0000"/>
                  </a:solidFill>
                  <a:latin typeface="Angsana New" pitchFamily="18" charset="-34"/>
                </a:rPr>
                <a:t> </a:t>
              </a:r>
              <a:r>
                <a:rPr lang="en-US" sz="2400" b="1" dirty="0">
                  <a:solidFill>
                    <a:schemeClr val="accent2"/>
                  </a:solidFill>
                  <a:latin typeface="Angsana New" pitchFamily="18" charset="-34"/>
                  <a:sym typeface="Symbol" pitchFamily="18" charset="2"/>
                </a:rPr>
                <a:t></a:t>
              </a:r>
              <a:r>
                <a:rPr lang="en-US" sz="3200" b="1" dirty="0">
                  <a:solidFill>
                    <a:srgbClr val="FF0000"/>
                  </a:solidFill>
                  <a:latin typeface="Angsana New" pitchFamily="18" charset="-34"/>
                  <a:sym typeface="Symbol" pitchFamily="18" charset="2"/>
                </a:rPr>
                <a:t> </a:t>
              </a:r>
              <a:r>
                <a:rPr lang="en-US" sz="3200" b="1" dirty="0">
                  <a:solidFill>
                    <a:srgbClr val="FF00FF"/>
                  </a:solidFill>
                  <a:latin typeface="Angsana New" pitchFamily="18" charset="-34"/>
                  <a:sym typeface="Symbol" pitchFamily="18" charset="2"/>
                </a:rPr>
                <a:t>B</a:t>
              </a:r>
            </a:p>
          </p:txBody>
        </p:sp>
        <p:sp>
          <p:nvSpPr>
            <p:cNvPr id="23" name="Oval 29" descr="20%"/>
            <p:cNvSpPr>
              <a:spLocks noChangeArrowheads="1"/>
            </p:cNvSpPr>
            <p:nvPr/>
          </p:nvSpPr>
          <p:spPr bwMode="auto">
            <a:xfrm>
              <a:off x="2640" y="2592"/>
              <a:ext cx="960" cy="912"/>
            </a:xfrm>
            <a:prstGeom prst="ellipse">
              <a:avLst/>
            </a:prstGeom>
            <a:pattFill prst="pct20">
              <a:fgClr>
                <a:schemeClr val="accent2"/>
              </a:fgClr>
              <a:bgClr>
                <a:schemeClr val="bg1"/>
              </a:bgClr>
            </a:pattFill>
            <a:ln w="9525">
              <a:solidFill>
                <a:schemeClr val="tx1"/>
              </a:solidFill>
              <a:round/>
              <a:headEnd/>
              <a:tailEnd/>
            </a:ln>
          </p:spPr>
          <p:txBody>
            <a:bodyPr wrap="none" anchor="ctr"/>
            <a:lstStyle/>
            <a:p>
              <a:endParaRPr lang="en-US" sz="3200">
                <a:latin typeface="Angsana New" panose="02020603050405020304" pitchFamily="18" charset="-34"/>
              </a:endParaRPr>
            </a:p>
          </p:txBody>
        </p:sp>
        <p:sp>
          <p:nvSpPr>
            <p:cNvPr id="24" name="Oval 42"/>
            <p:cNvSpPr>
              <a:spLocks noChangeArrowheads="1"/>
            </p:cNvSpPr>
            <p:nvPr/>
          </p:nvSpPr>
          <p:spPr bwMode="auto">
            <a:xfrm>
              <a:off x="2160" y="2736"/>
              <a:ext cx="768" cy="672"/>
            </a:xfrm>
            <a:prstGeom prst="ellipse">
              <a:avLst/>
            </a:prstGeom>
            <a:noFill/>
            <a:ln w="9525">
              <a:solidFill>
                <a:schemeClr val="tx1"/>
              </a:solidFill>
              <a:round/>
              <a:headEnd/>
              <a:tailEnd/>
            </a:ln>
          </p:spPr>
          <p:txBody>
            <a:bodyPr wrap="none" anchor="ctr"/>
            <a:lstStyle/>
            <a:p>
              <a:endParaRPr lang="en-US" sz="3200">
                <a:latin typeface="Angsana New" panose="02020603050405020304" pitchFamily="18" charset="-34"/>
              </a:endParaRPr>
            </a:p>
          </p:txBody>
        </p:sp>
        <p:sp>
          <p:nvSpPr>
            <p:cNvPr id="25" name="Text Box 31"/>
            <p:cNvSpPr txBox="1">
              <a:spLocks noChangeArrowheads="1"/>
            </p:cNvSpPr>
            <p:nvPr/>
          </p:nvSpPr>
          <p:spPr bwMode="auto">
            <a:xfrm>
              <a:off x="2294" y="2794"/>
              <a:ext cx="334" cy="368"/>
            </a:xfrm>
            <a:prstGeom prst="rect">
              <a:avLst/>
            </a:prstGeom>
            <a:noFill/>
            <a:ln w="9525">
              <a:noFill/>
              <a:miter lim="800000"/>
              <a:headEnd/>
              <a:tailEnd/>
            </a:ln>
          </p:spPr>
          <p:txBody>
            <a:bodyPr>
              <a:spAutoFit/>
            </a:bodyPr>
            <a:lstStyle/>
            <a:p>
              <a:pPr>
                <a:spcBef>
                  <a:spcPct val="50000"/>
                </a:spcBef>
              </a:pPr>
              <a:r>
                <a:rPr lang="en-US" sz="3200" b="1">
                  <a:solidFill>
                    <a:srgbClr val="006600"/>
                  </a:solidFill>
                  <a:latin typeface="Angsana New" panose="02020603050405020304" pitchFamily="18" charset="-34"/>
                </a:rPr>
                <a:t>A</a:t>
              </a:r>
            </a:p>
          </p:txBody>
        </p:sp>
        <p:sp>
          <p:nvSpPr>
            <p:cNvPr id="26" name="Text Box 32"/>
            <p:cNvSpPr txBox="1">
              <a:spLocks noChangeArrowheads="1"/>
            </p:cNvSpPr>
            <p:nvPr/>
          </p:nvSpPr>
          <p:spPr bwMode="auto">
            <a:xfrm>
              <a:off x="2976" y="2784"/>
              <a:ext cx="430" cy="368"/>
            </a:xfrm>
            <a:prstGeom prst="rect">
              <a:avLst/>
            </a:prstGeom>
            <a:noFill/>
            <a:ln w="9525">
              <a:noFill/>
              <a:miter lim="800000"/>
              <a:headEnd/>
              <a:tailEnd/>
            </a:ln>
          </p:spPr>
          <p:txBody>
            <a:bodyPr>
              <a:spAutoFit/>
            </a:bodyPr>
            <a:lstStyle/>
            <a:p>
              <a:pPr>
                <a:spcBef>
                  <a:spcPct val="50000"/>
                </a:spcBef>
              </a:pPr>
              <a:r>
                <a:rPr lang="en-US" sz="3200" b="1">
                  <a:solidFill>
                    <a:srgbClr val="FF00FF"/>
                  </a:solidFill>
                  <a:latin typeface="Angsana New" panose="02020603050405020304" pitchFamily="18" charset="-34"/>
                </a:rPr>
                <a:t> B</a:t>
              </a:r>
            </a:p>
          </p:txBody>
        </p:sp>
      </p:grpSp>
      <p:grpSp>
        <p:nvGrpSpPr>
          <p:cNvPr id="27" name="Group 45"/>
          <p:cNvGrpSpPr>
            <a:grpSpLocks/>
          </p:cNvGrpSpPr>
          <p:nvPr/>
        </p:nvGrpSpPr>
        <p:grpSpPr bwMode="auto">
          <a:xfrm>
            <a:off x="786730" y="4929703"/>
            <a:ext cx="1548966" cy="1832327"/>
            <a:chOff x="96" y="2310"/>
            <a:chExt cx="1680" cy="1779"/>
          </a:xfrm>
        </p:grpSpPr>
        <p:sp>
          <p:nvSpPr>
            <p:cNvPr id="28" name="Rectangle 14"/>
            <p:cNvSpPr>
              <a:spLocks noChangeArrowheads="1"/>
            </p:cNvSpPr>
            <p:nvPr/>
          </p:nvSpPr>
          <p:spPr bwMode="auto">
            <a:xfrm>
              <a:off x="96" y="2418"/>
              <a:ext cx="1680" cy="1197"/>
            </a:xfrm>
            <a:prstGeom prst="rect">
              <a:avLst/>
            </a:prstGeom>
            <a:solidFill>
              <a:srgbClr val="FFFFDD"/>
            </a:solidFill>
            <a:ln w="9525">
              <a:solidFill>
                <a:schemeClr val="tx1"/>
              </a:solidFill>
              <a:miter lim="800000"/>
              <a:headEnd/>
              <a:tailEnd/>
            </a:ln>
          </p:spPr>
          <p:txBody>
            <a:bodyPr wrap="none" anchor="ctr"/>
            <a:lstStyle/>
            <a:p>
              <a:endParaRPr lang="en-US" sz="3200">
                <a:latin typeface="Angsana New" panose="02020603050405020304" pitchFamily="18" charset="-34"/>
              </a:endParaRPr>
            </a:p>
          </p:txBody>
        </p:sp>
        <p:sp>
          <p:nvSpPr>
            <p:cNvPr id="29" name="Text Box 17"/>
            <p:cNvSpPr txBox="1">
              <a:spLocks noChangeArrowheads="1"/>
            </p:cNvSpPr>
            <p:nvPr/>
          </p:nvSpPr>
          <p:spPr bwMode="auto">
            <a:xfrm>
              <a:off x="386" y="2790"/>
              <a:ext cx="334" cy="368"/>
            </a:xfrm>
            <a:prstGeom prst="rect">
              <a:avLst/>
            </a:prstGeom>
            <a:noFill/>
            <a:ln w="9525">
              <a:noFill/>
              <a:miter lim="800000"/>
              <a:headEnd/>
              <a:tailEnd/>
            </a:ln>
          </p:spPr>
          <p:txBody>
            <a:bodyPr>
              <a:spAutoFit/>
            </a:bodyPr>
            <a:lstStyle/>
            <a:p>
              <a:pPr>
                <a:spcBef>
                  <a:spcPct val="50000"/>
                </a:spcBef>
              </a:pPr>
              <a:r>
                <a:rPr lang="en-US" sz="3200" b="1">
                  <a:solidFill>
                    <a:srgbClr val="006600"/>
                  </a:solidFill>
                  <a:latin typeface="Angsana New" panose="02020603050405020304" pitchFamily="18" charset="-34"/>
                </a:rPr>
                <a:t>A</a:t>
              </a:r>
            </a:p>
          </p:txBody>
        </p:sp>
        <p:sp>
          <p:nvSpPr>
            <p:cNvPr id="30" name="Text Box 18"/>
            <p:cNvSpPr txBox="1">
              <a:spLocks noChangeArrowheads="1"/>
            </p:cNvSpPr>
            <p:nvPr/>
          </p:nvSpPr>
          <p:spPr bwMode="auto">
            <a:xfrm>
              <a:off x="1016" y="2793"/>
              <a:ext cx="595" cy="568"/>
            </a:xfrm>
            <a:prstGeom prst="rect">
              <a:avLst/>
            </a:prstGeom>
            <a:noFill/>
            <a:ln w="9525">
              <a:noFill/>
              <a:miter lim="800000"/>
              <a:headEnd/>
              <a:tailEnd/>
            </a:ln>
          </p:spPr>
          <p:txBody>
            <a:bodyPr wrap="square">
              <a:spAutoFit/>
            </a:bodyPr>
            <a:lstStyle/>
            <a:p>
              <a:pPr>
                <a:spcBef>
                  <a:spcPct val="50000"/>
                </a:spcBef>
              </a:pPr>
              <a:r>
                <a:rPr lang="en-US" sz="3200" b="1" dirty="0">
                  <a:solidFill>
                    <a:srgbClr val="FF00FF"/>
                  </a:solidFill>
                  <a:latin typeface="Angsana New" panose="02020603050405020304" pitchFamily="18" charset="-34"/>
                </a:rPr>
                <a:t> B</a:t>
              </a:r>
            </a:p>
          </p:txBody>
        </p:sp>
        <p:sp>
          <p:nvSpPr>
            <p:cNvPr id="31" name="Text Box 20"/>
            <p:cNvSpPr txBox="1">
              <a:spLocks noChangeArrowheads="1"/>
            </p:cNvSpPr>
            <p:nvPr/>
          </p:nvSpPr>
          <p:spPr bwMode="auto">
            <a:xfrm>
              <a:off x="96" y="2310"/>
              <a:ext cx="334" cy="368"/>
            </a:xfrm>
            <a:prstGeom prst="rect">
              <a:avLst/>
            </a:prstGeom>
            <a:noFill/>
            <a:ln w="9525">
              <a:noFill/>
              <a:miter lim="800000"/>
              <a:headEnd/>
              <a:tailEnd/>
            </a:ln>
          </p:spPr>
          <p:txBody>
            <a:bodyPr>
              <a:spAutoFit/>
            </a:bodyPr>
            <a:lstStyle/>
            <a:p>
              <a:pPr>
                <a:spcBef>
                  <a:spcPct val="50000"/>
                </a:spcBef>
              </a:pPr>
              <a:r>
                <a:rPr lang="en-US" sz="3200" b="1" dirty="0">
                  <a:solidFill>
                    <a:srgbClr val="FF9900"/>
                  </a:solidFill>
                  <a:latin typeface="Angsana New" panose="02020603050405020304" pitchFamily="18" charset="-34"/>
                </a:rPr>
                <a:t>S</a:t>
              </a:r>
            </a:p>
          </p:txBody>
        </p:sp>
        <p:sp>
          <p:nvSpPr>
            <p:cNvPr id="32" name="Text Box 37"/>
            <p:cNvSpPr txBox="1">
              <a:spLocks noChangeArrowheads="1"/>
            </p:cNvSpPr>
            <p:nvPr/>
          </p:nvSpPr>
          <p:spPr bwMode="auto">
            <a:xfrm>
              <a:off x="432" y="3557"/>
              <a:ext cx="1248" cy="532"/>
            </a:xfrm>
            <a:prstGeom prst="rect">
              <a:avLst/>
            </a:prstGeom>
            <a:noFill/>
            <a:ln w="9525">
              <a:noFill/>
              <a:miter lim="800000"/>
              <a:headEnd/>
              <a:tailEnd/>
            </a:ln>
          </p:spPr>
          <p:txBody>
            <a:bodyPr wrap="square">
              <a:spAutoFit/>
            </a:bodyPr>
            <a:lstStyle/>
            <a:p>
              <a:pPr>
                <a:lnSpc>
                  <a:spcPct val="90000"/>
                </a:lnSpc>
              </a:pPr>
              <a:r>
                <a:rPr lang="en-US" sz="3200" b="1" dirty="0">
                  <a:solidFill>
                    <a:srgbClr val="006600"/>
                  </a:solidFill>
                  <a:latin typeface="Angsana New" panose="02020603050405020304" pitchFamily="18" charset="-34"/>
                </a:rPr>
                <a:t>A</a:t>
              </a:r>
              <a:r>
                <a:rPr lang="en-US" sz="3200" b="1" dirty="0">
                  <a:solidFill>
                    <a:srgbClr val="FF0000"/>
                  </a:solidFill>
                  <a:latin typeface="Angsana New" pitchFamily="18" charset="-34"/>
                </a:rPr>
                <a:t> </a:t>
              </a:r>
              <a:r>
                <a:rPr lang="en-US" sz="2400" b="1" dirty="0">
                  <a:solidFill>
                    <a:schemeClr val="accent2"/>
                  </a:solidFill>
                  <a:latin typeface="Angsana New" pitchFamily="18" charset="-34"/>
                  <a:sym typeface="Symbol" pitchFamily="18" charset="2"/>
                </a:rPr>
                <a:t></a:t>
              </a:r>
              <a:r>
                <a:rPr lang="en-US" sz="3200" b="1" dirty="0">
                  <a:solidFill>
                    <a:srgbClr val="FF0000"/>
                  </a:solidFill>
                  <a:latin typeface="Angsana New" pitchFamily="18" charset="-34"/>
                  <a:sym typeface="Symbol" pitchFamily="18" charset="2"/>
                </a:rPr>
                <a:t> </a:t>
              </a:r>
              <a:r>
                <a:rPr lang="en-US" sz="3200" b="1" dirty="0">
                  <a:solidFill>
                    <a:srgbClr val="FF00FF"/>
                  </a:solidFill>
                  <a:latin typeface="Angsana New" pitchFamily="18" charset="-34"/>
                  <a:sym typeface="Symbol" pitchFamily="18" charset="2"/>
                </a:rPr>
                <a:t>B</a:t>
              </a:r>
            </a:p>
          </p:txBody>
        </p:sp>
        <p:sp>
          <p:nvSpPr>
            <p:cNvPr id="33" name="Oval 44" descr="20%"/>
            <p:cNvSpPr>
              <a:spLocks noChangeArrowheads="1"/>
            </p:cNvSpPr>
            <p:nvPr/>
          </p:nvSpPr>
          <p:spPr bwMode="auto">
            <a:xfrm>
              <a:off x="730" y="2794"/>
              <a:ext cx="246" cy="529"/>
            </a:xfrm>
            <a:prstGeom prst="ellipse">
              <a:avLst/>
            </a:prstGeom>
            <a:pattFill prst="pct20">
              <a:fgClr>
                <a:schemeClr val="accent2"/>
              </a:fgClr>
              <a:bgClr>
                <a:schemeClr val="bg1"/>
              </a:bgClr>
            </a:pattFill>
            <a:ln w="9525">
              <a:noFill/>
              <a:round/>
              <a:headEnd/>
              <a:tailEnd/>
            </a:ln>
          </p:spPr>
          <p:txBody>
            <a:bodyPr wrap="none" anchor="ctr"/>
            <a:lstStyle/>
            <a:p>
              <a:endParaRPr lang="en-US" sz="3200">
                <a:latin typeface="Angsana New" panose="02020603050405020304" pitchFamily="18" charset="-34"/>
              </a:endParaRPr>
            </a:p>
          </p:txBody>
        </p:sp>
        <p:sp>
          <p:nvSpPr>
            <p:cNvPr id="34" name="Oval 16" descr="20%"/>
            <p:cNvSpPr>
              <a:spLocks noChangeArrowheads="1"/>
            </p:cNvSpPr>
            <p:nvPr/>
          </p:nvSpPr>
          <p:spPr bwMode="auto">
            <a:xfrm>
              <a:off x="720" y="2592"/>
              <a:ext cx="960" cy="912"/>
            </a:xfrm>
            <a:prstGeom prst="ellipse">
              <a:avLst/>
            </a:prstGeom>
            <a:noFill/>
            <a:ln w="9525">
              <a:solidFill>
                <a:schemeClr val="tx1"/>
              </a:solidFill>
              <a:round/>
              <a:headEnd/>
              <a:tailEnd/>
            </a:ln>
          </p:spPr>
          <p:txBody>
            <a:bodyPr wrap="none" anchor="ctr"/>
            <a:lstStyle/>
            <a:p>
              <a:endParaRPr lang="en-US" sz="3200">
                <a:latin typeface="Angsana New" panose="02020603050405020304" pitchFamily="18" charset="-34"/>
              </a:endParaRPr>
            </a:p>
          </p:txBody>
        </p:sp>
        <p:sp>
          <p:nvSpPr>
            <p:cNvPr id="35" name="Oval 15" descr="20%"/>
            <p:cNvSpPr>
              <a:spLocks noChangeArrowheads="1"/>
            </p:cNvSpPr>
            <p:nvPr/>
          </p:nvSpPr>
          <p:spPr bwMode="auto">
            <a:xfrm>
              <a:off x="230" y="2726"/>
              <a:ext cx="768" cy="672"/>
            </a:xfrm>
            <a:prstGeom prst="ellipse">
              <a:avLst/>
            </a:prstGeom>
            <a:noFill/>
            <a:ln w="9525">
              <a:solidFill>
                <a:schemeClr val="tx1"/>
              </a:solidFill>
              <a:round/>
              <a:headEnd/>
              <a:tailEnd/>
            </a:ln>
          </p:spPr>
          <p:txBody>
            <a:bodyPr wrap="none" anchor="ctr"/>
            <a:lstStyle/>
            <a:p>
              <a:endParaRPr lang="en-US" sz="3200">
                <a:latin typeface="Angsana New" panose="02020603050405020304" pitchFamily="18" charset="-34"/>
              </a:endParaRPr>
            </a:p>
          </p:txBody>
        </p:sp>
      </p:grpSp>
      <p:grpSp>
        <p:nvGrpSpPr>
          <p:cNvPr id="4" name="Group 3"/>
          <p:cNvGrpSpPr/>
          <p:nvPr/>
        </p:nvGrpSpPr>
        <p:grpSpPr>
          <a:xfrm>
            <a:off x="6452286" y="4955689"/>
            <a:ext cx="2133911" cy="1849169"/>
            <a:chOff x="6772474" y="4684511"/>
            <a:chExt cx="2133911" cy="1849169"/>
          </a:xfrm>
        </p:grpSpPr>
        <p:grpSp>
          <p:nvGrpSpPr>
            <p:cNvPr id="36" name="Group 49"/>
            <p:cNvGrpSpPr>
              <a:grpSpLocks/>
            </p:cNvGrpSpPr>
            <p:nvPr/>
          </p:nvGrpSpPr>
          <p:grpSpPr bwMode="auto">
            <a:xfrm>
              <a:off x="6772474" y="4684511"/>
              <a:ext cx="2133911" cy="1849169"/>
              <a:chOff x="3774" y="2315"/>
              <a:chExt cx="2072" cy="1792"/>
            </a:xfrm>
          </p:grpSpPr>
          <p:grpSp>
            <p:nvGrpSpPr>
              <p:cNvPr id="37" name="Group 47"/>
              <p:cNvGrpSpPr>
                <a:grpSpLocks/>
              </p:cNvGrpSpPr>
              <p:nvPr/>
            </p:nvGrpSpPr>
            <p:grpSpPr bwMode="auto">
              <a:xfrm>
                <a:off x="3774" y="2315"/>
                <a:ext cx="2072" cy="1792"/>
                <a:chOff x="3774" y="2315"/>
                <a:chExt cx="2072" cy="1792"/>
              </a:xfrm>
            </p:grpSpPr>
            <p:sp>
              <p:nvSpPr>
                <p:cNvPr id="39" name="Rectangle 23" descr="20%"/>
                <p:cNvSpPr>
                  <a:spLocks noChangeArrowheads="1"/>
                </p:cNvSpPr>
                <p:nvPr/>
              </p:nvSpPr>
              <p:spPr bwMode="auto">
                <a:xfrm>
                  <a:off x="3956" y="2418"/>
                  <a:ext cx="1680" cy="1195"/>
                </a:xfrm>
                <a:prstGeom prst="rect">
                  <a:avLst/>
                </a:prstGeom>
                <a:pattFill prst="pct20">
                  <a:fgClr>
                    <a:schemeClr val="accent2"/>
                  </a:fgClr>
                  <a:bgClr>
                    <a:srgbClr val="FFFFFF"/>
                  </a:bgClr>
                </a:pattFill>
                <a:ln w="9525">
                  <a:solidFill>
                    <a:schemeClr val="tx1"/>
                  </a:solidFill>
                  <a:miter lim="800000"/>
                  <a:headEnd/>
                  <a:tailEnd/>
                </a:ln>
              </p:spPr>
              <p:txBody>
                <a:bodyPr wrap="none" anchor="ctr"/>
                <a:lstStyle/>
                <a:p>
                  <a:endParaRPr lang="en-US" sz="3200">
                    <a:latin typeface="Angsana New" panose="02020603050405020304" pitchFamily="18" charset="-34"/>
                  </a:endParaRPr>
                </a:p>
              </p:txBody>
            </p:sp>
            <p:sp>
              <p:nvSpPr>
                <p:cNvPr id="40" name="Oval 24" descr="20%"/>
                <p:cNvSpPr>
                  <a:spLocks noChangeArrowheads="1"/>
                </p:cNvSpPr>
                <p:nvPr/>
              </p:nvSpPr>
              <p:spPr bwMode="auto">
                <a:xfrm>
                  <a:off x="4608" y="2592"/>
                  <a:ext cx="960" cy="912"/>
                </a:xfrm>
                <a:prstGeom prst="ellipse">
                  <a:avLst/>
                </a:prstGeom>
                <a:noFill/>
                <a:ln w="9525">
                  <a:solidFill>
                    <a:schemeClr val="tx1"/>
                  </a:solidFill>
                  <a:round/>
                  <a:headEnd/>
                  <a:tailEnd/>
                </a:ln>
              </p:spPr>
              <p:txBody>
                <a:bodyPr wrap="none" anchor="ctr"/>
                <a:lstStyle/>
                <a:p>
                  <a:endParaRPr lang="en-US" sz="3200">
                    <a:latin typeface="Angsana New" panose="02020603050405020304" pitchFamily="18" charset="-34"/>
                  </a:endParaRPr>
                </a:p>
              </p:txBody>
            </p:sp>
            <p:sp>
              <p:nvSpPr>
                <p:cNvPr id="41" name="Oval 25"/>
                <p:cNvSpPr>
                  <a:spLocks noChangeArrowheads="1"/>
                </p:cNvSpPr>
                <p:nvPr/>
              </p:nvSpPr>
              <p:spPr bwMode="auto">
                <a:xfrm>
                  <a:off x="4128" y="2736"/>
                  <a:ext cx="768" cy="672"/>
                </a:xfrm>
                <a:prstGeom prst="ellipse">
                  <a:avLst/>
                </a:prstGeom>
                <a:solidFill>
                  <a:srgbClr val="FFFFDD"/>
                </a:solidFill>
                <a:ln w="9525">
                  <a:solidFill>
                    <a:schemeClr val="tx1"/>
                  </a:solidFill>
                  <a:round/>
                  <a:headEnd/>
                  <a:tailEnd/>
                </a:ln>
              </p:spPr>
              <p:txBody>
                <a:bodyPr wrap="none" anchor="ctr"/>
                <a:lstStyle/>
                <a:p>
                  <a:endParaRPr lang="en-US" sz="3200">
                    <a:latin typeface="Angsana New" panose="02020603050405020304" pitchFamily="18" charset="-34"/>
                  </a:endParaRPr>
                </a:p>
              </p:txBody>
            </p:sp>
            <p:sp>
              <p:nvSpPr>
                <p:cNvPr id="42" name="Text Box 26"/>
                <p:cNvSpPr txBox="1">
                  <a:spLocks noChangeArrowheads="1"/>
                </p:cNvSpPr>
                <p:nvPr/>
              </p:nvSpPr>
              <p:spPr bwMode="auto">
                <a:xfrm>
                  <a:off x="4274" y="2790"/>
                  <a:ext cx="334" cy="368"/>
                </a:xfrm>
                <a:prstGeom prst="rect">
                  <a:avLst/>
                </a:prstGeom>
                <a:noFill/>
                <a:ln w="9525">
                  <a:noFill/>
                  <a:miter lim="800000"/>
                  <a:headEnd/>
                  <a:tailEnd/>
                </a:ln>
              </p:spPr>
              <p:txBody>
                <a:bodyPr>
                  <a:spAutoFit/>
                </a:bodyPr>
                <a:lstStyle/>
                <a:p>
                  <a:pPr>
                    <a:spcBef>
                      <a:spcPct val="50000"/>
                    </a:spcBef>
                  </a:pPr>
                  <a:r>
                    <a:rPr lang="en-US" sz="3200" b="1">
                      <a:solidFill>
                        <a:srgbClr val="006600"/>
                      </a:solidFill>
                      <a:latin typeface="Angsana New" panose="02020603050405020304" pitchFamily="18" charset="-34"/>
                    </a:rPr>
                    <a:t>A</a:t>
                  </a:r>
                </a:p>
              </p:txBody>
            </p:sp>
            <p:sp>
              <p:nvSpPr>
                <p:cNvPr id="43" name="Text Box 27"/>
                <p:cNvSpPr txBox="1">
                  <a:spLocks noChangeArrowheads="1"/>
                </p:cNvSpPr>
                <p:nvPr/>
              </p:nvSpPr>
              <p:spPr bwMode="auto">
                <a:xfrm>
                  <a:off x="4904" y="2793"/>
                  <a:ext cx="430" cy="368"/>
                </a:xfrm>
                <a:prstGeom prst="rect">
                  <a:avLst/>
                </a:prstGeom>
                <a:noFill/>
                <a:ln w="9525">
                  <a:noFill/>
                  <a:miter lim="800000"/>
                  <a:headEnd/>
                  <a:tailEnd/>
                </a:ln>
              </p:spPr>
              <p:txBody>
                <a:bodyPr>
                  <a:spAutoFit/>
                </a:bodyPr>
                <a:lstStyle/>
                <a:p>
                  <a:pPr>
                    <a:spcBef>
                      <a:spcPct val="50000"/>
                    </a:spcBef>
                  </a:pPr>
                  <a:r>
                    <a:rPr lang="en-US" sz="3200" b="1">
                      <a:solidFill>
                        <a:srgbClr val="FF00FF"/>
                      </a:solidFill>
                      <a:latin typeface="Angsana New" panose="02020603050405020304" pitchFamily="18" charset="-34"/>
                    </a:rPr>
                    <a:t> </a:t>
                  </a:r>
                  <a:r>
                    <a:rPr lang="en-US" sz="3200" b="1">
                      <a:solidFill>
                        <a:srgbClr val="FF99FF"/>
                      </a:solidFill>
                      <a:latin typeface="Angsana New" pitchFamily="18" charset="-34"/>
                    </a:rPr>
                    <a:t>B</a:t>
                  </a:r>
                </a:p>
              </p:txBody>
            </p:sp>
            <p:sp>
              <p:nvSpPr>
                <p:cNvPr id="44" name="Text Box 28"/>
                <p:cNvSpPr txBox="1">
                  <a:spLocks noChangeArrowheads="1"/>
                </p:cNvSpPr>
                <p:nvPr/>
              </p:nvSpPr>
              <p:spPr bwMode="auto">
                <a:xfrm>
                  <a:off x="3921" y="2315"/>
                  <a:ext cx="334" cy="368"/>
                </a:xfrm>
                <a:prstGeom prst="rect">
                  <a:avLst/>
                </a:prstGeom>
                <a:noFill/>
                <a:ln w="9525">
                  <a:noFill/>
                  <a:miter lim="800000"/>
                  <a:headEnd/>
                  <a:tailEnd/>
                </a:ln>
              </p:spPr>
              <p:txBody>
                <a:bodyPr>
                  <a:spAutoFit/>
                </a:bodyPr>
                <a:lstStyle/>
                <a:p>
                  <a:pPr>
                    <a:spcBef>
                      <a:spcPct val="50000"/>
                    </a:spcBef>
                  </a:pPr>
                  <a:r>
                    <a:rPr lang="en-US" sz="3200" b="1" dirty="0">
                      <a:solidFill>
                        <a:srgbClr val="FF9900"/>
                      </a:solidFill>
                      <a:latin typeface="Angsana New" panose="02020603050405020304" pitchFamily="18" charset="-34"/>
                    </a:rPr>
                    <a:t>S</a:t>
                  </a:r>
                </a:p>
              </p:txBody>
            </p:sp>
            <p:sp>
              <p:nvSpPr>
                <p:cNvPr id="45" name="Rectangle 43"/>
                <p:cNvSpPr>
                  <a:spLocks noChangeArrowheads="1"/>
                </p:cNvSpPr>
                <p:nvPr/>
              </p:nvSpPr>
              <p:spPr bwMode="auto">
                <a:xfrm>
                  <a:off x="3774" y="3579"/>
                  <a:ext cx="2072" cy="528"/>
                </a:xfrm>
                <a:prstGeom prst="rect">
                  <a:avLst/>
                </a:prstGeom>
                <a:noFill/>
                <a:ln w="9525">
                  <a:noFill/>
                  <a:miter lim="800000"/>
                  <a:headEnd/>
                  <a:tailEnd/>
                </a:ln>
              </p:spPr>
              <p:txBody>
                <a:bodyPr/>
                <a:lstStyle/>
                <a:p>
                  <a:pPr>
                    <a:tabLst>
                      <a:tab pos="457200" algn="l"/>
                    </a:tabLst>
                  </a:pPr>
                  <a:r>
                    <a:rPr lang="en-US" sz="3200" b="1" dirty="0">
                      <a:solidFill>
                        <a:srgbClr val="006600"/>
                      </a:solidFill>
                      <a:latin typeface="Angsana New" panose="02020603050405020304" pitchFamily="18" charset="-34"/>
                    </a:rPr>
                    <a:t>A</a:t>
                  </a:r>
                  <a:r>
                    <a:rPr lang="en-US" sz="3200" b="1" baseline="44000" dirty="0">
                      <a:solidFill>
                        <a:srgbClr val="006600"/>
                      </a:solidFill>
                      <a:latin typeface="Angsana New" pitchFamily="18" charset="-34"/>
                      <a:sym typeface="Symbol" pitchFamily="18" charset="2"/>
                    </a:rPr>
                    <a:t>C </a:t>
                  </a:r>
                  <a:r>
                    <a:rPr lang="th-TH" b="1" dirty="0">
                      <a:solidFill>
                        <a:srgbClr val="0000FF"/>
                      </a:solidFill>
                      <a:latin typeface="Angsana New" pitchFamily="18" charset="-34"/>
                      <a:sym typeface="Symbol" pitchFamily="18" charset="2"/>
                    </a:rPr>
                    <a:t>หรือ</a:t>
                  </a:r>
                  <a:r>
                    <a:rPr lang="th-TH" sz="3200" b="1" dirty="0">
                      <a:solidFill>
                        <a:srgbClr val="0000FF"/>
                      </a:solidFill>
                      <a:latin typeface="Angsana New" pitchFamily="18" charset="-34"/>
                      <a:sym typeface="Symbol" pitchFamily="18" charset="2"/>
                    </a:rPr>
                    <a:t> </a:t>
                  </a:r>
                  <a:r>
                    <a:rPr lang="en-US" sz="3200" b="1" dirty="0">
                      <a:solidFill>
                        <a:srgbClr val="006600"/>
                      </a:solidFill>
                      <a:latin typeface="Angsana New" pitchFamily="18" charset="-34"/>
                      <a:sym typeface="Symbol" pitchFamily="18" charset="2"/>
                    </a:rPr>
                    <a:t>A</a:t>
                  </a:r>
                  <a:r>
                    <a:rPr lang="th-TH" sz="3200" b="1" dirty="0">
                      <a:solidFill>
                        <a:srgbClr val="0000FF"/>
                      </a:solidFill>
                      <a:latin typeface="Angsana New" pitchFamily="18" charset="-34"/>
                      <a:sym typeface="Symbol" pitchFamily="18" charset="2"/>
                    </a:rPr>
                    <a:t> </a:t>
                  </a:r>
                  <a:r>
                    <a:rPr lang="th-TH" b="1" dirty="0">
                      <a:solidFill>
                        <a:srgbClr val="0000FF"/>
                      </a:solidFill>
                      <a:latin typeface="Angsana New" pitchFamily="18" charset="-34"/>
                      <a:sym typeface="Symbol" pitchFamily="18" charset="2"/>
                    </a:rPr>
                    <a:t>หรือ</a:t>
                  </a:r>
                  <a:r>
                    <a:rPr lang="en-US" sz="3200" b="1" dirty="0">
                      <a:solidFill>
                        <a:srgbClr val="0000FF"/>
                      </a:solidFill>
                      <a:latin typeface="Angsana New" pitchFamily="18" charset="-34"/>
                      <a:sym typeface="Symbol" pitchFamily="18" charset="2"/>
                    </a:rPr>
                    <a:t> </a:t>
                  </a:r>
                  <a:r>
                    <a:rPr lang="en-US" sz="3200" b="1" dirty="0">
                      <a:solidFill>
                        <a:srgbClr val="006600"/>
                      </a:solidFill>
                      <a:latin typeface="Angsana New" pitchFamily="18" charset="-34"/>
                      <a:sym typeface="Symbol" pitchFamily="18" charset="2"/>
                    </a:rPr>
                    <a:t>–A </a:t>
                  </a:r>
                  <a:endParaRPr lang="en-US" sz="3200" b="1" dirty="0">
                    <a:solidFill>
                      <a:srgbClr val="006600"/>
                    </a:solidFill>
                    <a:latin typeface="Angsana New" pitchFamily="18" charset="-34"/>
                  </a:endParaRPr>
                </a:p>
              </p:txBody>
            </p:sp>
          </p:grpSp>
          <p:sp>
            <p:nvSpPr>
              <p:cNvPr id="38" name="Oval 48"/>
              <p:cNvSpPr>
                <a:spLocks noChangeArrowheads="1"/>
              </p:cNvSpPr>
              <p:nvPr/>
            </p:nvSpPr>
            <p:spPr bwMode="auto">
              <a:xfrm>
                <a:off x="4608" y="2592"/>
                <a:ext cx="960" cy="912"/>
              </a:xfrm>
              <a:prstGeom prst="ellipse">
                <a:avLst/>
              </a:prstGeom>
              <a:noFill/>
              <a:ln w="9525">
                <a:solidFill>
                  <a:srgbClr val="EAEAEA"/>
                </a:solidFill>
                <a:round/>
                <a:headEnd/>
                <a:tailEnd/>
              </a:ln>
            </p:spPr>
            <p:txBody>
              <a:bodyPr wrap="none" anchor="ctr"/>
              <a:lstStyle/>
              <a:p>
                <a:endParaRPr lang="en-US" sz="3200">
                  <a:latin typeface="Angsana New" panose="02020603050405020304" pitchFamily="18" charset="-34"/>
                </a:endParaRPr>
              </a:p>
            </p:txBody>
          </p:sp>
        </p:grpSp>
        <p:cxnSp>
          <p:nvCxnSpPr>
            <p:cNvPr id="3" name="Straight Connector 2"/>
            <p:cNvCxnSpPr/>
            <p:nvPr/>
          </p:nvCxnSpPr>
          <p:spPr>
            <a:xfrm>
              <a:off x="7720344" y="6152680"/>
              <a:ext cx="182880" cy="0"/>
            </a:xfrm>
            <a:prstGeom prst="line">
              <a:avLst/>
            </a:prstGeom>
            <a:ln w="28575">
              <a:solidFill>
                <a:srgbClr val="006600"/>
              </a:solidFill>
            </a:ln>
          </p:spPr>
          <p:style>
            <a:lnRef idx="1">
              <a:schemeClr val="accent1"/>
            </a:lnRef>
            <a:fillRef idx="0">
              <a:schemeClr val="accent1"/>
            </a:fillRef>
            <a:effectRef idx="0">
              <a:schemeClr val="accent1"/>
            </a:effectRef>
            <a:fontRef idx="minor">
              <a:schemeClr val="tx1"/>
            </a:fontRef>
          </p:style>
        </p:cxnSp>
      </p:grpSp>
      <p:sp>
        <p:nvSpPr>
          <p:cNvPr id="51" name="Rectangle 4"/>
          <p:cNvSpPr>
            <a:spLocks noChangeArrowheads="1"/>
          </p:cNvSpPr>
          <p:nvPr/>
        </p:nvSpPr>
        <p:spPr bwMode="auto">
          <a:xfrm>
            <a:off x="197604" y="2789275"/>
            <a:ext cx="6505575" cy="457200"/>
          </a:xfrm>
          <a:prstGeom prst="rect">
            <a:avLst/>
          </a:prstGeom>
          <a:noFill/>
          <a:ln w="9525">
            <a:noFill/>
            <a:miter lim="800000"/>
            <a:headEnd/>
            <a:tailEnd/>
          </a:ln>
        </p:spPr>
        <p:txBody>
          <a:bodyPr/>
          <a:lstStyle/>
          <a:p>
            <a:pPr>
              <a:lnSpc>
                <a:spcPct val="90000"/>
              </a:lnSpc>
              <a:tabLst>
                <a:tab pos="457200" algn="l"/>
              </a:tabLst>
            </a:pPr>
            <a:r>
              <a:rPr lang="th-TH" b="1" dirty="0">
                <a:solidFill>
                  <a:srgbClr val="003300"/>
                </a:solidFill>
                <a:latin typeface="Angsana New" pitchFamily="18" charset="-34"/>
                <a:cs typeface="Angsana New" pitchFamily="18" charset="-34"/>
              </a:rPr>
              <a:t>เหตุการณ์ </a:t>
            </a:r>
            <a:r>
              <a:rPr lang="en-US" b="1" dirty="0">
                <a:solidFill>
                  <a:srgbClr val="003300"/>
                </a:solidFill>
                <a:latin typeface="Angsana New" pitchFamily="18" charset="-34"/>
                <a:cs typeface="Angsana New" pitchFamily="18" charset="-34"/>
              </a:rPr>
              <a:t>A = {A</a:t>
            </a:r>
            <a:r>
              <a:rPr lang="en-US" b="1" baseline="-25000" dirty="0">
                <a:solidFill>
                  <a:srgbClr val="003300"/>
                </a:solidFill>
                <a:latin typeface="Angsana New" pitchFamily="18" charset="-34"/>
                <a:cs typeface="Angsana New" pitchFamily="18" charset="-34"/>
              </a:rPr>
              <a:t>1</a:t>
            </a:r>
            <a:r>
              <a:rPr lang="en-US" b="1" dirty="0">
                <a:solidFill>
                  <a:srgbClr val="003300"/>
                </a:solidFill>
                <a:latin typeface="Angsana New" pitchFamily="18" charset="-34"/>
                <a:cs typeface="Angsana New" pitchFamily="18" charset="-34"/>
              </a:rPr>
              <a:t>, A</a:t>
            </a:r>
            <a:r>
              <a:rPr lang="en-US" b="1" baseline="-25000" dirty="0">
                <a:solidFill>
                  <a:srgbClr val="003300"/>
                </a:solidFill>
                <a:latin typeface="Angsana New" pitchFamily="18" charset="-34"/>
                <a:cs typeface="Angsana New" pitchFamily="18" charset="-34"/>
              </a:rPr>
              <a:t>2</a:t>
            </a:r>
            <a:r>
              <a:rPr lang="en-US" b="1" dirty="0">
                <a:solidFill>
                  <a:srgbClr val="003300"/>
                </a:solidFill>
                <a:latin typeface="Angsana New" pitchFamily="18" charset="-34"/>
                <a:cs typeface="Angsana New" pitchFamily="18" charset="-34"/>
              </a:rPr>
              <a:t>, … , </a:t>
            </a:r>
            <a:r>
              <a:rPr lang="en-US" b="1" dirty="0" err="1">
                <a:solidFill>
                  <a:srgbClr val="003300"/>
                </a:solidFill>
                <a:latin typeface="Angsana New" pitchFamily="18" charset="-34"/>
                <a:cs typeface="Angsana New" pitchFamily="18" charset="-34"/>
              </a:rPr>
              <a:t>A</a:t>
            </a:r>
            <a:r>
              <a:rPr lang="en-US" b="1" baseline="-25000" dirty="0" err="1">
                <a:solidFill>
                  <a:srgbClr val="003300"/>
                </a:solidFill>
                <a:latin typeface="Angsana New" pitchFamily="18" charset="-34"/>
                <a:cs typeface="Angsana New" pitchFamily="18" charset="-34"/>
              </a:rPr>
              <a:t>k</a:t>
            </a:r>
            <a:r>
              <a:rPr lang="en-US" b="1" dirty="0">
                <a:solidFill>
                  <a:srgbClr val="003300"/>
                </a:solidFill>
                <a:latin typeface="Angsana New" pitchFamily="18" charset="-34"/>
                <a:cs typeface="Angsana New" pitchFamily="18" charset="-34"/>
              </a:rPr>
              <a:t>} </a:t>
            </a:r>
            <a:r>
              <a:rPr lang="th-TH" b="1" dirty="0">
                <a:solidFill>
                  <a:srgbClr val="003300"/>
                </a:solidFill>
                <a:latin typeface="Angsana New" pitchFamily="18" charset="-34"/>
                <a:cs typeface="Angsana New" pitchFamily="18" charset="-34"/>
              </a:rPr>
              <a:t>ในปริภูมิตัวอย่าง </a:t>
            </a:r>
            <a:r>
              <a:rPr lang="en-US" b="1" dirty="0">
                <a:solidFill>
                  <a:srgbClr val="003300"/>
                </a:solidFill>
                <a:latin typeface="Angsana New" pitchFamily="18" charset="-34"/>
                <a:cs typeface="Angsana New" pitchFamily="18" charset="-34"/>
              </a:rPr>
              <a:t>S</a:t>
            </a:r>
          </a:p>
        </p:txBody>
      </p:sp>
      <p:sp>
        <p:nvSpPr>
          <p:cNvPr id="52" name="Rectangle 4"/>
          <p:cNvSpPr>
            <a:spLocks noChangeArrowheads="1"/>
          </p:cNvSpPr>
          <p:nvPr/>
        </p:nvSpPr>
        <p:spPr bwMode="auto">
          <a:xfrm>
            <a:off x="456365" y="3276600"/>
            <a:ext cx="8306636" cy="533400"/>
          </a:xfrm>
          <a:prstGeom prst="rect">
            <a:avLst/>
          </a:prstGeom>
          <a:noFill/>
          <a:ln w="9525">
            <a:solidFill>
              <a:srgbClr val="003300"/>
            </a:solidFill>
            <a:miter lim="800000"/>
            <a:headEnd/>
            <a:tailEnd/>
          </a:ln>
        </p:spPr>
        <p:txBody>
          <a:bodyPr/>
          <a:lstStyle/>
          <a:p>
            <a:pPr algn="ctr">
              <a:tabLst>
                <a:tab pos="457200" algn="l"/>
              </a:tabLst>
            </a:pPr>
            <a:r>
              <a:rPr lang="th-TH" sz="2800" b="1" dirty="0">
                <a:solidFill>
                  <a:srgbClr val="003300"/>
                </a:solidFill>
                <a:latin typeface="Angsana New" pitchFamily="18" charset="-34"/>
                <a:cs typeface="Angsana New" pitchFamily="18" charset="-34"/>
              </a:rPr>
              <a:t>เหตุการณ์ </a:t>
            </a:r>
            <a:r>
              <a:rPr lang="en-US" sz="2800" b="1" dirty="0">
                <a:solidFill>
                  <a:srgbClr val="FF0000"/>
                </a:solidFill>
                <a:latin typeface="Angsana New" pitchFamily="18" charset="-34"/>
                <a:cs typeface="Angsana New" pitchFamily="18" charset="-34"/>
              </a:rPr>
              <a:t>A </a:t>
            </a:r>
            <a:r>
              <a:rPr lang="th-TH" sz="2800" b="1" dirty="0">
                <a:solidFill>
                  <a:srgbClr val="FF0000"/>
                </a:solidFill>
                <a:latin typeface="Angsana New" pitchFamily="18" charset="-34"/>
                <a:cs typeface="Angsana New" pitchFamily="18" charset="-34"/>
              </a:rPr>
              <a:t>เกิด </a:t>
            </a:r>
            <a:r>
              <a:rPr lang="th-TH" sz="2800" b="1" dirty="0">
                <a:solidFill>
                  <a:srgbClr val="003300"/>
                </a:solidFill>
                <a:latin typeface="Angsana New" pitchFamily="18" charset="-34"/>
                <a:cs typeface="Angsana New" pitchFamily="18" charset="-34"/>
              </a:rPr>
              <a:t>ก็ต่อเมื่อ ผลลัพธ์ </a:t>
            </a:r>
            <a:r>
              <a:rPr lang="en-US" sz="2800" b="1" dirty="0">
                <a:solidFill>
                  <a:srgbClr val="FF0000"/>
                </a:solidFill>
                <a:latin typeface="Angsana New" pitchFamily="18" charset="-34"/>
                <a:cs typeface="Angsana New" pitchFamily="18" charset="-34"/>
              </a:rPr>
              <a:t>A</a:t>
            </a:r>
            <a:r>
              <a:rPr lang="en-US" sz="2800" b="1" baseline="-25000" dirty="0">
                <a:solidFill>
                  <a:srgbClr val="FF0000"/>
                </a:solidFill>
                <a:latin typeface="Angsana New" pitchFamily="18" charset="-34"/>
                <a:cs typeface="Angsana New" pitchFamily="18" charset="-34"/>
              </a:rPr>
              <a:t>i</a:t>
            </a:r>
            <a:r>
              <a:rPr lang="en-US" sz="2800" b="1" dirty="0">
                <a:solidFill>
                  <a:srgbClr val="FF0000"/>
                </a:solidFill>
                <a:latin typeface="Angsana New" pitchFamily="18" charset="-34"/>
                <a:cs typeface="Angsana New" pitchFamily="18" charset="-34"/>
              </a:rPr>
              <a:t> </a:t>
            </a:r>
            <a:r>
              <a:rPr lang="th-TH" sz="2800" b="1" dirty="0">
                <a:solidFill>
                  <a:srgbClr val="FF0000"/>
                </a:solidFill>
                <a:latin typeface="Angsana New" pitchFamily="18" charset="-34"/>
                <a:cs typeface="Angsana New" pitchFamily="18" charset="-34"/>
              </a:rPr>
              <a:t>เกิด</a:t>
            </a:r>
            <a:endParaRPr lang="en-US" sz="2800" b="1" dirty="0">
              <a:solidFill>
                <a:srgbClr val="FF0000"/>
              </a:solidFill>
              <a:latin typeface="Angsana New" pitchFamily="18" charset="-34"/>
              <a:cs typeface="Angsana New" pitchFamily="18" charset="-34"/>
            </a:endParaRPr>
          </a:p>
        </p:txBody>
      </p:sp>
      <p:sp>
        <p:nvSpPr>
          <p:cNvPr id="2" name="Slide Number Placeholder 1">
            <a:extLst>
              <a:ext uri="{FF2B5EF4-FFF2-40B4-BE49-F238E27FC236}">
                <a16:creationId xmlns:a16="http://schemas.microsoft.com/office/drawing/2014/main" id="{7425FA5B-72DA-41C6-8A5B-26B3B5F0B6D6}"/>
              </a:ext>
            </a:extLst>
          </p:cNvPr>
          <p:cNvSpPr>
            <a:spLocks noGrp="1"/>
          </p:cNvSpPr>
          <p:nvPr>
            <p:ph type="sldNum" sz="quarter" idx="12"/>
          </p:nvPr>
        </p:nvSpPr>
        <p:spPr/>
        <p:txBody>
          <a:bodyPr/>
          <a:lstStyle/>
          <a:p>
            <a:pPr>
              <a:defRPr/>
            </a:pPr>
            <a:fld id="{0598EADD-7714-4E0A-AD4B-AC83F9F5DA12}" type="slidenum">
              <a:rPr lang="en-US" smtClean="0"/>
              <a:pPr>
                <a:defRPr/>
              </a:pPr>
              <a:t>7</a:t>
            </a:fld>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dissolve">
                                      <p:cBhvr>
                                        <p:cTn id="7" dur="300"/>
                                        <p:tgtEl>
                                          <p:spTgt spid="6146"/>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6148">
                                            <p:txEl>
                                              <p:pRg st="0" end="0"/>
                                            </p:txEl>
                                          </p:spTgt>
                                        </p:tgtEl>
                                        <p:attrNameLst>
                                          <p:attrName>style.visibility</p:attrName>
                                        </p:attrNameLst>
                                      </p:cBhvr>
                                      <p:to>
                                        <p:strVal val="visible"/>
                                      </p:to>
                                    </p:set>
                                    <p:animEffect transition="in" filter="wipe(left)">
                                      <p:cBhvr>
                                        <p:cTn id="11" dur="300"/>
                                        <p:tgtEl>
                                          <p:spTgt spid="6148">
                                            <p:txEl>
                                              <p:pRg st="0" end="0"/>
                                            </p:txEl>
                                          </p:spTgt>
                                        </p:tgtEl>
                                      </p:cBhvr>
                                    </p:animEffect>
                                  </p:childTnLst>
                                </p:cTn>
                              </p:par>
                            </p:childTnLst>
                          </p:cTn>
                        </p:par>
                        <p:par>
                          <p:cTn id="12" fill="hold">
                            <p:stCondLst>
                              <p:cond delay="600"/>
                            </p:stCondLst>
                            <p:childTnLst>
                              <p:par>
                                <p:cTn id="13" presetID="9" presetClass="entr" presetSubtype="0" fill="hold" grpId="0" nodeType="afterEffect">
                                  <p:stCondLst>
                                    <p:cond delay="0"/>
                                  </p:stCondLst>
                                  <p:childTnLst>
                                    <p:set>
                                      <p:cBhvr>
                                        <p:cTn id="14" dur="1" fill="hold">
                                          <p:stCondLst>
                                            <p:cond delay="0"/>
                                          </p:stCondLst>
                                        </p:cTn>
                                        <p:tgtEl>
                                          <p:spTgt spid="6149">
                                            <p:txEl>
                                              <p:pRg st="0" end="0"/>
                                            </p:txEl>
                                          </p:spTgt>
                                        </p:tgtEl>
                                        <p:attrNameLst>
                                          <p:attrName>style.visibility</p:attrName>
                                        </p:attrNameLst>
                                      </p:cBhvr>
                                      <p:to>
                                        <p:strVal val="visible"/>
                                      </p:to>
                                    </p:set>
                                    <p:animEffect transition="in" filter="dissolve">
                                      <p:cBhvr>
                                        <p:cTn id="15" dur="300"/>
                                        <p:tgtEl>
                                          <p:spTgt spid="614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154">
                                            <p:txEl>
                                              <p:pRg st="0" end="0"/>
                                            </p:txEl>
                                          </p:spTgt>
                                        </p:tgtEl>
                                        <p:attrNameLst>
                                          <p:attrName>style.visibility</p:attrName>
                                        </p:attrNameLst>
                                      </p:cBhvr>
                                      <p:to>
                                        <p:strVal val="visible"/>
                                      </p:to>
                                    </p:set>
                                    <p:animEffect transition="in" filter="wipe(left)">
                                      <p:cBhvr>
                                        <p:cTn id="20" dur="300"/>
                                        <p:tgtEl>
                                          <p:spTgt spid="6154">
                                            <p:txEl>
                                              <p:pRg st="0" end="0"/>
                                            </p:txEl>
                                          </p:spTgt>
                                        </p:tgtEl>
                                      </p:cBhvr>
                                    </p:animEffect>
                                  </p:childTnLst>
                                </p:cTn>
                              </p:par>
                            </p:childTnLst>
                          </p:cTn>
                        </p:par>
                        <p:par>
                          <p:cTn id="21" fill="hold">
                            <p:stCondLst>
                              <p:cond delay="300"/>
                            </p:stCondLst>
                            <p:childTnLst>
                              <p:par>
                                <p:cTn id="22" presetID="22" presetClass="entr" presetSubtype="8" fill="hold" grpId="0" nodeType="afterEffect">
                                  <p:stCondLst>
                                    <p:cond delay="0"/>
                                  </p:stCondLst>
                                  <p:childTnLst>
                                    <p:set>
                                      <p:cBhvr>
                                        <p:cTn id="23" dur="1" fill="hold">
                                          <p:stCondLst>
                                            <p:cond delay="0"/>
                                          </p:stCondLst>
                                        </p:cTn>
                                        <p:tgtEl>
                                          <p:spTgt spid="6154">
                                            <p:txEl>
                                              <p:pRg st="1" end="1"/>
                                            </p:txEl>
                                          </p:spTgt>
                                        </p:tgtEl>
                                        <p:attrNameLst>
                                          <p:attrName>style.visibility</p:attrName>
                                        </p:attrNameLst>
                                      </p:cBhvr>
                                      <p:to>
                                        <p:strVal val="visible"/>
                                      </p:to>
                                    </p:set>
                                    <p:animEffect transition="in" filter="wipe(left)">
                                      <p:cBhvr>
                                        <p:cTn id="24" dur="300"/>
                                        <p:tgtEl>
                                          <p:spTgt spid="6154">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152"/>
                                        </p:tgtEl>
                                        <p:attrNameLst>
                                          <p:attrName>style.visibility</p:attrName>
                                        </p:attrNameLst>
                                      </p:cBhvr>
                                      <p:to>
                                        <p:strVal val="visible"/>
                                      </p:to>
                                    </p:set>
                                    <p:animEffect transition="in" filter="wipe(left)">
                                      <p:cBhvr>
                                        <p:cTn id="29" dur="300"/>
                                        <p:tgtEl>
                                          <p:spTgt spid="6152"/>
                                        </p:tgtEl>
                                      </p:cBhvr>
                                    </p:animEffect>
                                  </p:childTnLst>
                                </p:cTn>
                              </p:par>
                            </p:childTnLst>
                          </p:cTn>
                        </p:par>
                        <p:par>
                          <p:cTn id="30" fill="hold">
                            <p:stCondLst>
                              <p:cond delay="300"/>
                            </p:stCondLst>
                            <p:childTnLst>
                              <p:par>
                                <p:cTn id="31" presetID="9" presetClass="entr" presetSubtype="0" fill="hold" grpId="0" nodeType="afterEffect">
                                  <p:stCondLst>
                                    <p:cond delay="0"/>
                                  </p:stCondLst>
                                  <p:childTnLst>
                                    <p:set>
                                      <p:cBhvr>
                                        <p:cTn id="32" dur="1" fill="hold">
                                          <p:stCondLst>
                                            <p:cond delay="0"/>
                                          </p:stCondLst>
                                        </p:cTn>
                                        <p:tgtEl>
                                          <p:spTgt spid="6153">
                                            <p:txEl>
                                              <p:pRg st="0" end="0"/>
                                            </p:txEl>
                                          </p:spTgt>
                                        </p:tgtEl>
                                        <p:attrNameLst>
                                          <p:attrName>style.visibility</p:attrName>
                                        </p:attrNameLst>
                                      </p:cBhvr>
                                      <p:to>
                                        <p:strVal val="visible"/>
                                      </p:to>
                                    </p:set>
                                    <p:animEffect transition="in" filter="dissolve">
                                      <p:cBhvr>
                                        <p:cTn id="33" dur="300"/>
                                        <p:tgtEl>
                                          <p:spTgt spid="6153">
                                            <p:txEl>
                                              <p:pRg st="0" end="0"/>
                                            </p:txEl>
                                          </p:spTgt>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6153">
                                            <p:txEl>
                                              <p:pRg st="1" end="1"/>
                                            </p:txEl>
                                          </p:spTgt>
                                        </p:tgtEl>
                                        <p:attrNameLst>
                                          <p:attrName>style.visibility</p:attrName>
                                        </p:attrNameLst>
                                      </p:cBhvr>
                                      <p:to>
                                        <p:strVal val="visible"/>
                                      </p:to>
                                    </p:set>
                                    <p:animEffect transition="in" filter="dissolve">
                                      <p:cBhvr>
                                        <p:cTn id="36" dur="300"/>
                                        <p:tgtEl>
                                          <p:spTgt spid="6153">
                                            <p:txEl>
                                              <p:pRg st="1" end="1"/>
                                            </p:txEl>
                                          </p:spTgt>
                                        </p:tgtEl>
                                      </p:cBhvr>
                                    </p:animEffect>
                                  </p:childTnLst>
                                </p:cTn>
                              </p:par>
                              <p:par>
                                <p:cTn id="37" presetID="21" presetClass="entr" presetSubtype="1" fill="hold" grpId="0" nodeType="withEffect">
                                  <p:stCondLst>
                                    <p:cond delay="0"/>
                                  </p:stCondLst>
                                  <p:childTnLst>
                                    <p:set>
                                      <p:cBhvr>
                                        <p:cTn id="38" dur="1" fill="hold">
                                          <p:stCondLst>
                                            <p:cond delay="0"/>
                                          </p:stCondLst>
                                        </p:cTn>
                                        <p:tgtEl>
                                          <p:spTgt spid="6153">
                                            <p:bg/>
                                          </p:spTgt>
                                        </p:tgtEl>
                                        <p:attrNameLst>
                                          <p:attrName>style.visibility</p:attrName>
                                        </p:attrNameLst>
                                      </p:cBhvr>
                                      <p:to>
                                        <p:strVal val="visible"/>
                                      </p:to>
                                    </p:set>
                                    <p:animEffect transition="in" filter="wheel(1)">
                                      <p:cBhvr>
                                        <p:cTn id="39" dur="300"/>
                                        <p:tgtEl>
                                          <p:spTgt spid="6153">
                                            <p:bg/>
                                          </p:spTgt>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6151">
                                            <p:txEl>
                                              <p:pRg st="0" end="0"/>
                                            </p:txEl>
                                          </p:spTgt>
                                        </p:tgtEl>
                                        <p:attrNameLst>
                                          <p:attrName>style.visibility</p:attrName>
                                        </p:attrNameLst>
                                      </p:cBhvr>
                                      <p:to>
                                        <p:strVal val="visible"/>
                                      </p:to>
                                    </p:set>
                                    <p:animEffect transition="in" filter="dissolve">
                                      <p:cBhvr>
                                        <p:cTn id="44" dur="300"/>
                                        <p:tgtEl>
                                          <p:spTgt spid="6151">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158">
                                            <p:txEl>
                                              <p:pRg st="0" end="0"/>
                                            </p:txEl>
                                          </p:spTgt>
                                        </p:tgtEl>
                                        <p:attrNameLst>
                                          <p:attrName>style.visibility</p:attrName>
                                        </p:attrNameLst>
                                      </p:cBhvr>
                                      <p:to>
                                        <p:strVal val="visible"/>
                                      </p:to>
                                    </p:set>
                                    <p:animEffect transition="in" filter="wipe(left)">
                                      <p:cBhvr>
                                        <p:cTn id="49" dur="300"/>
                                        <p:tgtEl>
                                          <p:spTgt spid="6158">
                                            <p:txEl>
                                              <p:pRg st="0" end="0"/>
                                            </p:txEl>
                                          </p:spTgt>
                                        </p:tgtEl>
                                      </p:cBhvr>
                                    </p:animEffect>
                                  </p:childTnLst>
                                </p:cTn>
                              </p:par>
                            </p:childTnLst>
                          </p:cTn>
                        </p:par>
                        <p:par>
                          <p:cTn id="50" fill="hold">
                            <p:stCondLst>
                              <p:cond delay="300"/>
                            </p:stCondLst>
                            <p:childTnLst>
                              <p:par>
                                <p:cTn id="51" presetID="22" presetClass="entr" presetSubtype="8" fill="hold" grpId="0" nodeType="afterEffect">
                                  <p:stCondLst>
                                    <p:cond delay="0"/>
                                  </p:stCondLst>
                                  <p:childTnLst>
                                    <p:set>
                                      <p:cBhvr>
                                        <p:cTn id="52" dur="1" fill="hold">
                                          <p:stCondLst>
                                            <p:cond delay="0"/>
                                          </p:stCondLst>
                                        </p:cTn>
                                        <p:tgtEl>
                                          <p:spTgt spid="6158">
                                            <p:txEl>
                                              <p:pRg st="1" end="1"/>
                                            </p:txEl>
                                          </p:spTgt>
                                        </p:tgtEl>
                                        <p:attrNameLst>
                                          <p:attrName>style.visibility</p:attrName>
                                        </p:attrNameLst>
                                      </p:cBhvr>
                                      <p:to>
                                        <p:strVal val="visible"/>
                                      </p:to>
                                    </p:set>
                                    <p:animEffect transition="in" filter="wipe(left)">
                                      <p:cBhvr>
                                        <p:cTn id="53" dur="300"/>
                                        <p:tgtEl>
                                          <p:spTgt spid="6158">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300"/>
                                        <p:tgtEl>
                                          <p:spTgt spid="12"/>
                                        </p:tgtEl>
                                      </p:cBhvr>
                                    </p:animEffect>
                                  </p:childTnLst>
                                </p:cTn>
                              </p:par>
                            </p:childTnLst>
                          </p:cTn>
                        </p:par>
                        <p:par>
                          <p:cTn id="59" fill="hold">
                            <p:stCondLst>
                              <p:cond delay="300"/>
                            </p:stCondLst>
                            <p:childTnLst>
                              <p:par>
                                <p:cTn id="60" presetID="9" presetClass="entr" presetSubtype="0" fill="hold" grpId="0" nodeType="afterEffect">
                                  <p:stCondLst>
                                    <p:cond delay="0"/>
                                  </p:stCondLst>
                                  <p:childTnLst>
                                    <p:set>
                                      <p:cBhvr>
                                        <p:cTn id="61" dur="1" fill="hold">
                                          <p:stCondLst>
                                            <p:cond delay="0"/>
                                          </p:stCondLst>
                                        </p:cTn>
                                        <p:tgtEl>
                                          <p:spTgt spid="6156">
                                            <p:txEl>
                                              <p:pRg st="0" end="0"/>
                                            </p:txEl>
                                          </p:spTgt>
                                        </p:tgtEl>
                                        <p:attrNameLst>
                                          <p:attrName>style.visibility</p:attrName>
                                        </p:attrNameLst>
                                      </p:cBhvr>
                                      <p:to>
                                        <p:strVal val="visible"/>
                                      </p:to>
                                    </p:set>
                                    <p:animEffect transition="in" filter="dissolve">
                                      <p:cBhvr>
                                        <p:cTn id="62" dur="300"/>
                                        <p:tgtEl>
                                          <p:spTgt spid="6156">
                                            <p:txEl>
                                              <p:pRg st="0" end="0"/>
                                            </p:txEl>
                                          </p:spTgt>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6156">
                                            <p:txEl>
                                              <p:pRg st="1" end="1"/>
                                            </p:txEl>
                                          </p:spTgt>
                                        </p:tgtEl>
                                        <p:attrNameLst>
                                          <p:attrName>style.visibility</p:attrName>
                                        </p:attrNameLst>
                                      </p:cBhvr>
                                      <p:to>
                                        <p:strVal val="visible"/>
                                      </p:to>
                                    </p:set>
                                    <p:animEffect transition="in" filter="dissolve">
                                      <p:cBhvr>
                                        <p:cTn id="65" dur="300"/>
                                        <p:tgtEl>
                                          <p:spTgt spid="6156">
                                            <p:txEl>
                                              <p:pRg st="1" end="1"/>
                                            </p:txEl>
                                          </p:spTgt>
                                        </p:tgtEl>
                                      </p:cBhvr>
                                    </p:animEffect>
                                  </p:childTnLst>
                                </p:cTn>
                              </p:par>
                              <p:par>
                                <p:cTn id="66" presetID="21" presetClass="entr" presetSubtype="1" fill="hold" grpId="0" nodeType="withEffect">
                                  <p:stCondLst>
                                    <p:cond delay="0"/>
                                  </p:stCondLst>
                                  <p:childTnLst>
                                    <p:set>
                                      <p:cBhvr>
                                        <p:cTn id="67" dur="1" fill="hold">
                                          <p:stCondLst>
                                            <p:cond delay="0"/>
                                          </p:stCondLst>
                                        </p:cTn>
                                        <p:tgtEl>
                                          <p:spTgt spid="6156">
                                            <p:bg/>
                                          </p:spTgt>
                                        </p:tgtEl>
                                        <p:attrNameLst>
                                          <p:attrName>style.visibility</p:attrName>
                                        </p:attrNameLst>
                                      </p:cBhvr>
                                      <p:to>
                                        <p:strVal val="visible"/>
                                      </p:to>
                                    </p:set>
                                    <p:animEffect transition="in" filter="wheel(1)">
                                      <p:cBhvr>
                                        <p:cTn id="68" dur="300"/>
                                        <p:tgtEl>
                                          <p:spTgt spid="6156">
                                            <p:bg/>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51">
                                            <p:txEl>
                                              <p:pRg st="0" end="0"/>
                                            </p:txEl>
                                          </p:spTgt>
                                        </p:tgtEl>
                                        <p:attrNameLst>
                                          <p:attrName>style.visibility</p:attrName>
                                        </p:attrNameLst>
                                      </p:cBhvr>
                                      <p:to>
                                        <p:strVal val="visible"/>
                                      </p:to>
                                    </p:set>
                                    <p:animEffect transition="in" filter="wipe(left)">
                                      <p:cBhvr>
                                        <p:cTn id="73" dur="300"/>
                                        <p:tgtEl>
                                          <p:spTgt spid="51">
                                            <p:txEl>
                                              <p:pRg st="0" end="0"/>
                                            </p:txEl>
                                          </p:spTgt>
                                        </p:tgtEl>
                                      </p:cBhvr>
                                    </p:animEffect>
                                  </p:childTnLst>
                                </p:cTn>
                              </p:par>
                            </p:childTnLst>
                          </p:cTn>
                        </p:par>
                        <p:par>
                          <p:cTn id="74" fill="hold">
                            <p:stCondLst>
                              <p:cond delay="300"/>
                            </p:stCondLst>
                            <p:childTnLst>
                              <p:par>
                                <p:cTn id="75" presetID="22" presetClass="entr" presetSubtype="8" fill="hold" grpId="0" nodeType="afterEffect">
                                  <p:stCondLst>
                                    <p:cond delay="0"/>
                                  </p:stCondLst>
                                  <p:childTnLst>
                                    <p:set>
                                      <p:cBhvr>
                                        <p:cTn id="76" dur="1" fill="hold">
                                          <p:stCondLst>
                                            <p:cond delay="0"/>
                                          </p:stCondLst>
                                        </p:cTn>
                                        <p:tgtEl>
                                          <p:spTgt spid="52">
                                            <p:bg/>
                                          </p:spTgt>
                                        </p:tgtEl>
                                        <p:attrNameLst>
                                          <p:attrName>style.visibility</p:attrName>
                                        </p:attrNameLst>
                                      </p:cBhvr>
                                      <p:to>
                                        <p:strVal val="visible"/>
                                      </p:to>
                                    </p:set>
                                    <p:animEffect transition="in" filter="wipe(left)">
                                      <p:cBhvr>
                                        <p:cTn id="77" dur="300"/>
                                        <p:tgtEl>
                                          <p:spTgt spid="52">
                                            <p:bg/>
                                          </p:spTgt>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52">
                                            <p:txEl>
                                              <p:pRg st="0" end="0"/>
                                            </p:txEl>
                                          </p:spTgt>
                                        </p:tgtEl>
                                        <p:attrNameLst>
                                          <p:attrName>style.visibility</p:attrName>
                                        </p:attrNameLst>
                                      </p:cBhvr>
                                      <p:to>
                                        <p:strVal val="visible"/>
                                      </p:to>
                                    </p:set>
                                    <p:animEffect transition="in" filter="wipe(left)">
                                      <p:cBhvr>
                                        <p:cTn id="80" dur="300"/>
                                        <p:tgtEl>
                                          <p:spTgt spid="52">
                                            <p:txEl>
                                              <p:pRg st="0" end="0"/>
                                            </p:txEl>
                                          </p:spTgt>
                                        </p:tgtEl>
                                      </p:cBhvr>
                                    </p:animEffect>
                                  </p:childTnLst>
                                </p:cTn>
                              </p:par>
                            </p:childTnLst>
                          </p:cTn>
                        </p:par>
                        <p:par>
                          <p:cTn id="81" fill="hold">
                            <p:stCondLst>
                              <p:cond delay="600"/>
                            </p:stCondLst>
                            <p:childTnLst>
                              <p:par>
                                <p:cTn id="82" presetID="9" presetClass="entr" presetSubtype="0" fill="hold" grpId="0" nodeType="afterEffect">
                                  <p:stCondLst>
                                    <p:cond delay="0"/>
                                  </p:stCondLst>
                                  <p:childTnLst>
                                    <p:set>
                                      <p:cBhvr>
                                        <p:cTn id="83" dur="1" fill="hold">
                                          <p:stCondLst>
                                            <p:cond delay="0"/>
                                          </p:stCondLst>
                                        </p:cTn>
                                        <p:tgtEl>
                                          <p:spTgt spid="13"/>
                                        </p:tgtEl>
                                        <p:attrNameLst>
                                          <p:attrName>style.visibility</p:attrName>
                                        </p:attrNameLst>
                                      </p:cBhvr>
                                      <p:to>
                                        <p:strVal val="visible"/>
                                      </p:to>
                                    </p:set>
                                    <p:animEffect transition="in" filter="dissolve">
                                      <p:cBhvr>
                                        <p:cTn id="84" dur="300"/>
                                        <p:tgtEl>
                                          <p:spTgt spid="13"/>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5">
                                            <p:txEl>
                                              <p:pRg st="0" end="0"/>
                                            </p:txEl>
                                          </p:spTgt>
                                        </p:tgtEl>
                                        <p:attrNameLst>
                                          <p:attrName>style.visibility</p:attrName>
                                        </p:attrNameLst>
                                      </p:cBhvr>
                                      <p:to>
                                        <p:strVal val="visible"/>
                                      </p:to>
                                    </p:set>
                                    <p:animEffect transition="in" filter="wipe(left)">
                                      <p:cBhvr>
                                        <p:cTn id="89" dur="300"/>
                                        <p:tgtEl>
                                          <p:spTgt spid="15">
                                            <p:txEl>
                                              <p:pRg st="0" end="0"/>
                                            </p:txEl>
                                          </p:spTgt>
                                        </p:tgtEl>
                                      </p:cBhvr>
                                    </p:animEffect>
                                  </p:childTnLst>
                                </p:cTn>
                              </p:par>
                            </p:childTnLst>
                          </p:cTn>
                        </p:par>
                        <p:par>
                          <p:cTn id="90" fill="hold">
                            <p:stCondLst>
                              <p:cond delay="300"/>
                            </p:stCondLst>
                            <p:childTnLst>
                              <p:par>
                                <p:cTn id="91" presetID="9" presetClass="entr" presetSubtype="0" fill="hold" nodeType="after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dissolve">
                                      <p:cBhvr>
                                        <p:cTn id="93" dur="300"/>
                                        <p:tgtEl>
                                          <p:spTgt spid="27"/>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6">
                                            <p:txEl>
                                              <p:pRg st="0" end="0"/>
                                            </p:txEl>
                                          </p:spTgt>
                                        </p:tgtEl>
                                        <p:attrNameLst>
                                          <p:attrName>style.visibility</p:attrName>
                                        </p:attrNameLst>
                                      </p:cBhvr>
                                      <p:to>
                                        <p:strVal val="visible"/>
                                      </p:to>
                                    </p:set>
                                    <p:animEffect transition="in" filter="wipe(left)">
                                      <p:cBhvr>
                                        <p:cTn id="98" dur="300"/>
                                        <p:tgtEl>
                                          <p:spTgt spid="16">
                                            <p:txEl>
                                              <p:pRg st="0" end="0"/>
                                            </p:txEl>
                                          </p:spTgt>
                                        </p:tgtEl>
                                      </p:cBhvr>
                                    </p:animEffect>
                                  </p:childTnLst>
                                </p:cTn>
                              </p:par>
                            </p:childTnLst>
                          </p:cTn>
                        </p:par>
                        <p:par>
                          <p:cTn id="99" fill="hold">
                            <p:stCondLst>
                              <p:cond delay="300"/>
                            </p:stCondLst>
                            <p:childTnLst>
                              <p:par>
                                <p:cTn id="100" presetID="9" presetClass="entr" presetSubtype="0" fill="hold" nodeType="after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dissolve">
                                      <p:cBhvr>
                                        <p:cTn id="102" dur="300"/>
                                        <p:tgtEl>
                                          <p:spTgt spid="18"/>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7">
                                            <p:txEl>
                                              <p:pRg st="0" end="0"/>
                                            </p:txEl>
                                          </p:spTgt>
                                        </p:tgtEl>
                                        <p:attrNameLst>
                                          <p:attrName>style.visibility</p:attrName>
                                        </p:attrNameLst>
                                      </p:cBhvr>
                                      <p:to>
                                        <p:strVal val="visible"/>
                                      </p:to>
                                    </p:set>
                                    <p:animEffect transition="in" filter="wipe(left)">
                                      <p:cBhvr>
                                        <p:cTn id="107" dur="300"/>
                                        <p:tgtEl>
                                          <p:spTgt spid="17">
                                            <p:txEl>
                                              <p:pRg st="0" end="0"/>
                                            </p:txEl>
                                          </p:spTgt>
                                        </p:tgtEl>
                                      </p:cBhvr>
                                    </p:animEffect>
                                  </p:childTnLst>
                                </p:cTn>
                              </p:par>
                            </p:childTnLst>
                          </p:cTn>
                        </p:par>
                        <p:par>
                          <p:cTn id="108" fill="hold">
                            <p:stCondLst>
                              <p:cond delay="300"/>
                            </p:stCondLst>
                            <p:childTnLst>
                              <p:par>
                                <p:cTn id="109" presetID="9" presetClass="entr" presetSubtype="0" fill="hold" nodeType="afterEffect">
                                  <p:stCondLst>
                                    <p:cond delay="0"/>
                                  </p:stCondLst>
                                  <p:childTnLst>
                                    <p:set>
                                      <p:cBhvr>
                                        <p:cTn id="110" dur="1" fill="hold">
                                          <p:stCondLst>
                                            <p:cond delay="0"/>
                                          </p:stCondLst>
                                        </p:cTn>
                                        <p:tgtEl>
                                          <p:spTgt spid="4"/>
                                        </p:tgtEl>
                                        <p:attrNameLst>
                                          <p:attrName>style.visibility</p:attrName>
                                        </p:attrNameLst>
                                      </p:cBhvr>
                                      <p:to>
                                        <p:strVal val="visible"/>
                                      </p:to>
                                    </p:set>
                                    <p:animEffect transition="in" filter="dissolve">
                                      <p:cBhvr>
                                        <p:cTn id="111"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6148" grpId="0" build="p"/>
      <p:bldP spid="6149" grpId="0" build="p"/>
      <p:bldP spid="6151" grpId="0" build="p"/>
      <p:bldP spid="6153" grpId="0" build="allAtOnce" animBg="1" autoUpdateAnimBg="0"/>
      <p:bldP spid="6152" grpId="0" animBg="1"/>
      <p:bldP spid="6154" grpId="0" build="p"/>
      <p:bldP spid="6156" grpId="0" build="p" animBg="1" autoUpdateAnimBg="0"/>
      <p:bldP spid="12" grpId="0" animBg="1"/>
      <p:bldP spid="6158" grpId="0" build="p" autoUpdateAnimBg="0"/>
      <p:bldP spid="13" grpId="0"/>
      <p:bldP spid="15" grpId="0" build="p"/>
      <p:bldP spid="16" grpId="0" build="p"/>
      <p:bldP spid="17" grpId="0" build="p"/>
      <p:bldP spid="51" grpId="0" build="p"/>
      <p:bldP spid="52"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120650" y="0"/>
            <a:ext cx="8899525" cy="914400"/>
          </a:xfrm>
        </p:spPr>
        <p:txBody>
          <a:bodyPr>
            <a:normAutofit/>
          </a:bodyPr>
          <a:lstStyle/>
          <a:p>
            <a:pPr eaLnBrk="1" hangingPunct="1">
              <a:lnSpc>
                <a:spcPct val="90000"/>
              </a:lnSpc>
            </a:pPr>
            <a:r>
              <a:rPr lang="th-TH" sz="3600" b="1" dirty="0">
                <a:solidFill>
                  <a:srgbClr val="CC00CC"/>
                </a:solidFill>
                <a:latin typeface="Angsana New" pitchFamily="18" charset="-34"/>
                <a:cs typeface="Angsana New" pitchFamily="18" charset="-34"/>
              </a:rPr>
              <a:t>การสร้างเหตุการณ์จากเหตุการณ์</a:t>
            </a:r>
          </a:p>
        </p:txBody>
      </p:sp>
      <p:grpSp>
        <p:nvGrpSpPr>
          <p:cNvPr id="7" name="Group 6"/>
          <p:cNvGrpSpPr/>
          <p:nvPr/>
        </p:nvGrpSpPr>
        <p:grpSpPr>
          <a:xfrm>
            <a:off x="457200" y="1146717"/>
            <a:ext cx="2156961" cy="1683452"/>
            <a:chOff x="463545" y="685800"/>
            <a:chExt cx="2156961" cy="1683452"/>
          </a:xfrm>
        </p:grpSpPr>
        <p:grpSp>
          <p:nvGrpSpPr>
            <p:cNvPr id="3" name="Group 45"/>
            <p:cNvGrpSpPr>
              <a:grpSpLocks/>
            </p:cNvGrpSpPr>
            <p:nvPr/>
          </p:nvGrpSpPr>
          <p:grpSpPr bwMode="auto">
            <a:xfrm>
              <a:off x="463545" y="685800"/>
              <a:ext cx="2156961" cy="1683452"/>
              <a:chOff x="96" y="2298"/>
              <a:chExt cx="1680" cy="1446"/>
            </a:xfrm>
          </p:grpSpPr>
          <p:sp>
            <p:nvSpPr>
              <p:cNvPr id="11283" name="Rectangle 14"/>
              <p:cNvSpPr>
                <a:spLocks noChangeArrowheads="1"/>
              </p:cNvSpPr>
              <p:nvPr/>
            </p:nvSpPr>
            <p:spPr bwMode="auto">
              <a:xfrm>
                <a:off x="96" y="2352"/>
                <a:ext cx="1680" cy="1392"/>
              </a:xfrm>
              <a:prstGeom prst="rect">
                <a:avLst/>
              </a:prstGeom>
              <a:solidFill>
                <a:srgbClr val="FFFFDD"/>
              </a:solidFill>
              <a:ln w="9525">
                <a:solidFill>
                  <a:schemeClr val="tx1"/>
                </a:solidFill>
                <a:miter lim="800000"/>
                <a:headEnd/>
                <a:tailEnd/>
              </a:ln>
            </p:spPr>
            <p:txBody>
              <a:bodyPr wrap="none" anchor="ctr"/>
              <a:lstStyle/>
              <a:p>
                <a:endParaRPr lang="en-US" sz="2800">
                  <a:latin typeface="Angsana New" pitchFamily="18" charset="-34"/>
                  <a:cs typeface="Angsana New" pitchFamily="18" charset="-34"/>
                </a:endParaRPr>
              </a:p>
            </p:txBody>
          </p:sp>
          <p:sp>
            <p:nvSpPr>
              <p:cNvPr id="11284" name="Text Box 17"/>
              <p:cNvSpPr txBox="1">
                <a:spLocks noChangeArrowheads="1"/>
              </p:cNvSpPr>
              <p:nvPr/>
            </p:nvSpPr>
            <p:spPr bwMode="auto">
              <a:xfrm>
                <a:off x="434" y="2570"/>
                <a:ext cx="334" cy="330"/>
              </a:xfrm>
              <a:prstGeom prst="rect">
                <a:avLst/>
              </a:prstGeom>
              <a:noFill/>
              <a:ln w="9525">
                <a:noFill/>
                <a:miter lim="800000"/>
                <a:headEnd/>
                <a:tailEnd/>
              </a:ln>
            </p:spPr>
            <p:txBody>
              <a:bodyPr>
                <a:spAutoFit/>
              </a:bodyPr>
              <a:lstStyle/>
              <a:p>
                <a:pPr>
                  <a:spcBef>
                    <a:spcPct val="50000"/>
                  </a:spcBef>
                </a:pPr>
                <a:r>
                  <a:rPr lang="en-US" sz="2800" b="1" dirty="0">
                    <a:solidFill>
                      <a:srgbClr val="006600"/>
                    </a:solidFill>
                    <a:latin typeface="Angsana New" pitchFamily="18" charset="-34"/>
                    <a:cs typeface="Angsana New" pitchFamily="18" charset="-34"/>
                  </a:rPr>
                  <a:t>A</a:t>
                </a:r>
              </a:p>
            </p:txBody>
          </p:sp>
          <p:sp>
            <p:nvSpPr>
              <p:cNvPr id="11285" name="Text Box 18"/>
              <p:cNvSpPr txBox="1">
                <a:spLocks noChangeArrowheads="1"/>
              </p:cNvSpPr>
              <p:nvPr/>
            </p:nvSpPr>
            <p:spPr bwMode="auto">
              <a:xfrm>
                <a:off x="1088" y="2547"/>
                <a:ext cx="430" cy="330"/>
              </a:xfrm>
              <a:prstGeom prst="rect">
                <a:avLst/>
              </a:prstGeom>
              <a:noFill/>
              <a:ln w="9525">
                <a:noFill/>
                <a:miter lim="800000"/>
                <a:headEnd/>
                <a:tailEnd/>
              </a:ln>
            </p:spPr>
            <p:txBody>
              <a:bodyPr>
                <a:spAutoFit/>
              </a:bodyPr>
              <a:lstStyle/>
              <a:p>
                <a:pPr>
                  <a:spcBef>
                    <a:spcPct val="50000"/>
                  </a:spcBef>
                </a:pPr>
                <a:r>
                  <a:rPr lang="en-US" sz="2800" b="1" dirty="0">
                    <a:solidFill>
                      <a:srgbClr val="FF00FF"/>
                    </a:solidFill>
                    <a:latin typeface="Angsana New" pitchFamily="18" charset="-34"/>
                    <a:cs typeface="Angsana New" pitchFamily="18" charset="-34"/>
                  </a:rPr>
                  <a:t> B</a:t>
                </a:r>
              </a:p>
            </p:txBody>
          </p:sp>
          <p:sp>
            <p:nvSpPr>
              <p:cNvPr id="11286" name="Text Box 20"/>
              <p:cNvSpPr txBox="1">
                <a:spLocks noChangeArrowheads="1"/>
              </p:cNvSpPr>
              <p:nvPr/>
            </p:nvSpPr>
            <p:spPr bwMode="auto">
              <a:xfrm>
                <a:off x="96" y="2298"/>
                <a:ext cx="334" cy="401"/>
              </a:xfrm>
              <a:prstGeom prst="rect">
                <a:avLst/>
              </a:prstGeom>
              <a:noFill/>
              <a:ln w="9525">
                <a:noFill/>
                <a:miter lim="800000"/>
                <a:headEnd/>
                <a:tailEnd/>
              </a:ln>
            </p:spPr>
            <p:txBody>
              <a:bodyPr>
                <a:spAutoFit/>
              </a:bodyPr>
              <a:lstStyle/>
              <a:p>
                <a:pPr>
                  <a:spcBef>
                    <a:spcPct val="50000"/>
                  </a:spcBef>
                </a:pPr>
                <a:r>
                  <a:rPr lang="en-US" sz="2800" b="1" dirty="0">
                    <a:solidFill>
                      <a:srgbClr val="FF0000"/>
                    </a:solidFill>
                    <a:latin typeface="Angsana New" pitchFamily="18" charset="-34"/>
                    <a:cs typeface="Angsana New" pitchFamily="18" charset="-34"/>
                  </a:rPr>
                  <a:t>S</a:t>
                </a:r>
              </a:p>
            </p:txBody>
          </p:sp>
          <p:sp>
            <p:nvSpPr>
              <p:cNvPr id="11288" name="Oval 44" descr="20%"/>
              <p:cNvSpPr>
                <a:spLocks noChangeArrowheads="1"/>
              </p:cNvSpPr>
              <p:nvPr/>
            </p:nvSpPr>
            <p:spPr bwMode="auto">
              <a:xfrm>
                <a:off x="730" y="2618"/>
                <a:ext cx="246" cy="529"/>
              </a:xfrm>
              <a:prstGeom prst="ellipse">
                <a:avLst/>
              </a:prstGeom>
              <a:pattFill prst="pct20">
                <a:fgClr>
                  <a:schemeClr val="accent2"/>
                </a:fgClr>
                <a:bgClr>
                  <a:schemeClr val="bg1"/>
                </a:bgClr>
              </a:pattFill>
              <a:ln w="9525">
                <a:noFill/>
                <a:round/>
                <a:headEnd/>
                <a:tailEnd/>
              </a:ln>
            </p:spPr>
            <p:txBody>
              <a:bodyPr wrap="none" anchor="ctr"/>
              <a:lstStyle/>
              <a:p>
                <a:endParaRPr lang="en-US" sz="2800">
                  <a:latin typeface="Angsana New" pitchFamily="18" charset="-34"/>
                  <a:cs typeface="Angsana New" pitchFamily="18" charset="-34"/>
                </a:endParaRPr>
              </a:p>
            </p:txBody>
          </p:sp>
          <p:sp>
            <p:nvSpPr>
              <p:cNvPr id="11289" name="Oval 16" descr="20%"/>
              <p:cNvSpPr>
                <a:spLocks noChangeArrowheads="1"/>
              </p:cNvSpPr>
              <p:nvPr/>
            </p:nvSpPr>
            <p:spPr bwMode="auto">
              <a:xfrm>
                <a:off x="720" y="2416"/>
                <a:ext cx="960" cy="912"/>
              </a:xfrm>
              <a:prstGeom prst="ellipse">
                <a:avLst/>
              </a:prstGeom>
              <a:noFill/>
              <a:ln w="9525">
                <a:solidFill>
                  <a:schemeClr val="tx1"/>
                </a:solidFill>
                <a:round/>
                <a:headEnd/>
                <a:tailEnd/>
              </a:ln>
            </p:spPr>
            <p:txBody>
              <a:bodyPr wrap="none" anchor="ctr"/>
              <a:lstStyle/>
              <a:p>
                <a:endParaRPr lang="en-US" sz="2800">
                  <a:latin typeface="Angsana New" pitchFamily="18" charset="-34"/>
                  <a:cs typeface="Angsana New" pitchFamily="18" charset="-34"/>
                </a:endParaRPr>
              </a:p>
            </p:txBody>
          </p:sp>
          <p:sp>
            <p:nvSpPr>
              <p:cNvPr id="11290" name="Oval 15" descr="20%"/>
              <p:cNvSpPr>
                <a:spLocks noChangeArrowheads="1"/>
              </p:cNvSpPr>
              <p:nvPr/>
            </p:nvSpPr>
            <p:spPr bwMode="auto">
              <a:xfrm>
                <a:off x="230" y="2550"/>
                <a:ext cx="768" cy="672"/>
              </a:xfrm>
              <a:prstGeom prst="ellipse">
                <a:avLst/>
              </a:prstGeom>
              <a:noFill/>
              <a:ln w="9525">
                <a:solidFill>
                  <a:schemeClr val="tx1"/>
                </a:solidFill>
                <a:round/>
                <a:headEnd/>
                <a:tailEnd/>
              </a:ln>
            </p:spPr>
            <p:txBody>
              <a:bodyPr wrap="none" anchor="ctr"/>
              <a:lstStyle/>
              <a:p>
                <a:endParaRPr lang="en-US" sz="2800">
                  <a:latin typeface="Angsana New" pitchFamily="18" charset="-34"/>
                  <a:cs typeface="Angsana New" pitchFamily="18" charset="-34"/>
                </a:endParaRPr>
              </a:p>
            </p:txBody>
          </p:sp>
        </p:grpSp>
        <p:grpSp>
          <p:nvGrpSpPr>
            <p:cNvPr id="6" name="Group 5"/>
            <p:cNvGrpSpPr/>
            <p:nvPr/>
          </p:nvGrpSpPr>
          <p:grpSpPr>
            <a:xfrm>
              <a:off x="897505" y="1472339"/>
              <a:ext cx="983471" cy="775821"/>
              <a:chOff x="897505" y="1472339"/>
              <a:chExt cx="983471" cy="775821"/>
            </a:xfrm>
          </p:grpSpPr>
          <p:sp>
            <p:nvSpPr>
              <p:cNvPr id="5" name="Oval 4"/>
              <p:cNvSpPr/>
              <p:nvPr/>
            </p:nvSpPr>
            <p:spPr>
              <a:xfrm>
                <a:off x="897505" y="1472339"/>
                <a:ext cx="983471" cy="775821"/>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 Box 18"/>
              <p:cNvSpPr txBox="1">
                <a:spLocks noChangeArrowheads="1"/>
              </p:cNvSpPr>
              <p:nvPr/>
            </p:nvSpPr>
            <p:spPr bwMode="auto">
              <a:xfrm>
                <a:off x="1126212" y="1706106"/>
                <a:ext cx="552079" cy="523220"/>
              </a:xfrm>
              <a:prstGeom prst="rect">
                <a:avLst/>
              </a:prstGeom>
              <a:noFill/>
              <a:ln w="9525">
                <a:noFill/>
                <a:miter lim="800000"/>
                <a:headEnd/>
                <a:tailEnd/>
              </a:ln>
            </p:spPr>
            <p:txBody>
              <a:bodyPr>
                <a:spAutoFit/>
              </a:bodyPr>
              <a:lstStyle/>
              <a:p>
                <a:pPr>
                  <a:spcBef>
                    <a:spcPct val="50000"/>
                  </a:spcBef>
                </a:pPr>
                <a:r>
                  <a:rPr lang="en-US" sz="2800" b="1" dirty="0">
                    <a:solidFill>
                      <a:srgbClr val="0000FF"/>
                    </a:solidFill>
                    <a:latin typeface="Angsana New" pitchFamily="18" charset="-34"/>
                    <a:cs typeface="Angsana New" pitchFamily="18" charset="-34"/>
                  </a:rPr>
                  <a:t> C</a:t>
                </a:r>
              </a:p>
            </p:txBody>
          </p:sp>
        </p:grpSp>
      </p:grpSp>
      <p:sp>
        <p:nvSpPr>
          <p:cNvPr id="49" name="Text Box 37"/>
          <p:cNvSpPr txBox="1">
            <a:spLocks noChangeArrowheads="1"/>
          </p:cNvSpPr>
          <p:nvPr/>
        </p:nvSpPr>
        <p:spPr bwMode="auto">
          <a:xfrm>
            <a:off x="941431" y="2842565"/>
            <a:ext cx="1232549" cy="491298"/>
          </a:xfrm>
          <a:prstGeom prst="rect">
            <a:avLst/>
          </a:prstGeom>
          <a:noFill/>
          <a:ln w="9525">
            <a:noFill/>
            <a:miter lim="800000"/>
            <a:headEnd/>
            <a:tailEnd/>
          </a:ln>
        </p:spPr>
        <p:txBody>
          <a:bodyPr>
            <a:spAutoFit/>
          </a:bodyPr>
          <a:lstStyle/>
          <a:p>
            <a:pPr algn="ctr">
              <a:lnSpc>
                <a:spcPct val="90000"/>
              </a:lnSpc>
            </a:pPr>
            <a:r>
              <a:rPr lang="en-US" sz="2800" b="1" dirty="0">
                <a:solidFill>
                  <a:srgbClr val="006600"/>
                </a:solidFill>
                <a:latin typeface="Angsana New" pitchFamily="18" charset="-34"/>
                <a:cs typeface="Angsana New" pitchFamily="18" charset="-34"/>
              </a:rPr>
              <a:t>A</a:t>
            </a:r>
            <a:r>
              <a:rPr lang="en-US" sz="2800" b="1" dirty="0">
                <a:solidFill>
                  <a:srgbClr val="FF0000"/>
                </a:solidFill>
                <a:latin typeface="Angsana New" pitchFamily="18" charset="-34"/>
                <a:cs typeface="Angsana New" pitchFamily="18" charset="-34"/>
              </a:rPr>
              <a:t> </a:t>
            </a:r>
            <a:r>
              <a:rPr lang="en-US" sz="2000" b="1" dirty="0">
                <a:solidFill>
                  <a:schemeClr val="accent2"/>
                </a:solidFill>
                <a:latin typeface="Angsana New" pitchFamily="18" charset="-34"/>
                <a:cs typeface="Angsana New" pitchFamily="18" charset="-34"/>
                <a:sym typeface="Symbol" pitchFamily="18" charset="2"/>
              </a:rPr>
              <a:t></a:t>
            </a:r>
            <a:r>
              <a:rPr lang="en-US" sz="2800" b="1" dirty="0">
                <a:solidFill>
                  <a:srgbClr val="FF0000"/>
                </a:solidFill>
                <a:latin typeface="Angsana New" pitchFamily="18" charset="-34"/>
                <a:cs typeface="Angsana New" pitchFamily="18" charset="-34"/>
                <a:sym typeface="Symbol" pitchFamily="18" charset="2"/>
              </a:rPr>
              <a:t> </a:t>
            </a:r>
            <a:r>
              <a:rPr lang="en-US" sz="2800" b="1" dirty="0">
                <a:solidFill>
                  <a:srgbClr val="FF00FF"/>
                </a:solidFill>
                <a:latin typeface="Angsana New" pitchFamily="18" charset="-34"/>
                <a:cs typeface="Angsana New" pitchFamily="18" charset="-34"/>
                <a:sym typeface="Symbol" pitchFamily="18" charset="2"/>
              </a:rPr>
              <a:t>B</a:t>
            </a:r>
          </a:p>
        </p:txBody>
      </p:sp>
      <p:grpSp>
        <p:nvGrpSpPr>
          <p:cNvPr id="7186" name="Group 7185"/>
          <p:cNvGrpSpPr/>
          <p:nvPr/>
        </p:nvGrpSpPr>
        <p:grpSpPr>
          <a:xfrm>
            <a:off x="457200" y="3954052"/>
            <a:ext cx="2156679" cy="1695517"/>
            <a:chOff x="3748696" y="3346179"/>
            <a:chExt cx="2156679" cy="1695517"/>
          </a:xfrm>
        </p:grpSpPr>
        <p:grpSp>
          <p:nvGrpSpPr>
            <p:cNvPr id="2" name="Group 46"/>
            <p:cNvGrpSpPr>
              <a:grpSpLocks/>
            </p:cNvGrpSpPr>
            <p:nvPr/>
          </p:nvGrpSpPr>
          <p:grpSpPr bwMode="auto">
            <a:xfrm>
              <a:off x="3748696" y="3346179"/>
              <a:ext cx="2156679" cy="1695517"/>
              <a:chOff x="2016" y="2293"/>
              <a:chExt cx="1857" cy="1451"/>
            </a:xfrm>
          </p:grpSpPr>
          <p:sp>
            <p:nvSpPr>
              <p:cNvPr id="11291" name="Rectangle 22"/>
              <p:cNvSpPr>
                <a:spLocks noChangeArrowheads="1"/>
              </p:cNvSpPr>
              <p:nvPr/>
            </p:nvSpPr>
            <p:spPr bwMode="auto">
              <a:xfrm>
                <a:off x="2016" y="2352"/>
                <a:ext cx="1857" cy="1392"/>
              </a:xfrm>
              <a:prstGeom prst="rect">
                <a:avLst/>
              </a:prstGeom>
              <a:solidFill>
                <a:srgbClr val="FFFFDD"/>
              </a:solidFill>
              <a:ln w="9525">
                <a:solidFill>
                  <a:schemeClr val="tx1"/>
                </a:solidFill>
                <a:miter lim="800000"/>
                <a:headEnd/>
                <a:tailEnd/>
              </a:ln>
            </p:spPr>
            <p:txBody>
              <a:bodyPr wrap="none" anchor="ctr"/>
              <a:lstStyle/>
              <a:p>
                <a:endParaRPr lang="en-US" sz="2800">
                  <a:latin typeface="Angsana New" pitchFamily="18" charset="-34"/>
                  <a:cs typeface="Angsana New" pitchFamily="18" charset="-34"/>
                </a:endParaRPr>
              </a:p>
            </p:txBody>
          </p:sp>
          <p:sp>
            <p:nvSpPr>
              <p:cNvPr id="11292" name="Oval 30" descr="20%"/>
              <p:cNvSpPr>
                <a:spLocks noChangeArrowheads="1"/>
              </p:cNvSpPr>
              <p:nvPr/>
            </p:nvSpPr>
            <p:spPr bwMode="auto">
              <a:xfrm>
                <a:off x="2160" y="2573"/>
                <a:ext cx="768" cy="672"/>
              </a:xfrm>
              <a:prstGeom prst="ellipse">
                <a:avLst/>
              </a:prstGeom>
              <a:pattFill prst="pct20">
                <a:fgClr>
                  <a:schemeClr val="accent2"/>
                </a:fgClr>
                <a:bgClr>
                  <a:srgbClr val="FFFFFF"/>
                </a:bgClr>
              </a:pattFill>
              <a:ln w="9525">
                <a:solidFill>
                  <a:schemeClr val="tx1"/>
                </a:solidFill>
                <a:round/>
                <a:headEnd/>
                <a:tailEnd/>
              </a:ln>
            </p:spPr>
            <p:txBody>
              <a:bodyPr wrap="none" anchor="ctr"/>
              <a:lstStyle/>
              <a:p>
                <a:endParaRPr lang="en-US" sz="2800">
                  <a:latin typeface="Angsana New" pitchFamily="18" charset="-34"/>
                  <a:cs typeface="Angsana New" pitchFamily="18" charset="-34"/>
                </a:endParaRPr>
              </a:p>
            </p:txBody>
          </p:sp>
          <p:sp>
            <p:nvSpPr>
              <p:cNvPr id="11293" name="Text Box 33"/>
              <p:cNvSpPr txBox="1">
                <a:spLocks noChangeArrowheads="1"/>
              </p:cNvSpPr>
              <p:nvPr/>
            </p:nvSpPr>
            <p:spPr bwMode="auto">
              <a:xfrm>
                <a:off x="2016" y="2293"/>
                <a:ext cx="334" cy="406"/>
              </a:xfrm>
              <a:prstGeom prst="rect">
                <a:avLst/>
              </a:prstGeom>
              <a:noFill/>
              <a:ln w="9525">
                <a:noFill/>
                <a:miter lim="800000"/>
                <a:headEnd/>
                <a:tailEnd/>
              </a:ln>
            </p:spPr>
            <p:txBody>
              <a:bodyPr>
                <a:spAutoFit/>
              </a:bodyPr>
              <a:lstStyle/>
              <a:p>
                <a:pPr>
                  <a:spcBef>
                    <a:spcPct val="50000"/>
                  </a:spcBef>
                </a:pPr>
                <a:r>
                  <a:rPr lang="en-US" sz="2800" b="1" dirty="0">
                    <a:solidFill>
                      <a:srgbClr val="FF0000"/>
                    </a:solidFill>
                    <a:latin typeface="Angsana New" pitchFamily="18" charset="-34"/>
                    <a:cs typeface="Angsana New" pitchFamily="18" charset="-34"/>
                  </a:rPr>
                  <a:t>S</a:t>
                </a:r>
              </a:p>
            </p:txBody>
          </p:sp>
          <p:sp>
            <p:nvSpPr>
              <p:cNvPr id="11295" name="Oval 29" descr="20%"/>
              <p:cNvSpPr>
                <a:spLocks noChangeArrowheads="1"/>
              </p:cNvSpPr>
              <p:nvPr/>
            </p:nvSpPr>
            <p:spPr bwMode="auto">
              <a:xfrm>
                <a:off x="2640" y="2429"/>
                <a:ext cx="1016" cy="912"/>
              </a:xfrm>
              <a:prstGeom prst="ellipse">
                <a:avLst/>
              </a:prstGeom>
              <a:pattFill prst="pct20">
                <a:fgClr>
                  <a:schemeClr val="accent2"/>
                </a:fgClr>
                <a:bgClr>
                  <a:schemeClr val="bg1"/>
                </a:bgClr>
              </a:pattFill>
              <a:ln w="9525">
                <a:solidFill>
                  <a:schemeClr val="tx1"/>
                </a:solidFill>
                <a:round/>
                <a:headEnd/>
                <a:tailEnd/>
              </a:ln>
            </p:spPr>
            <p:txBody>
              <a:bodyPr wrap="none" anchor="ctr"/>
              <a:lstStyle/>
              <a:p>
                <a:endParaRPr lang="en-US" sz="2800">
                  <a:latin typeface="Angsana New" pitchFamily="18" charset="-34"/>
                  <a:cs typeface="Angsana New" pitchFamily="18" charset="-34"/>
                </a:endParaRPr>
              </a:p>
            </p:txBody>
          </p:sp>
          <p:sp>
            <p:nvSpPr>
              <p:cNvPr id="11296" name="Oval 42"/>
              <p:cNvSpPr>
                <a:spLocks noChangeArrowheads="1"/>
              </p:cNvSpPr>
              <p:nvPr/>
            </p:nvSpPr>
            <p:spPr bwMode="auto">
              <a:xfrm>
                <a:off x="2160" y="2569"/>
                <a:ext cx="768" cy="672"/>
              </a:xfrm>
              <a:prstGeom prst="ellipse">
                <a:avLst/>
              </a:prstGeom>
              <a:noFill/>
              <a:ln w="9525">
                <a:solidFill>
                  <a:schemeClr val="tx1"/>
                </a:solidFill>
                <a:round/>
                <a:headEnd/>
                <a:tailEnd/>
              </a:ln>
            </p:spPr>
            <p:txBody>
              <a:bodyPr wrap="none" anchor="ctr"/>
              <a:lstStyle/>
              <a:p>
                <a:endParaRPr lang="en-US" sz="2800">
                  <a:latin typeface="Angsana New" pitchFamily="18" charset="-34"/>
                  <a:cs typeface="Angsana New" pitchFamily="18" charset="-34"/>
                </a:endParaRPr>
              </a:p>
            </p:txBody>
          </p:sp>
          <p:sp>
            <p:nvSpPr>
              <p:cNvPr id="11297" name="Text Box 31"/>
              <p:cNvSpPr txBox="1">
                <a:spLocks noChangeArrowheads="1"/>
              </p:cNvSpPr>
              <p:nvPr/>
            </p:nvSpPr>
            <p:spPr bwMode="auto">
              <a:xfrm>
                <a:off x="2294" y="2692"/>
                <a:ext cx="334" cy="330"/>
              </a:xfrm>
              <a:prstGeom prst="rect">
                <a:avLst/>
              </a:prstGeom>
              <a:noFill/>
              <a:ln w="9525">
                <a:noFill/>
                <a:miter lim="800000"/>
                <a:headEnd/>
                <a:tailEnd/>
              </a:ln>
            </p:spPr>
            <p:txBody>
              <a:bodyPr>
                <a:spAutoFit/>
              </a:bodyPr>
              <a:lstStyle/>
              <a:p>
                <a:pPr>
                  <a:spcBef>
                    <a:spcPct val="50000"/>
                  </a:spcBef>
                </a:pPr>
                <a:r>
                  <a:rPr lang="en-US" sz="2800" b="1" dirty="0">
                    <a:solidFill>
                      <a:srgbClr val="006600"/>
                    </a:solidFill>
                    <a:latin typeface="Angsana New" pitchFamily="18" charset="-34"/>
                    <a:cs typeface="Angsana New" pitchFamily="18" charset="-34"/>
                  </a:rPr>
                  <a:t>A</a:t>
                </a:r>
              </a:p>
            </p:txBody>
          </p:sp>
          <p:sp>
            <p:nvSpPr>
              <p:cNvPr id="11298" name="Text Box 32"/>
              <p:cNvSpPr txBox="1">
                <a:spLocks noChangeArrowheads="1"/>
              </p:cNvSpPr>
              <p:nvPr/>
            </p:nvSpPr>
            <p:spPr bwMode="auto">
              <a:xfrm>
                <a:off x="2950" y="2705"/>
                <a:ext cx="430" cy="330"/>
              </a:xfrm>
              <a:prstGeom prst="rect">
                <a:avLst/>
              </a:prstGeom>
              <a:noFill/>
              <a:ln w="9525">
                <a:noFill/>
                <a:miter lim="800000"/>
                <a:headEnd/>
                <a:tailEnd/>
              </a:ln>
            </p:spPr>
            <p:txBody>
              <a:bodyPr>
                <a:spAutoFit/>
              </a:bodyPr>
              <a:lstStyle/>
              <a:p>
                <a:pPr>
                  <a:spcBef>
                    <a:spcPct val="50000"/>
                  </a:spcBef>
                </a:pPr>
                <a:r>
                  <a:rPr lang="en-US" sz="2800" b="1" dirty="0">
                    <a:solidFill>
                      <a:srgbClr val="FF00FF"/>
                    </a:solidFill>
                    <a:latin typeface="Angsana New" pitchFamily="18" charset="-34"/>
                    <a:cs typeface="Angsana New" pitchFamily="18" charset="-34"/>
                  </a:rPr>
                  <a:t> B</a:t>
                </a:r>
              </a:p>
            </p:txBody>
          </p:sp>
        </p:grpSp>
        <p:grpSp>
          <p:nvGrpSpPr>
            <p:cNvPr id="51" name="Group 50"/>
            <p:cNvGrpSpPr/>
            <p:nvPr/>
          </p:nvGrpSpPr>
          <p:grpSpPr>
            <a:xfrm>
              <a:off x="4091944" y="4163381"/>
              <a:ext cx="983471" cy="775821"/>
              <a:chOff x="897505" y="1472339"/>
              <a:chExt cx="983471" cy="775821"/>
            </a:xfrm>
          </p:grpSpPr>
          <p:sp>
            <p:nvSpPr>
              <p:cNvPr id="52" name="Oval 51"/>
              <p:cNvSpPr/>
              <p:nvPr/>
            </p:nvSpPr>
            <p:spPr>
              <a:xfrm>
                <a:off x="897505" y="1472339"/>
                <a:ext cx="983471" cy="775821"/>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 Box 18"/>
              <p:cNvSpPr txBox="1">
                <a:spLocks noChangeArrowheads="1"/>
              </p:cNvSpPr>
              <p:nvPr/>
            </p:nvSpPr>
            <p:spPr bwMode="auto">
              <a:xfrm>
                <a:off x="1126212" y="1706106"/>
                <a:ext cx="552079" cy="523220"/>
              </a:xfrm>
              <a:prstGeom prst="rect">
                <a:avLst/>
              </a:prstGeom>
              <a:noFill/>
              <a:ln w="9525">
                <a:noFill/>
                <a:miter lim="800000"/>
                <a:headEnd/>
                <a:tailEnd/>
              </a:ln>
            </p:spPr>
            <p:txBody>
              <a:bodyPr>
                <a:spAutoFit/>
              </a:bodyPr>
              <a:lstStyle/>
              <a:p>
                <a:pPr>
                  <a:spcBef>
                    <a:spcPct val="50000"/>
                  </a:spcBef>
                </a:pPr>
                <a:r>
                  <a:rPr lang="en-US" sz="2800" b="1" dirty="0">
                    <a:solidFill>
                      <a:srgbClr val="0000FF"/>
                    </a:solidFill>
                    <a:latin typeface="Angsana New" pitchFamily="18" charset="-34"/>
                    <a:cs typeface="Angsana New" pitchFamily="18" charset="-34"/>
                  </a:rPr>
                  <a:t> C</a:t>
                </a:r>
              </a:p>
            </p:txBody>
          </p:sp>
        </p:grpSp>
      </p:grpSp>
      <p:grpSp>
        <p:nvGrpSpPr>
          <p:cNvPr id="7169" name="Group 7168"/>
          <p:cNvGrpSpPr/>
          <p:nvPr/>
        </p:nvGrpSpPr>
        <p:grpSpPr>
          <a:xfrm>
            <a:off x="4979255" y="1094935"/>
            <a:ext cx="2156961" cy="1683452"/>
            <a:chOff x="3505200" y="838200"/>
            <a:chExt cx="2156961" cy="1683452"/>
          </a:xfrm>
        </p:grpSpPr>
        <p:grpSp>
          <p:nvGrpSpPr>
            <p:cNvPr id="7168" name="Group 7167"/>
            <p:cNvGrpSpPr/>
            <p:nvPr/>
          </p:nvGrpSpPr>
          <p:grpSpPr>
            <a:xfrm>
              <a:off x="4341412" y="1616788"/>
              <a:ext cx="605072" cy="420551"/>
              <a:chOff x="4341412" y="1616788"/>
              <a:chExt cx="605072" cy="420551"/>
            </a:xfrm>
          </p:grpSpPr>
          <p:cxnSp>
            <p:nvCxnSpPr>
              <p:cNvPr id="14" name="Straight Connector 13"/>
              <p:cNvCxnSpPr/>
              <p:nvPr/>
            </p:nvCxnSpPr>
            <p:spPr>
              <a:xfrm>
                <a:off x="4420924" y="1812895"/>
                <a:ext cx="274320" cy="18288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454749" y="1616788"/>
                <a:ext cx="491735" cy="36576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375935" y="1624739"/>
                <a:ext cx="554648" cy="412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599582" y="1640641"/>
                <a:ext cx="330226" cy="25177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a:off x="4341412" y="1669774"/>
                <a:ext cx="492981" cy="36576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3505200" y="838200"/>
              <a:ext cx="2156961" cy="1683452"/>
              <a:chOff x="463545" y="685800"/>
              <a:chExt cx="2156961" cy="1683452"/>
            </a:xfrm>
          </p:grpSpPr>
          <p:grpSp>
            <p:nvGrpSpPr>
              <p:cNvPr id="68" name="Group 45"/>
              <p:cNvGrpSpPr>
                <a:grpSpLocks/>
              </p:cNvGrpSpPr>
              <p:nvPr/>
            </p:nvGrpSpPr>
            <p:grpSpPr bwMode="auto">
              <a:xfrm>
                <a:off x="463545" y="685800"/>
                <a:ext cx="2156961" cy="1683452"/>
                <a:chOff x="96" y="2298"/>
                <a:chExt cx="1680" cy="1446"/>
              </a:xfrm>
            </p:grpSpPr>
            <p:sp>
              <p:nvSpPr>
                <p:cNvPr id="72" name="Rectangle 14"/>
                <p:cNvSpPr>
                  <a:spLocks noChangeArrowheads="1"/>
                </p:cNvSpPr>
                <p:nvPr/>
              </p:nvSpPr>
              <p:spPr bwMode="auto">
                <a:xfrm>
                  <a:off x="96" y="2352"/>
                  <a:ext cx="1680" cy="1392"/>
                </a:xfrm>
                <a:prstGeom prst="rect">
                  <a:avLst/>
                </a:prstGeom>
                <a:noFill/>
                <a:ln w="9525">
                  <a:solidFill>
                    <a:schemeClr val="tx1"/>
                  </a:solidFill>
                  <a:miter lim="800000"/>
                  <a:headEnd/>
                  <a:tailEnd/>
                </a:ln>
              </p:spPr>
              <p:txBody>
                <a:bodyPr wrap="none" anchor="ctr"/>
                <a:lstStyle/>
                <a:p>
                  <a:endParaRPr lang="en-US" sz="2800">
                    <a:latin typeface="Angsana New" pitchFamily="18" charset="-34"/>
                    <a:cs typeface="Angsana New" pitchFamily="18" charset="-34"/>
                  </a:endParaRPr>
                </a:p>
              </p:txBody>
            </p:sp>
            <p:sp>
              <p:nvSpPr>
                <p:cNvPr id="73" name="Text Box 17"/>
                <p:cNvSpPr txBox="1">
                  <a:spLocks noChangeArrowheads="1"/>
                </p:cNvSpPr>
                <p:nvPr/>
              </p:nvSpPr>
              <p:spPr bwMode="auto">
                <a:xfrm>
                  <a:off x="434" y="2570"/>
                  <a:ext cx="334" cy="330"/>
                </a:xfrm>
                <a:prstGeom prst="rect">
                  <a:avLst/>
                </a:prstGeom>
                <a:noFill/>
                <a:ln w="9525">
                  <a:noFill/>
                  <a:miter lim="800000"/>
                  <a:headEnd/>
                  <a:tailEnd/>
                </a:ln>
              </p:spPr>
              <p:txBody>
                <a:bodyPr>
                  <a:spAutoFit/>
                </a:bodyPr>
                <a:lstStyle/>
                <a:p>
                  <a:pPr>
                    <a:spcBef>
                      <a:spcPct val="50000"/>
                    </a:spcBef>
                  </a:pPr>
                  <a:r>
                    <a:rPr lang="en-US" sz="2800" b="1" dirty="0">
                      <a:solidFill>
                        <a:srgbClr val="006600"/>
                      </a:solidFill>
                      <a:latin typeface="Angsana New" pitchFamily="18" charset="-34"/>
                      <a:cs typeface="Angsana New" pitchFamily="18" charset="-34"/>
                    </a:rPr>
                    <a:t>A</a:t>
                  </a:r>
                </a:p>
              </p:txBody>
            </p:sp>
            <p:sp>
              <p:nvSpPr>
                <p:cNvPr id="74" name="Text Box 18"/>
                <p:cNvSpPr txBox="1">
                  <a:spLocks noChangeArrowheads="1"/>
                </p:cNvSpPr>
                <p:nvPr/>
              </p:nvSpPr>
              <p:spPr bwMode="auto">
                <a:xfrm>
                  <a:off x="1088" y="2547"/>
                  <a:ext cx="430" cy="330"/>
                </a:xfrm>
                <a:prstGeom prst="rect">
                  <a:avLst/>
                </a:prstGeom>
                <a:noFill/>
                <a:ln w="9525">
                  <a:noFill/>
                  <a:miter lim="800000"/>
                  <a:headEnd/>
                  <a:tailEnd/>
                </a:ln>
              </p:spPr>
              <p:txBody>
                <a:bodyPr>
                  <a:spAutoFit/>
                </a:bodyPr>
                <a:lstStyle/>
                <a:p>
                  <a:pPr>
                    <a:spcBef>
                      <a:spcPct val="50000"/>
                    </a:spcBef>
                  </a:pPr>
                  <a:r>
                    <a:rPr lang="en-US" sz="2800" b="1" dirty="0">
                      <a:solidFill>
                        <a:srgbClr val="FF00FF"/>
                      </a:solidFill>
                      <a:latin typeface="Angsana New" pitchFamily="18" charset="-34"/>
                      <a:cs typeface="Angsana New" pitchFamily="18" charset="-34"/>
                    </a:rPr>
                    <a:t> B</a:t>
                  </a:r>
                </a:p>
              </p:txBody>
            </p:sp>
            <p:sp>
              <p:nvSpPr>
                <p:cNvPr id="75" name="Text Box 20"/>
                <p:cNvSpPr txBox="1">
                  <a:spLocks noChangeArrowheads="1"/>
                </p:cNvSpPr>
                <p:nvPr/>
              </p:nvSpPr>
              <p:spPr bwMode="auto">
                <a:xfrm>
                  <a:off x="96" y="2298"/>
                  <a:ext cx="334" cy="401"/>
                </a:xfrm>
                <a:prstGeom prst="rect">
                  <a:avLst/>
                </a:prstGeom>
                <a:noFill/>
                <a:ln w="9525">
                  <a:noFill/>
                  <a:miter lim="800000"/>
                  <a:headEnd/>
                  <a:tailEnd/>
                </a:ln>
              </p:spPr>
              <p:txBody>
                <a:bodyPr>
                  <a:spAutoFit/>
                </a:bodyPr>
                <a:lstStyle/>
                <a:p>
                  <a:pPr>
                    <a:spcBef>
                      <a:spcPct val="50000"/>
                    </a:spcBef>
                  </a:pPr>
                  <a:r>
                    <a:rPr lang="en-US" sz="2800" b="1" dirty="0">
                      <a:solidFill>
                        <a:srgbClr val="FF0000"/>
                      </a:solidFill>
                      <a:latin typeface="Angsana New" pitchFamily="18" charset="-34"/>
                      <a:cs typeface="Angsana New" pitchFamily="18" charset="-34"/>
                    </a:rPr>
                    <a:t>S</a:t>
                  </a:r>
                </a:p>
              </p:txBody>
            </p:sp>
            <p:sp>
              <p:nvSpPr>
                <p:cNvPr id="77" name="Oval 16" descr="20%"/>
                <p:cNvSpPr>
                  <a:spLocks noChangeArrowheads="1"/>
                </p:cNvSpPr>
                <p:nvPr/>
              </p:nvSpPr>
              <p:spPr bwMode="auto">
                <a:xfrm>
                  <a:off x="720" y="2416"/>
                  <a:ext cx="960" cy="912"/>
                </a:xfrm>
                <a:prstGeom prst="ellipse">
                  <a:avLst/>
                </a:prstGeom>
                <a:noFill/>
                <a:ln w="9525">
                  <a:solidFill>
                    <a:schemeClr val="tx1"/>
                  </a:solidFill>
                  <a:round/>
                  <a:headEnd/>
                  <a:tailEnd/>
                </a:ln>
              </p:spPr>
              <p:txBody>
                <a:bodyPr wrap="none" anchor="ctr"/>
                <a:lstStyle/>
                <a:p>
                  <a:endParaRPr lang="en-US" sz="2800">
                    <a:latin typeface="Angsana New" pitchFamily="18" charset="-34"/>
                    <a:cs typeface="Angsana New" pitchFamily="18" charset="-34"/>
                  </a:endParaRPr>
                </a:p>
              </p:txBody>
            </p:sp>
            <p:sp>
              <p:nvSpPr>
                <p:cNvPr id="78" name="Oval 15" descr="20%"/>
                <p:cNvSpPr>
                  <a:spLocks noChangeArrowheads="1"/>
                </p:cNvSpPr>
                <p:nvPr/>
              </p:nvSpPr>
              <p:spPr bwMode="auto">
                <a:xfrm>
                  <a:off x="230" y="2550"/>
                  <a:ext cx="768" cy="672"/>
                </a:xfrm>
                <a:prstGeom prst="ellipse">
                  <a:avLst/>
                </a:prstGeom>
                <a:noFill/>
                <a:ln w="9525">
                  <a:solidFill>
                    <a:schemeClr val="tx1"/>
                  </a:solidFill>
                  <a:round/>
                  <a:headEnd/>
                  <a:tailEnd/>
                </a:ln>
              </p:spPr>
              <p:txBody>
                <a:bodyPr wrap="none" anchor="ctr"/>
                <a:lstStyle/>
                <a:p>
                  <a:endParaRPr lang="en-US" sz="2800">
                    <a:latin typeface="Angsana New" pitchFamily="18" charset="-34"/>
                    <a:cs typeface="Angsana New" pitchFamily="18" charset="-34"/>
                  </a:endParaRPr>
                </a:p>
              </p:txBody>
            </p:sp>
          </p:grpSp>
          <p:grpSp>
            <p:nvGrpSpPr>
              <p:cNvPr id="69" name="Group 68"/>
              <p:cNvGrpSpPr/>
              <p:nvPr/>
            </p:nvGrpSpPr>
            <p:grpSpPr>
              <a:xfrm>
                <a:off x="913407" y="1464388"/>
                <a:ext cx="983471" cy="775821"/>
                <a:chOff x="913407" y="1464388"/>
                <a:chExt cx="983471" cy="775821"/>
              </a:xfrm>
            </p:grpSpPr>
            <p:sp>
              <p:nvSpPr>
                <p:cNvPr id="70" name="Oval 69"/>
                <p:cNvSpPr/>
                <p:nvPr/>
              </p:nvSpPr>
              <p:spPr>
                <a:xfrm>
                  <a:off x="913407" y="1464388"/>
                  <a:ext cx="983471" cy="775821"/>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 Box 18"/>
                <p:cNvSpPr txBox="1">
                  <a:spLocks noChangeArrowheads="1"/>
                </p:cNvSpPr>
                <p:nvPr/>
              </p:nvSpPr>
              <p:spPr bwMode="auto">
                <a:xfrm>
                  <a:off x="1126212" y="1706106"/>
                  <a:ext cx="552079" cy="523220"/>
                </a:xfrm>
                <a:prstGeom prst="rect">
                  <a:avLst/>
                </a:prstGeom>
                <a:noFill/>
                <a:ln w="9525">
                  <a:noFill/>
                  <a:miter lim="800000"/>
                  <a:headEnd/>
                  <a:tailEnd/>
                </a:ln>
              </p:spPr>
              <p:txBody>
                <a:bodyPr>
                  <a:spAutoFit/>
                </a:bodyPr>
                <a:lstStyle/>
                <a:p>
                  <a:pPr>
                    <a:spcBef>
                      <a:spcPct val="50000"/>
                    </a:spcBef>
                  </a:pPr>
                  <a:r>
                    <a:rPr lang="en-US" sz="2800" b="1" dirty="0">
                      <a:solidFill>
                        <a:srgbClr val="0000FF"/>
                      </a:solidFill>
                      <a:latin typeface="Angsana New" pitchFamily="18" charset="-34"/>
                      <a:cs typeface="Angsana New" pitchFamily="18" charset="-34"/>
                    </a:rPr>
                    <a:t> C</a:t>
                  </a:r>
                </a:p>
              </p:txBody>
            </p:sp>
          </p:grpSp>
        </p:grpSp>
      </p:grpSp>
      <p:sp>
        <p:nvSpPr>
          <p:cNvPr id="82" name="Text Box 37"/>
          <p:cNvSpPr txBox="1">
            <a:spLocks noChangeArrowheads="1"/>
          </p:cNvSpPr>
          <p:nvPr/>
        </p:nvSpPr>
        <p:spPr bwMode="auto">
          <a:xfrm>
            <a:off x="5391800" y="2799816"/>
            <a:ext cx="1232549" cy="491298"/>
          </a:xfrm>
          <a:prstGeom prst="rect">
            <a:avLst/>
          </a:prstGeom>
          <a:noFill/>
          <a:ln w="9525">
            <a:noFill/>
            <a:miter lim="800000"/>
            <a:headEnd/>
            <a:tailEnd/>
          </a:ln>
        </p:spPr>
        <p:txBody>
          <a:bodyPr>
            <a:spAutoFit/>
          </a:bodyPr>
          <a:lstStyle/>
          <a:p>
            <a:pPr algn="ctr">
              <a:lnSpc>
                <a:spcPct val="90000"/>
              </a:lnSpc>
            </a:pPr>
            <a:r>
              <a:rPr lang="en-US" sz="2800" b="1" dirty="0">
                <a:solidFill>
                  <a:srgbClr val="FF00FF"/>
                </a:solidFill>
                <a:latin typeface="Angsana New" pitchFamily="18" charset="-34"/>
                <a:cs typeface="Angsana New" pitchFamily="18" charset="-34"/>
                <a:sym typeface="Symbol" pitchFamily="18" charset="2"/>
              </a:rPr>
              <a:t>B</a:t>
            </a:r>
            <a:r>
              <a:rPr lang="en-US" sz="2800" b="1" dirty="0">
                <a:solidFill>
                  <a:srgbClr val="FF0000"/>
                </a:solidFill>
                <a:latin typeface="Angsana New" pitchFamily="18" charset="-34"/>
                <a:cs typeface="Angsana New" pitchFamily="18" charset="-34"/>
              </a:rPr>
              <a:t> </a:t>
            </a:r>
            <a:r>
              <a:rPr lang="en-US" sz="2000" b="1" dirty="0">
                <a:solidFill>
                  <a:schemeClr val="accent2"/>
                </a:solidFill>
                <a:latin typeface="Angsana New" pitchFamily="18" charset="-34"/>
                <a:cs typeface="Angsana New" pitchFamily="18" charset="-34"/>
                <a:sym typeface="Symbol" pitchFamily="18" charset="2"/>
              </a:rPr>
              <a:t> </a:t>
            </a:r>
            <a:r>
              <a:rPr lang="en-US" sz="2800" b="1" dirty="0">
                <a:solidFill>
                  <a:srgbClr val="0000FF"/>
                </a:solidFill>
                <a:latin typeface="Angsana New" pitchFamily="18" charset="-34"/>
                <a:cs typeface="Angsana New" pitchFamily="18" charset="-34"/>
                <a:sym typeface="Symbol" pitchFamily="18" charset="2"/>
              </a:rPr>
              <a:t>C</a:t>
            </a:r>
          </a:p>
        </p:txBody>
      </p:sp>
      <p:sp>
        <p:nvSpPr>
          <p:cNvPr id="95" name="Text Box 37"/>
          <p:cNvSpPr txBox="1">
            <a:spLocks noChangeArrowheads="1"/>
          </p:cNvSpPr>
          <p:nvPr/>
        </p:nvSpPr>
        <p:spPr bwMode="auto">
          <a:xfrm>
            <a:off x="5499181" y="5755328"/>
            <a:ext cx="1609974" cy="490904"/>
          </a:xfrm>
          <a:prstGeom prst="rect">
            <a:avLst/>
          </a:prstGeom>
          <a:noFill/>
          <a:ln w="9525">
            <a:noFill/>
            <a:miter lim="800000"/>
            <a:headEnd/>
            <a:tailEnd/>
          </a:ln>
        </p:spPr>
        <p:txBody>
          <a:bodyPr wrap="square">
            <a:spAutoFit/>
          </a:bodyPr>
          <a:lstStyle/>
          <a:p>
            <a:pPr algn="ctr">
              <a:lnSpc>
                <a:spcPct val="90000"/>
              </a:lnSpc>
            </a:pPr>
            <a:r>
              <a:rPr lang="en-US" sz="2800" b="1" dirty="0">
                <a:solidFill>
                  <a:schemeClr val="accent6">
                    <a:lumMod val="50000"/>
                  </a:schemeClr>
                </a:solidFill>
                <a:latin typeface="Angsana New" pitchFamily="18" charset="-34"/>
                <a:cs typeface="Angsana New" pitchFamily="18" charset="-34"/>
              </a:rPr>
              <a:t>(</a:t>
            </a:r>
            <a:r>
              <a:rPr lang="en-US" sz="2800" b="1" dirty="0">
                <a:solidFill>
                  <a:srgbClr val="006600"/>
                </a:solidFill>
                <a:latin typeface="Angsana New" pitchFamily="18" charset="-34"/>
                <a:cs typeface="Angsana New" pitchFamily="18" charset="-34"/>
              </a:rPr>
              <a:t>A</a:t>
            </a:r>
            <a:r>
              <a:rPr lang="en-US" sz="2800" b="1" dirty="0">
                <a:solidFill>
                  <a:srgbClr val="FF0000"/>
                </a:solidFill>
                <a:latin typeface="Angsana New" pitchFamily="18" charset="-34"/>
                <a:cs typeface="Angsana New" pitchFamily="18" charset="-34"/>
              </a:rPr>
              <a:t> </a:t>
            </a:r>
            <a:r>
              <a:rPr lang="en-US" sz="2000" b="1" dirty="0">
                <a:solidFill>
                  <a:schemeClr val="accent2"/>
                </a:solidFill>
                <a:latin typeface="Angsana New" pitchFamily="18" charset="-34"/>
                <a:cs typeface="Angsana New" pitchFamily="18" charset="-34"/>
                <a:sym typeface="Symbol" pitchFamily="18" charset="2"/>
              </a:rPr>
              <a:t></a:t>
            </a:r>
            <a:r>
              <a:rPr lang="en-US" sz="2800" b="1" dirty="0">
                <a:solidFill>
                  <a:srgbClr val="FF0000"/>
                </a:solidFill>
                <a:latin typeface="Angsana New" pitchFamily="18" charset="-34"/>
                <a:cs typeface="Angsana New" pitchFamily="18" charset="-34"/>
                <a:sym typeface="Symbol" pitchFamily="18" charset="2"/>
              </a:rPr>
              <a:t> </a:t>
            </a:r>
            <a:r>
              <a:rPr lang="en-US" sz="2800" b="1" dirty="0">
                <a:solidFill>
                  <a:srgbClr val="FF00FF"/>
                </a:solidFill>
                <a:latin typeface="Angsana New" pitchFamily="18" charset="-34"/>
                <a:cs typeface="Angsana New" pitchFamily="18" charset="-34"/>
                <a:sym typeface="Symbol" pitchFamily="18" charset="2"/>
              </a:rPr>
              <a:t>B</a:t>
            </a:r>
            <a:r>
              <a:rPr lang="en-US" sz="2800" b="1" dirty="0">
                <a:solidFill>
                  <a:schemeClr val="accent6">
                    <a:lumMod val="50000"/>
                  </a:schemeClr>
                </a:solidFill>
                <a:latin typeface="Angsana New" pitchFamily="18" charset="-34"/>
                <a:cs typeface="Angsana New" pitchFamily="18" charset="-34"/>
                <a:sym typeface="Symbol" pitchFamily="18" charset="2"/>
              </a:rPr>
              <a:t>)</a:t>
            </a:r>
            <a:r>
              <a:rPr lang="en-US" sz="2800" b="1" dirty="0">
                <a:solidFill>
                  <a:srgbClr val="FF0000"/>
                </a:solidFill>
                <a:latin typeface="Angsana New" pitchFamily="18" charset="-34"/>
                <a:cs typeface="Angsana New" pitchFamily="18" charset="-34"/>
              </a:rPr>
              <a:t> </a:t>
            </a:r>
            <a:r>
              <a:rPr lang="en-US" sz="2000" b="1" dirty="0">
                <a:solidFill>
                  <a:schemeClr val="accent2"/>
                </a:solidFill>
                <a:latin typeface="Angsana New" pitchFamily="18" charset="-34"/>
                <a:cs typeface="Angsana New" pitchFamily="18" charset="-34"/>
                <a:sym typeface="Symbol" pitchFamily="18" charset="2"/>
              </a:rPr>
              <a:t> </a:t>
            </a:r>
            <a:r>
              <a:rPr lang="en-US" sz="2800" b="1" dirty="0">
                <a:solidFill>
                  <a:srgbClr val="0000FF"/>
                </a:solidFill>
                <a:latin typeface="Angsana New" pitchFamily="18" charset="-34"/>
                <a:cs typeface="Angsana New" pitchFamily="18" charset="-34"/>
                <a:sym typeface="Symbol" pitchFamily="18" charset="2"/>
              </a:rPr>
              <a:t>C</a:t>
            </a:r>
          </a:p>
        </p:txBody>
      </p:sp>
      <p:grpSp>
        <p:nvGrpSpPr>
          <p:cNvPr id="7185" name="Group 7184"/>
          <p:cNvGrpSpPr/>
          <p:nvPr/>
        </p:nvGrpSpPr>
        <p:grpSpPr>
          <a:xfrm>
            <a:off x="5102510" y="3957516"/>
            <a:ext cx="2156961" cy="1683452"/>
            <a:chOff x="6453639" y="838200"/>
            <a:chExt cx="2156961" cy="1683452"/>
          </a:xfrm>
        </p:grpSpPr>
        <p:grpSp>
          <p:nvGrpSpPr>
            <p:cNvPr id="145" name="Group 144"/>
            <p:cNvGrpSpPr/>
            <p:nvPr/>
          </p:nvGrpSpPr>
          <p:grpSpPr>
            <a:xfrm rot="7937365">
              <a:off x="7012251" y="1521177"/>
              <a:ext cx="389738" cy="610179"/>
              <a:chOff x="4519031" y="1531488"/>
              <a:chExt cx="389738" cy="610179"/>
            </a:xfrm>
          </p:grpSpPr>
          <p:cxnSp>
            <p:nvCxnSpPr>
              <p:cNvPr id="146" name="Straight Connector 145"/>
              <p:cNvCxnSpPr/>
              <p:nvPr/>
            </p:nvCxnSpPr>
            <p:spPr>
              <a:xfrm rot="13662635" flipH="1">
                <a:off x="4376577" y="1867192"/>
                <a:ext cx="345114" cy="60205"/>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a:off x="4543009" y="1654739"/>
                <a:ext cx="365760" cy="27432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rot="13662635" flipH="1">
                <a:off x="4363140" y="1771038"/>
                <a:ext cx="596371" cy="11727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rot="13662635" flipH="1">
                <a:off x="4282554" y="1791810"/>
                <a:ext cx="588396" cy="111318"/>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7173" name="Group 7172"/>
            <p:cNvGrpSpPr/>
            <p:nvPr/>
          </p:nvGrpSpPr>
          <p:grpSpPr>
            <a:xfrm>
              <a:off x="6453639" y="838200"/>
              <a:ext cx="2156961" cy="1683452"/>
              <a:chOff x="6453639" y="838200"/>
              <a:chExt cx="2156961" cy="1683452"/>
            </a:xfrm>
          </p:grpSpPr>
          <p:grpSp>
            <p:nvGrpSpPr>
              <p:cNvPr id="126" name="Group 125"/>
              <p:cNvGrpSpPr/>
              <p:nvPr/>
            </p:nvGrpSpPr>
            <p:grpSpPr>
              <a:xfrm>
                <a:off x="6453639" y="838200"/>
                <a:ext cx="2156961" cy="1683452"/>
                <a:chOff x="463545" y="685800"/>
                <a:chExt cx="2156961" cy="1683452"/>
              </a:xfrm>
            </p:grpSpPr>
            <p:grpSp>
              <p:nvGrpSpPr>
                <p:cNvPr id="127" name="Group 45"/>
                <p:cNvGrpSpPr>
                  <a:grpSpLocks/>
                </p:cNvGrpSpPr>
                <p:nvPr/>
              </p:nvGrpSpPr>
              <p:grpSpPr bwMode="auto">
                <a:xfrm>
                  <a:off x="463545" y="685800"/>
                  <a:ext cx="2156961" cy="1683452"/>
                  <a:chOff x="96" y="2298"/>
                  <a:chExt cx="1680" cy="1446"/>
                </a:xfrm>
              </p:grpSpPr>
              <p:sp>
                <p:nvSpPr>
                  <p:cNvPr id="131" name="Rectangle 14"/>
                  <p:cNvSpPr>
                    <a:spLocks noChangeArrowheads="1"/>
                  </p:cNvSpPr>
                  <p:nvPr/>
                </p:nvSpPr>
                <p:spPr bwMode="auto">
                  <a:xfrm>
                    <a:off x="96" y="2352"/>
                    <a:ext cx="1680" cy="1392"/>
                  </a:xfrm>
                  <a:prstGeom prst="rect">
                    <a:avLst/>
                  </a:prstGeom>
                  <a:noFill/>
                  <a:ln w="9525">
                    <a:solidFill>
                      <a:schemeClr val="tx1"/>
                    </a:solidFill>
                    <a:miter lim="800000"/>
                    <a:headEnd/>
                    <a:tailEnd/>
                  </a:ln>
                </p:spPr>
                <p:txBody>
                  <a:bodyPr wrap="none" anchor="ctr"/>
                  <a:lstStyle/>
                  <a:p>
                    <a:endParaRPr lang="en-US" sz="2800">
                      <a:latin typeface="Angsana New" pitchFamily="18" charset="-34"/>
                      <a:cs typeface="Angsana New" pitchFamily="18" charset="-34"/>
                    </a:endParaRPr>
                  </a:p>
                </p:txBody>
              </p:sp>
              <p:sp>
                <p:nvSpPr>
                  <p:cNvPr id="132" name="Text Box 17"/>
                  <p:cNvSpPr txBox="1">
                    <a:spLocks noChangeArrowheads="1"/>
                  </p:cNvSpPr>
                  <p:nvPr/>
                </p:nvSpPr>
                <p:spPr bwMode="auto">
                  <a:xfrm>
                    <a:off x="434" y="2570"/>
                    <a:ext cx="334" cy="330"/>
                  </a:xfrm>
                  <a:prstGeom prst="rect">
                    <a:avLst/>
                  </a:prstGeom>
                  <a:noFill/>
                  <a:ln w="9525">
                    <a:noFill/>
                    <a:miter lim="800000"/>
                    <a:headEnd/>
                    <a:tailEnd/>
                  </a:ln>
                </p:spPr>
                <p:txBody>
                  <a:bodyPr>
                    <a:spAutoFit/>
                  </a:bodyPr>
                  <a:lstStyle/>
                  <a:p>
                    <a:pPr>
                      <a:spcBef>
                        <a:spcPct val="50000"/>
                      </a:spcBef>
                    </a:pPr>
                    <a:r>
                      <a:rPr lang="en-US" sz="2800" b="1" dirty="0">
                        <a:solidFill>
                          <a:srgbClr val="006600"/>
                        </a:solidFill>
                        <a:latin typeface="Angsana New" pitchFamily="18" charset="-34"/>
                        <a:cs typeface="Angsana New" pitchFamily="18" charset="-34"/>
                      </a:rPr>
                      <a:t>A</a:t>
                    </a:r>
                  </a:p>
                </p:txBody>
              </p:sp>
              <p:sp>
                <p:nvSpPr>
                  <p:cNvPr id="133" name="Text Box 18"/>
                  <p:cNvSpPr txBox="1">
                    <a:spLocks noChangeArrowheads="1"/>
                  </p:cNvSpPr>
                  <p:nvPr/>
                </p:nvSpPr>
                <p:spPr bwMode="auto">
                  <a:xfrm>
                    <a:off x="1088" y="2547"/>
                    <a:ext cx="430" cy="330"/>
                  </a:xfrm>
                  <a:prstGeom prst="rect">
                    <a:avLst/>
                  </a:prstGeom>
                  <a:noFill/>
                  <a:ln w="9525">
                    <a:noFill/>
                    <a:miter lim="800000"/>
                    <a:headEnd/>
                    <a:tailEnd/>
                  </a:ln>
                </p:spPr>
                <p:txBody>
                  <a:bodyPr>
                    <a:spAutoFit/>
                  </a:bodyPr>
                  <a:lstStyle/>
                  <a:p>
                    <a:pPr>
                      <a:spcBef>
                        <a:spcPct val="50000"/>
                      </a:spcBef>
                    </a:pPr>
                    <a:r>
                      <a:rPr lang="en-US" sz="2800" b="1" dirty="0">
                        <a:solidFill>
                          <a:srgbClr val="FF00FF"/>
                        </a:solidFill>
                        <a:latin typeface="Angsana New" pitchFamily="18" charset="-34"/>
                        <a:cs typeface="Angsana New" pitchFamily="18" charset="-34"/>
                      </a:rPr>
                      <a:t> B</a:t>
                    </a:r>
                  </a:p>
                </p:txBody>
              </p:sp>
              <p:sp>
                <p:nvSpPr>
                  <p:cNvPr id="134" name="Text Box 20"/>
                  <p:cNvSpPr txBox="1">
                    <a:spLocks noChangeArrowheads="1"/>
                  </p:cNvSpPr>
                  <p:nvPr/>
                </p:nvSpPr>
                <p:spPr bwMode="auto">
                  <a:xfrm>
                    <a:off x="96" y="2298"/>
                    <a:ext cx="334" cy="401"/>
                  </a:xfrm>
                  <a:prstGeom prst="rect">
                    <a:avLst/>
                  </a:prstGeom>
                  <a:noFill/>
                  <a:ln w="9525">
                    <a:noFill/>
                    <a:miter lim="800000"/>
                    <a:headEnd/>
                    <a:tailEnd/>
                  </a:ln>
                </p:spPr>
                <p:txBody>
                  <a:bodyPr>
                    <a:spAutoFit/>
                  </a:bodyPr>
                  <a:lstStyle/>
                  <a:p>
                    <a:pPr>
                      <a:spcBef>
                        <a:spcPct val="50000"/>
                      </a:spcBef>
                    </a:pPr>
                    <a:r>
                      <a:rPr lang="en-US" sz="2800" b="1" dirty="0">
                        <a:solidFill>
                          <a:srgbClr val="FF0000"/>
                        </a:solidFill>
                        <a:latin typeface="Angsana New" pitchFamily="18" charset="-34"/>
                        <a:cs typeface="Angsana New" pitchFamily="18" charset="-34"/>
                      </a:rPr>
                      <a:t>S</a:t>
                    </a:r>
                  </a:p>
                </p:txBody>
              </p:sp>
              <p:sp>
                <p:nvSpPr>
                  <p:cNvPr id="135" name="Oval 16" descr="20%"/>
                  <p:cNvSpPr>
                    <a:spLocks noChangeArrowheads="1"/>
                  </p:cNvSpPr>
                  <p:nvPr/>
                </p:nvSpPr>
                <p:spPr bwMode="auto">
                  <a:xfrm>
                    <a:off x="720" y="2416"/>
                    <a:ext cx="960" cy="912"/>
                  </a:xfrm>
                  <a:prstGeom prst="ellipse">
                    <a:avLst/>
                  </a:prstGeom>
                  <a:noFill/>
                  <a:ln w="9525">
                    <a:solidFill>
                      <a:schemeClr val="tx1"/>
                    </a:solidFill>
                    <a:round/>
                    <a:headEnd/>
                    <a:tailEnd/>
                  </a:ln>
                </p:spPr>
                <p:txBody>
                  <a:bodyPr wrap="none" anchor="ctr"/>
                  <a:lstStyle/>
                  <a:p>
                    <a:endParaRPr lang="en-US" sz="2800">
                      <a:latin typeface="Angsana New" pitchFamily="18" charset="-34"/>
                      <a:cs typeface="Angsana New" pitchFamily="18" charset="-34"/>
                    </a:endParaRPr>
                  </a:p>
                </p:txBody>
              </p:sp>
              <p:sp>
                <p:nvSpPr>
                  <p:cNvPr id="136" name="Oval 15" descr="20%"/>
                  <p:cNvSpPr>
                    <a:spLocks noChangeArrowheads="1"/>
                  </p:cNvSpPr>
                  <p:nvPr/>
                </p:nvSpPr>
                <p:spPr bwMode="auto">
                  <a:xfrm>
                    <a:off x="230" y="2550"/>
                    <a:ext cx="768" cy="672"/>
                  </a:xfrm>
                  <a:prstGeom prst="ellipse">
                    <a:avLst/>
                  </a:prstGeom>
                  <a:noFill/>
                  <a:ln w="9525">
                    <a:solidFill>
                      <a:schemeClr val="tx1"/>
                    </a:solidFill>
                    <a:round/>
                    <a:headEnd/>
                    <a:tailEnd/>
                  </a:ln>
                </p:spPr>
                <p:txBody>
                  <a:bodyPr wrap="none" anchor="ctr"/>
                  <a:lstStyle/>
                  <a:p>
                    <a:endParaRPr lang="en-US" sz="2800">
                      <a:latin typeface="Angsana New" pitchFamily="18" charset="-34"/>
                      <a:cs typeface="Angsana New" pitchFamily="18" charset="-34"/>
                    </a:endParaRPr>
                  </a:p>
                </p:txBody>
              </p:sp>
            </p:grpSp>
            <p:grpSp>
              <p:nvGrpSpPr>
                <p:cNvPr id="128" name="Group 127"/>
                <p:cNvGrpSpPr/>
                <p:nvPr/>
              </p:nvGrpSpPr>
              <p:grpSpPr>
                <a:xfrm>
                  <a:off x="913407" y="1464388"/>
                  <a:ext cx="983471" cy="775821"/>
                  <a:chOff x="913407" y="1464388"/>
                  <a:chExt cx="983471" cy="775821"/>
                </a:xfrm>
              </p:grpSpPr>
              <p:sp>
                <p:nvSpPr>
                  <p:cNvPr id="129" name="Oval 128"/>
                  <p:cNvSpPr/>
                  <p:nvPr/>
                </p:nvSpPr>
                <p:spPr>
                  <a:xfrm>
                    <a:off x="913407" y="1464388"/>
                    <a:ext cx="983471" cy="775821"/>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Text Box 18"/>
                  <p:cNvSpPr txBox="1">
                    <a:spLocks noChangeArrowheads="1"/>
                  </p:cNvSpPr>
                  <p:nvPr/>
                </p:nvSpPr>
                <p:spPr bwMode="auto">
                  <a:xfrm>
                    <a:off x="1126212" y="1706106"/>
                    <a:ext cx="552079" cy="523220"/>
                  </a:xfrm>
                  <a:prstGeom prst="rect">
                    <a:avLst/>
                  </a:prstGeom>
                  <a:noFill/>
                  <a:ln w="9525">
                    <a:noFill/>
                    <a:miter lim="800000"/>
                    <a:headEnd/>
                    <a:tailEnd/>
                  </a:ln>
                </p:spPr>
                <p:txBody>
                  <a:bodyPr>
                    <a:spAutoFit/>
                  </a:bodyPr>
                  <a:lstStyle/>
                  <a:p>
                    <a:pPr>
                      <a:spcBef>
                        <a:spcPct val="50000"/>
                      </a:spcBef>
                    </a:pPr>
                    <a:r>
                      <a:rPr lang="en-US" sz="2800" b="1" dirty="0">
                        <a:solidFill>
                          <a:srgbClr val="0000FF"/>
                        </a:solidFill>
                        <a:latin typeface="Angsana New" pitchFamily="18" charset="-34"/>
                        <a:cs typeface="Angsana New" pitchFamily="18" charset="-34"/>
                      </a:rPr>
                      <a:t> C</a:t>
                    </a:r>
                  </a:p>
                </p:txBody>
              </p:sp>
            </p:grpSp>
          </p:grpSp>
          <p:grpSp>
            <p:nvGrpSpPr>
              <p:cNvPr id="137" name="Group 136"/>
              <p:cNvGrpSpPr/>
              <p:nvPr/>
            </p:nvGrpSpPr>
            <p:grpSpPr>
              <a:xfrm>
                <a:off x="7279692" y="1616788"/>
                <a:ext cx="605072" cy="420551"/>
                <a:chOff x="4341412" y="1616788"/>
                <a:chExt cx="605072" cy="420551"/>
              </a:xfrm>
            </p:grpSpPr>
            <p:cxnSp>
              <p:nvCxnSpPr>
                <p:cNvPr id="138" name="Straight Connector 137"/>
                <p:cNvCxnSpPr/>
                <p:nvPr/>
              </p:nvCxnSpPr>
              <p:spPr>
                <a:xfrm>
                  <a:off x="4420924" y="1812895"/>
                  <a:ext cx="274320" cy="18288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4454749" y="1616788"/>
                  <a:ext cx="491735" cy="36576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4375935" y="1624739"/>
                  <a:ext cx="554648" cy="412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4599582" y="1640641"/>
                  <a:ext cx="330226" cy="25177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4341412" y="1669774"/>
                  <a:ext cx="492981" cy="365760"/>
                </a:xfrm>
                <a:prstGeom prst="line">
                  <a:avLst/>
                </a:prstGeom>
                <a:ln w="28575"/>
              </p:spPr>
              <p:style>
                <a:lnRef idx="1">
                  <a:schemeClr val="accent1"/>
                </a:lnRef>
                <a:fillRef idx="0">
                  <a:schemeClr val="accent1"/>
                </a:fillRef>
                <a:effectRef idx="0">
                  <a:schemeClr val="accent1"/>
                </a:effectRef>
                <a:fontRef idx="minor">
                  <a:schemeClr val="tx1"/>
                </a:fontRef>
              </p:style>
            </p:cxnSp>
          </p:grpSp>
        </p:grpSp>
      </p:grpSp>
      <p:sp>
        <p:nvSpPr>
          <p:cNvPr id="174" name="Text Box 39"/>
          <p:cNvSpPr txBox="1">
            <a:spLocks noChangeArrowheads="1"/>
          </p:cNvSpPr>
          <p:nvPr/>
        </p:nvSpPr>
        <p:spPr bwMode="auto">
          <a:xfrm>
            <a:off x="953708" y="5692192"/>
            <a:ext cx="1114923" cy="490777"/>
          </a:xfrm>
          <a:prstGeom prst="rect">
            <a:avLst/>
          </a:prstGeom>
          <a:noFill/>
          <a:ln w="9525">
            <a:noFill/>
            <a:miter lim="800000"/>
            <a:headEnd/>
            <a:tailEnd/>
          </a:ln>
        </p:spPr>
        <p:txBody>
          <a:bodyPr>
            <a:spAutoFit/>
          </a:bodyPr>
          <a:lstStyle/>
          <a:p>
            <a:pPr>
              <a:lnSpc>
                <a:spcPct val="90000"/>
              </a:lnSpc>
            </a:pPr>
            <a:r>
              <a:rPr lang="en-US" sz="2800" b="1" dirty="0">
                <a:solidFill>
                  <a:srgbClr val="006600"/>
                </a:solidFill>
                <a:latin typeface="Angsana New" pitchFamily="18" charset="-34"/>
                <a:cs typeface="Angsana New" pitchFamily="18" charset="-34"/>
              </a:rPr>
              <a:t>A</a:t>
            </a:r>
            <a:r>
              <a:rPr lang="en-US" sz="2800" b="1" dirty="0">
                <a:solidFill>
                  <a:srgbClr val="FF0000"/>
                </a:solidFill>
                <a:latin typeface="Angsana New" pitchFamily="18" charset="-34"/>
                <a:cs typeface="Angsana New" pitchFamily="18" charset="-34"/>
              </a:rPr>
              <a:t> </a:t>
            </a:r>
            <a:r>
              <a:rPr lang="en-US" sz="2000" b="1" dirty="0">
                <a:solidFill>
                  <a:schemeClr val="accent2"/>
                </a:solidFill>
                <a:latin typeface="Angsana New" pitchFamily="18" charset="-34"/>
                <a:cs typeface="Angsana New" pitchFamily="18" charset="-34"/>
                <a:sym typeface="Symbol" pitchFamily="18" charset="2"/>
              </a:rPr>
              <a:t></a:t>
            </a:r>
            <a:r>
              <a:rPr lang="en-US" sz="2800" b="1" dirty="0">
                <a:solidFill>
                  <a:srgbClr val="FF0000"/>
                </a:solidFill>
                <a:latin typeface="Angsana New" pitchFamily="18" charset="-34"/>
                <a:cs typeface="Angsana New" pitchFamily="18" charset="-34"/>
                <a:sym typeface="Symbol" pitchFamily="18" charset="2"/>
              </a:rPr>
              <a:t> </a:t>
            </a:r>
            <a:r>
              <a:rPr lang="en-US" sz="2800" b="1" dirty="0">
                <a:solidFill>
                  <a:srgbClr val="FF00FF"/>
                </a:solidFill>
                <a:latin typeface="Angsana New" pitchFamily="18" charset="-34"/>
                <a:cs typeface="Angsana New" pitchFamily="18" charset="-34"/>
                <a:sym typeface="Symbol" pitchFamily="18" charset="2"/>
              </a:rPr>
              <a:t>B</a:t>
            </a:r>
          </a:p>
        </p:txBody>
      </p:sp>
      <p:sp>
        <p:nvSpPr>
          <p:cNvPr id="8" name="Slide Number Placeholder 7">
            <a:extLst>
              <a:ext uri="{FF2B5EF4-FFF2-40B4-BE49-F238E27FC236}">
                <a16:creationId xmlns:a16="http://schemas.microsoft.com/office/drawing/2014/main" id="{DD87E733-EA88-42E1-ACE1-D24731F17666}"/>
              </a:ext>
            </a:extLst>
          </p:cNvPr>
          <p:cNvSpPr>
            <a:spLocks noGrp="1"/>
          </p:cNvSpPr>
          <p:nvPr>
            <p:ph type="sldNum" sz="quarter" idx="12"/>
          </p:nvPr>
        </p:nvSpPr>
        <p:spPr/>
        <p:txBody>
          <a:bodyPr/>
          <a:lstStyle/>
          <a:p>
            <a:pPr>
              <a:defRPr/>
            </a:pPr>
            <a:fld id="{0598EADD-7714-4E0A-AD4B-AC83F9F5DA12}" type="slidenum">
              <a:rPr lang="en-US" smtClean="0"/>
              <a:pPr>
                <a:defRPr/>
              </a:pPr>
              <a:t>8</a:t>
            </a:fld>
            <a:endParaRPr lang="th-TH"/>
          </a:p>
        </p:txBody>
      </p:sp>
    </p:spTree>
    <p:extLst>
      <p:ext uri="{BB962C8B-B14F-4D97-AF65-F5344CB8AC3E}">
        <p14:creationId xmlns:p14="http://schemas.microsoft.com/office/powerpoint/2010/main" val="1517735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7169"/>
                                        </p:tgtEl>
                                        <p:attrNameLst>
                                          <p:attrName>style.visibility</p:attrName>
                                        </p:attrNameLst>
                                      </p:cBhvr>
                                      <p:to>
                                        <p:strVal val="visible"/>
                                      </p:to>
                                    </p:set>
                                    <p:animEffect transition="in" filter="dissolve">
                                      <p:cBhvr>
                                        <p:cTn id="15" dur="500"/>
                                        <p:tgtEl>
                                          <p:spTgt spid="716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82"/>
                                        </p:tgtEl>
                                        <p:attrNameLst>
                                          <p:attrName>style.visibility</p:attrName>
                                        </p:attrNameLst>
                                      </p:cBhvr>
                                      <p:to>
                                        <p:strVal val="visible"/>
                                      </p:to>
                                    </p:set>
                                    <p:animEffect transition="in" filter="wipe(left)">
                                      <p:cBhvr>
                                        <p:cTn id="18" dur="500"/>
                                        <p:tgtEl>
                                          <p:spTgt spid="8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7185"/>
                                        </p:tgtEl>
                                        <p:attrNameLst>
                                          <p:attrName>style.visibility</p:attrName>
                                        </p:attrNameLst>
                                      </p:cBhvr>
                                      <p:to>
                                        <p:strVal val="visible"/>
                                      </p:to>
                                    </p:set>
                                    <p:animEffect transition="in" filter="dissolve">
                                      <p:cBhvr>
                                        <p:cTn id="23" dur="500"/>
                                        <p:tgtEl>
                                          <p:spTgt spid="7185"/>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95"/>
                                        </p:tgtEl>
                                        <p:attrNameLst>
                                          <p:attrName>style.visibility</p:attrName>
                                        </p:attrNameLst>
                                      </p:cBhvr>
                                      <p:to>
                                        <p:strVal val="visible"/>
                                      </p:to>
                                    </p:set>
                                    <p:animEffect transition="in" filter="wipe(left)">
                                      <p:cBhvr>
                                        <p:cTn id="26" dur="500"/>
                                        <p:tgtEl>
                                          <p:spTgt spid="9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7186"/>
                                        </p:tgtEl>
                                        <p:attrNameLst>
                                          <p:attrName>style.visibility</p:attrName>
                                        </p:attrNameLst>
                                      </p:cBhvr>
                                      <p:to>
                                        <p:strVal val="visible"/>
                                      </p:to>
                                    </p:set>
                                    <p:animEffect transition="in" filter="dissolve">
                                      <p:cBhvr>
                                        <p:cTn id="31" dur="500"/>
                                        <p:tgtEl>
                                          <p:spTgt spid="718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74"/>
                                        </p:tgtEl>
                                        <p:attrNameLst>
                                          <p:attrName>style.visibility</p:attrName>
                                        </p:attrNameLst>
                                      </p:cBhvr>
                                      <p:to>
                                        <p:strVal val="visible"/>
                                      </p:to>
                                    </p:set>
                                    <p:animEffect transition="in" filter="wipe(left)">
                                      <p:cBhvr>
                                        <p:cTn id="34"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82" grpId="0"/>
      <p:bldP spid="95" grpId="0"/>
      <p:bldP spid="17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D297E1-3E04-44EE-B6DA-207F9FF95CE2}"/>
              </a:ext>
            </a:extLst>
          </p:cNvPr>
          <p:cNvSpPr>
            <a:spLocks noGrp="1"/>
          </p:cNvSpPr>
          <p:nvPr>
            <p:ph type="sldNum" sz="quarter" idx="12"/>
          </p:nvPr>
        </p:nvSpPr>
        <p:spPr/>
        <p:txBody>
          <a:bodyPr/>
          <a:lstStyle/>
          <a:p>
            <a:pPr>
              <a:defRPr/>
            </a:pPr>
            <a:fld id="{3DEAF3BF-11C4-4504-A2C2-F31678299685}" type="slidenum">
              <a:rPr lang="en-US" smtClean="0"/>
              <a:pPr>
                <a:defRPr/>
              </a:pPr>
              <a:t>9</a:t>
            </a:fld>
            <a:endParaRPr lang="th-TH"/>
          </a:p>
        </p:txBody>
      </p:sp>
      <p:sp>
        <p:nvSpPr>
          <p:cNvPr id="4" name="TextBox 3">
            <a:extLst>
              <a:ext uri="{FF2B5EF4-FFF2-40B4-BE49-F238E27FC236}">
                <a16:creationId xmlns:a16="http://schemas.microsoft.com/office/drawing/2014/main" id="{73331803-7E1D-4D5D-ADE3-5D84B73C68F4}"/>
              </a:ext>
            </a:extLst>
          </p:cNvPr>
          <p:cNvSpPr txBox="1"/>
          <p:nvPr/>
        </p:nvSpPr>
        <p:spPr>
          <a:xfrm>
            <a:off x="914400" y="457200"/>
            <a:ext cx="7391400" cy="523220"/>
          </a:xfrm>
          <a:prstGeom prst="rect">
            <a:avLst/>
          </a:prstGeom>
          <a:noFill/>
        </p:spPr>
        <p:txBody>
          <a:bodyPr wrap="square">
            <a:spAutoFit/>
          </a:bodyPr>
          <a:lstStyle/>
          <a:p>
            <a:pPr algn="l"/>
            <a:r>
              <a:rPr lang="en-US" b="1" dirty="0">
                <a:solidFill>
                  <a:srgbClr val="182848"/>
                </a:solidFill>
                <a:latin typeface="Lucida Sans Unicode" panose="020B0602030504020204" pitchFamily="34" charset="0"/>
                <a:cs typeface="+mj-cs"/>
              </a:rPr>
              <a:t>P</a:t>
            </a:r>
            <a:r>
              <a:rPr lang="en-US" b="1" i="0" dirty="0">
                <a:solidFill>
                  <a:srgbClr val="182848"/>
                </a:solidFill>
                <a:effectLst/>
                <a:latin typeface="Lucida Sans Unicode" panose="020B0602030504020204" pitchFamily="34" charset="0"/>
                <a:cs typeface="+mj-cs"/>
              </a:rPr>
              <a:t>roblems with 3-Set Venn Diagrams</a:t>
            </a:r>
          </a:p>
        </p:txBody>
      </p:sp>
      <p:sp>
        <p:nvSpPr>
          <p:cNvPr id="6" name="TextBox 5">
            <a:extLst>
              <a:ext uri="{FF2B5EF4-FFF2-40B4-BE49-F238E27FC236}">
                <a16:creationId xmlns:a16="http://schemas.microsoft.com/office/drawing/2014/main" id="{73CC859D-B313-4616-9A21-DF8EB481B4A5}"/>
              </a:ext>
            </a:extLst>
          </p:cNvPr>
          <p:cNvSpPr txBox="1"/>
          <p:nvPr/>
        </p:nvSpPr>
        <p:spPr>
          <a:xfrm>
            <a:off x="949144" y="1143000"/>
            <a:ext cx="6670856" cy="2308324"/>
          </a:xfrm>
          <a:prstGeom prst="rect">
            <a:avLst/>
          </a:prstGeom>
          <a:noFill/>
        </p:spPr>
        <p:txBody>
          <a:bodyPr wrap="square">
            <a:spAutoFit/>
          </a:bodyPr>
          <a:lstStyle/>
          <a:p>
            <a:r>
              <a:rPr lang="en-US" sz="1600" b="0" i="0" dirty="0">
                <a:solidFill>
                  <a:srgbClr val="0A0A0A"/>
                </a:solidFill>
                <a:effectLst/>
                <a:latin typeface="Lucida Sans Unicode" panose="020B0602030504020204" pitchFamily="34" charset="0"/>
                <a:cs typeface="+mj-cs"/>
              </a:rPr>
              <a:t>Example 1:</a:t>
            </a:r>
            <a:br>
              <a:rPr lang="en-US" sz="1600" dirty="0">
                <a:cs typeface="+mj-cs"/>
              </a:rPr>
            </a:br>
            <a:r>
              <a:rPr lang="en-US" sz="1600" b="0" i="0" dirty="0">
                <a:solidFill>
                  <a:srgbClr val="0A0A0A"/>
                </a:solidFill>
                <a:effectLst/>
                <a:latin typeface="Lucida Sans Unicode" panose="020B0602030504020204" pitchFamily="34" charset="0"/>
                <a:cs typeface="+mj-cs"/>
              </a:rPr>
              <a:t>150 college freshmen were interviewed.</a:t>
            </a:r>
            <a:br>
              <a:rPr lang="en-US" sz="1600" dirty="0">
                <a:cs typeface="+mj-cs"/>
              </a:rPr>
            </a:br>
            <a:r>
              <a:rPr lang="en-US" sz="1600" b="0" i="0" dirty="0">
                <a:solidFill>
                  <a:srgbClr val="0A0A0A"/>
                </a:solidFill>
                <a:effectLst/>
                <a:latin typeface="Lucida Sans Unicode" panose="020B0602030504020204" pitchFamily="34" charset="0"/>
                <a:cs typeface="+mj-cs"/>
              </a:rPr>
              <a:t>85 were registered for a math class</a:t>
            </a:r>
            <a:br>
              <a:rPr lang="en-US" sz="1600" dirty="0">
                <a:cs typeface="+mj-cs"/>
              </a:rPr>
            </a:br>
            <a:r>
              <a:rPr lang="en-US" sz="1600" b="0" i="0" dirty="0">
                <a:solidFill>
                  <a:srgbClr val="0A0A0A"/>
                </a:solidFill>
                <a:effectLst/>
                <a:latin typeface="Lucida Sans Unicode" panose="020B0602030504020204" pitchFamily="34" charset="0"/>
                <a:cs typeface="+mj-cs"/>
              </a:rPr>
              <a:t>70 were registered for an English class</a:t>
            </a:r>
            <a:br>
              <a:rPr lang="en-US" sz="1600" dirty="0">
                <a:cs typeface="+mj-cs"/>
              </a:rPr>
            </a:br>
            <a:r>
              <a:rPr lang="en-US" sz="1600" b="0" i="0" dirty="0">
                <a:solidFill>
                  <a:srgbClr val="0A0A0A"/>
                </a:solidFill>
                <a:effectLst/>
                <a:latin typeface="Lucida Sans Unicode" panose="020B0602030504020204" pitchFamily="34" charset="0"/>
                <a:cs typeface="+mj-cs"/>
              </a:rPr>
              <a:t>50 were registered for both math and English</a:t>
            </a:r>
            <a:br>
              <a:rPr lang="en-US" sz="1600" dirty="0">
                <a:cs typeface="+mj-cs"/>
              </a:rPr>
            </a:br>
            <a:r>
              <a:rPr lang="en-US" sz="1600" b="0" i="0" dirty="0">
                <a:solidFill>
                  <a:srgbClr val="0A0A0A"/>
                </a:solidFill>
                <a:effectLst/>
                <a:latin typeface="Lucida Sans Unicode" panose="020B0602030504020204" pitchFamily="34" charset="0"/>
                <a:cs typeface="+mj-cs"/>
              </a:rPr>
              <a:t>1. How many signed up only for a math class?</a:t>
            </a:r>
            <a:br>
              <a:rPr lang="en-US" sz="1600" dirty="0">
                <a:cs typeface="+mj-cs"/>
              </a:rPr>
            </a:br>
            <a:r>
              <a:rPr lang="en-US" sz="1600" dirty="0">
                <a:solidFill>
                  <a:srgbClr val="0A0A0A"/>
                </a:solidFill>
                <a:latin typeface="Lucida Sans Unicode" panose="020B0602030504020204" pitchFamily="34" charset="0"/>
                <a:cs typeface="+mj-cs"/>
              </a:rPr>
              <a:t>2</a:t>
            </a:r>
            <a:r>
              <a:rPr lang="en-US" sz="1600" b="0" i="0" dirty="0">
                <a:solidFill>
                  <a:srgbClr val="0A0A0A"/>
                </a:solidFill>
                <a:effectLst/>
                <a:latin typeface="Lucida Sans Unicode" panose="020B0602030504020204" pitchFamily="34" charset="0"/>
                <a:cs typeface="+mj-cs"/>
              </a:rPr>
              <a:t>. How many signed up only for an English class?</a:t>
            </a:r>
            <a:br>
              <a:rPr lang="en-US" sz="1600" dirty="0">
                <a:cs typeface="+mj-cs"/>
              </a:rPr>
            </a:br>
            <a:r>
              <a:rPr lang="en-US" sz="1600" dirty="0">
                <a:solidFill>
                  <a:srgbClr val="0A0A0A"/>
                </a:solidFill>
                <a:latin typeface="Lucida Sans Unicode" panose="020B0602030504020204" pitchFamily="34" charset="0"/>
                <a:cs typeface="+mj-cs"/>
              </a:rPr>
              <a:t>3</a:t>
            </a:r>
            <a:r>
              <a:rPr lang="en-US" sz="1600" b="0" i="0" dirty="0">
                <a:solidFill>
                  <a:srgbClr val="0A0A0A"/>
                </a:solidFill>
                <a:effectLst/>
                <a:latin typeface="Lucida Sans Unicode" panose="020B0602030504020204" pitchFamily="34" charset="0"/>
                <a:cs typeface="+mj-cs"/>
              </a:rPr>
              <a:t>. How many signed up for math or English?</a:t>
            </a:r>
            <a:br>
              <a:rPr lang="en-US" sz="1600" dirty="0">
                <a:cs typeface="+mj-cs"/>
              </a:rPr>
            </a:br>
            <a:r>
              <a:rPr lang="en-US" sz="1600" dirty="0">
                <a:solidFill>
                  <a:srgbClr val="0A0A0A"/>
                </a:solidFill>
                <a:latin typeface="Lucida Sans Unicode" panose="020B0602030504020204" pitchFamily="34" charset="0"/>
                <a:cs typeface="+mj-cs"/>
              </a:rPr>
              <a:t>4</a:t>
            </a:r>
            <a:r>
              <a:rPr lang="en-US" sz="1600" b="0" i="0" dirty="0">
                <a:solidFill>
                  <a:srgbClr val="0A0A0A"/>
                </a:solidFill>
                <a:effectLst/>
                <a:latin typeface="Lucida Sans Unicode" panose="020B0602030504020204" pitchFamily="34" charset="0"/>
                <a:cs typeface="+mj-cs"/>
              </a:rPr>
              <a:t>. How many signed up for neither math nor English?</a:t>
            </a:r>
            <a:endParaRPr lang="en-US" sz="1600" dirty="0">
              <a:cs typeface="+mj-cs"/>
            </a:endParaRPr>
          </a:p>
        </p:txBody>
      </p:sp>
      <p:sp>
        <p:nvSpPr>
          <p:cNvPr id="8" name="TextBox 7">
            <a:extLst>
              <a:ext uri="{FF2B5EF4-FFF2-40B4-BE49-F238E27FC236}">
                <a16:creationId xmlns:a16="http://schemas.microsoft.com/office/drawing/2014/main" id="{F4F09505-4C7A-4ECB-A7F9-CC3B819B4CF3}"/>
              </a:ext>
            </a:extLst>
          </p:cNvPr>
          <p:cNvSpPr txBox="1"/>
          <p:nvPr/>
        </p:nvSpPr>
        <p:spPr>
          <a:xfrm>
            <a:off x="914400" y="3451324"/>
            <a:ext cx="5943600" cy="3046988"/>
          </a:xfrm>
          <a:prstGeom prst="rect">
            <a:avLst/>
          </a:prstGeom>
          <a:noFill/>
        </p:spPr>
        <p:txBody>
          <a:bodyPr wrap="square">
            <a:spAutoFit/>
          </a:bodyPr>
          <a:lstStyle/>
          <a:p>
            <a:r>
              <a:rPr lang="en-US" sz="1600" b="0" i="0" dirty="0">
                <a:solidFill>
                  <a:srgbClr val="0A0A0A"/>
                </a:solidFill>
                <a:effectLst/>
                <a:latin typeface="Lucida Sans Unicode" panose="020B0602030504020204" pitchFamily="34" charset="0"/>
                <a:cs typeface="+mj-cs"/>
              </a:rPr>
              <a:t>Example 2:</a:t>
            </a:r>
            <a:br>
              <a:rPr lang="en-US" sz="1600" dirty="0">
                <a:cs typeface="+mj-cs"/>
              </a:rPr>
            </a:br>
            <a:r>
              <a:rPr lang="en-US" sz="1600" b="0" i="0" dirty="0">
                <a:solidFill>
                  <a:srgbClr val="0A0A0A"/>
                </a:solidFill>
                <a:effectLst/>
                <a:latin typeface="Lucida Sans Unicode" panose="020B0602030504020204" pitchFamily="34" charset="0"/>
                <a:cs typeface="+mj-cs"/>
              </a:rPr>
              <a:t>100 were students interviewed</a:t>
            </a:r>
            <a:br>
              <a:rPr lang="en-US" sz="1600" dirty="0">
                <a:cs typeface="+mj-cs"/>
              </a:rPr>
            </a:br>
            <a:r>
              <a:rPr lang="en-US" sz="1600" b="0" i="0" dirty="0">
                <a:solidFill>
                  <a:srgbClr val="0A0A0A"/>
                </a:solidFill>
                <a:effectLst/>
                <a:latin typeface="Lucida Sans Unicode" panose="020B0602030504020204" pitchFamily="34" charset="0"/>
                <a:cs typeface="+mj-cs"/>
              </a:rPr>
              <a:t>28 took PE</a:t>
            </a:r>
            <a:br>
              <a:rPr lang="en-US" sz="1600" dirty="0">
                <a:cs typeface="+mj-cs"/>
              </a:rPr>
            </a:br>
            <a:r>
              <a:rPr lang="en-US" sz="1600" b="0" i="0" dirty="0">
                <a:solidFill>
                  <a:srgbClr val="0A0A0A"/>
                </a:solidFill>
                <a:effectLst/>
                <a:latin typeface="Lucida Sans Unicode" panose="020B0602030504020204" pitchFamily="34" charset="0"/>
                <a:cs typeface="+mj-cs"/>
              </a:rPr>
              <a:t>31 took Bio</a:t>
            </a:r>
            <a:br>
              <a:rPr lang="en-US" sz="1600" dirty="0">
                <a:cs typeface="+mj-cs"/>
              </a:rPr>
            </a:br>
            <a:r>
              <a:rPr lang="en-US" sz="1600" b="0" i="0" dirty="0">
                <a:solidFill>
                  <a:srgbClr val="0A0A0A"/>
                </a:solidFill>
                <a:effectLst/>
                <a:latin typeface="Lucida Sans Unicode" panose="020B0602030504020204" pitchFamily="34" charset="0"/>
                <a:cs typeface="+mj-cs"/>
              </a:rPr>
              <a:t>42 took </a:t>
            </a:r>
            <a:r>
              <a:rPr lang="en-US" sz="1600" b="0" i="0" dirty="0" err="1">
                <a:solidFill>
                  <a:srgbClr val="0A0A0A"/>
                </a:solidFill>
                <a:effectLst/>
                <a:latin typeface="Lucida Sans Unicode" panose="020B0602030504020204" pitchFamily="34" charset="0"/>
                <a:cs typeface="+mj-cs"/>
              </a:rPr>
              <a:t>Eng</a:t>
            </a:r>
            <a:br>
              <a:rPr lang="en-US" sz="1600" dirty="0">
                <a:cs typeface="+mj-cs"/>
              </a:rPr>
            </a:br>
            <a:r>
              <a:rPr lang="en-US" sz="1600" b="0" i="0" dirty="0">
                <a:solidFill>
                  <a:srgbClr val="0A0A0A"/>
                </a:solidFill>
                <a:effectLst/>
                <a:latin typeface="Lucida Sans Unicode" panose="020B0602030504020204" pitchFamily="34" charset="0"/>
                <a:cs typeface="+mj-cs"/>
              </a:rPr>
              <a:t>9 took PE and Bio</a:t>
            </a:r>
            <a:br>
              <a:rPr lang="en-US" sz="1600" dirty="0">
                <a:cs typeface="+mj-cs"/>
              </a:rPr>
            </a:br>
            <a:r>
              <a:rPr lang="en-US" sz="1600" b="0" i="0" dirty="0">
                <a:solidFill>
                  <a:srgbClr val="0A0A0A"/>
                </a:solidFill>
                <a:effectLst/>
                <a:latin typeface="Lucida Sans Unicode" panose="020B0602030504020204" pitchFamily="34" charset="0"/>
                <a:cs typeface="+mj-cs"/>
              </a:rPr>
              <a:t>10 took PE and </a:t>
            </a:r>
            <a:r>
              <a:rPr lang="en-US" sz="1600" b="0" i="0" dirty="0" err="1">
                <a:solidFill>
                  <a:srgbClr val="0A0A0A"/>
                </a:solidFill>
                <a:effectLst/>
                <a:latin typeface="Lucida Sans Unicode" panose="020B0602030504020204" pitchFamily="34" charset="0"/>
                <a:cs typeface="+mj-cs"/>
              </a:rPr>
              <a:t>Eng</a:t>
            </a:r>
            <a:br>
              <a:rPr lang="en-US" sz="1600" dirty="0">
                <a:cs typeface="+mj-cs"/>
              </a:rPr>
            </a:br>
            <a:r>
              <a:rPr lang="en-US" sz="1600" b="0" i="0" dirty="0">
                <a:solidFill>
                  <a:srgbClr val="0A0A0A"/>
                </a:solidFill>
                <a:effectLst/>
                <a:latin typeface="Lucida Sans Unicode" panose="020B0602030504020204" pitchFamily="34" charset="0"/>
                <a:cs typeface="+mj-cs"/>
              </a:rPr>
              <a:t>6 took Bio and </a:t>
            </a:r>
            <a:r>
              <a:rPr lang="en-US" sz="1600" b="0" i="0" dirty="0" err="1">
                <a:solidFill>
                  <a:srgbClr val="0A0A0A"/>
                </a:solidFill>
                <a:effectLst/>
                <a:latin typeface="Lucida Sans Unicode" panose="020B0602030504020204" pitchFamily="34" charset="0"/>
                <a:cs typeface="+mj-cs"/>
              </a:rPr>
              <a:t>Eng</a:t>
            </a:r>
            <a:br>
              <a:rPr lang="en-US" sz="1600" dirty="0">
                <a:cs typeface="+mj-cs"/>
              </a:rPr>
            </a:br>
            <a:r>
              <a:rPr lang="en-US" sz="1600" b="0" i="0" dirty="0">
                <a:solidFill>
                  <a:srgbClr val="0A0A0A"/>
                </a:solidFill>
                <a:effectLst/>
                <a:latin typeface="Lucida Sans Unicode" panose="020B0602030504020204" pitchFamily="34" charset="0"/>
                <a:cs typeface="+mj-cs"/>
              </a:rPr>
              <a:t>4 took all three subjects</a:t>
            </a:r>
            <a:br>
              <a:rPr lang="en-US" sz="1600" dirty="0">
                <a:cs typeface="+mj-cs"/>
              </a:rPr>
            </a:br>
            <a:r>
              <a:rPr lang="en-US" sz="1600" b="0" i="0" dirty="0">
                <a:solidFill>
                  <a:srgbClr val="0A0A0A"/>
                </a:solidFill>
                <a:effectLst/>
                <a:latin typeface="Lucida Sans Unicode" panose="020B0602030504020204" pitchFamily="34" charset="0"/>
                <a:cs typeface="+mj-cs"/>
              </a:rPr>
              <a:t>How many students took none of the three subjects?</a:t>
            </a:r>
            <a:br>
              <a:rPr lang="en-US" sz="1600" dirty="0">
                <a:cs typeface="+mj-cs"/>
              </a:rPr>
            </a:br>
            <a:r>
              <a:rPr lang="en-US" sz="1600" b="0" i="0" dirty="0">
                <a:solidFill>
                  <a:srgbClr val="0A0A0A"/>
                </a:solidFill>
                <a:effectLst/>
                <a:latin typeface="Lucida Sans Unicode" panose="020B0602030504020204" pitchFamily="34" charset="0"/>
                <a:cs typeface="+mj-cs"/>
              </a:rPr>
              <a:t>How many students took PE, but not Bio or </a:t>
            </a:r>
            <a:r>
              <a:rPr lang="en-US" sz="1600" b="0" i="0" dirty="0" err="1">
                <a:solidFill>
                  <a:srgbClr val="0A0A0A"/>
                </a:solidFill>
                <a:effectLst/>
                <a:latin typeface="Lucida Sans Unicode" panose="020B0602030504020204" pitchFamily="34" charset="0"/>
                <a:cs typeface="+mj-cs"/>
              </a:rPr>
              <a:t>Eng</a:t>
            </a:r>
            <a:r>
              <a:rPr lang="en-US" sz="1600" b="0" i="0" dirty="0">
                <a:solidFill>
                  <a:srgbClr val="0A0A0A"/>
                </a:solidFill>
                <a:effectLst/>
                <a:latin typeface="Lucida Sans Unicode" panose="020B0602030504020204" pitchFamily="34" charset="0"/>
                <a:cs typeface="+mj-cs"/>
              </a:rPr>
              <a:t>?</a:t>
            </a:r>
            <a:br>
              <a:rPr lang="en-US" sz="1600" dirty="0">
                <a:cs typeface="+mj-cs"/>
              </a:rPr>
            </a:br>
            <a:r>
              <a:rPr lang="en-US" sz="1600" b="0" i="0" dirty="0">
                <a:solidFill>
                  <a:srgbClr val="0A0A0A"/>
                </a:solidFill>
                <a:effectLst/>
                <a:latin typeface="Lucida Sans Unicode" panose="020B0602030504020204" pitchFamily="34" charset="0"/>
                <a:cs typeface="+mj-cs"/>
              </a:rPr>
              <a:t>How many students took Gio and PE but not </a:t>
            </a:r>
            <a:r>
              <a:rPr lang="en-US" sz="1600" b="0" i="0" dirty="0" err="1">
                <a:solidFill>
                  <a:srgbClr val="0A0A0A"/>
                </a:solidFill>
                <a:effectLst/>
                <a:latin typeface="Lucida Sans Unicode" panose="020B0602030504020204" pitchFamily="34" charset="0"/>
                <a:cs typeface="+mj-cs"/>
              </a:rPr>
              <a:t>Eng</a:t>
            </a:r>
            <a:r>
              <a:rPr lang="en-US" sz="1600" b="0" i="0" dirty="0">
                <a:solidFill>
                  <a:srgbClr val="0A0A0A"/>
                </a:solidFill>
                <a:effectLst/>
                <a:latin typeface="Lucida Sans Unicode" panose="020B0602030504020204" pitchFamily="34" charset="0"/>
                <a:cs typeface="+mj-cs"/>
              </a:rPr>
              <a:t>?</a:t>
            </a:r>
            <a:endParaRPr lang="en-US" sz="1600" dirty="0">
              <a:cs typeface="+mj-cs"/>
            </a:endParaRPr>
          </a:p>
        </p:txBody>
      </p:sp>
      <p:sp>
        <p:nvSpPr>
          <p:cNvPr id="10" name="TextBox 9">
            <a:extLst>
              <a:ext uri="{FF2B5EF4-FFF2-40B4-BE49-F238E27FC236}">
                <a16:creationId xmlns:a16="http://schemas.microsoft.com/office/drawing/2014/main" id="{35011E6F-72FF-4734-95D6-625637D638B5}"/>
              </a:ext>
            </a:extLst>
          </p:cNvPr>
          <p:cNvSpPr txBox="1"/>
          <p:nvPr/>
        </p:nvSpPr>
        <p:spPr>
          <a:xfrm>
            <a:off x="381000" y="6497563"/>
            <a:ext cx="8458200" cy="276999"/>
          </a:xfrm>
          <a:prstGeom prst="rect">
            <a:avLst/>
          </a:prstGeom>
          <a:noFill/>
        </p:spPr>
        <p:txBody>
          <a:bodyPr wrap="square">
            <a:spAutoFit/>
          </a:bodyPr>
          <a:lstStyle/>
          <a:p>
            <a:r>
              <a:rPr lang="en-US" sz="1200" dirty="0">
                <a:hlinkClick r:id="rId2"/>
              </a:rPr>
              <a:t>https://www.onlinemathlearning.com/intersection-of-three-sets.html</a:t>
            </a:r>
            <a:endParaRPr lang="en-US" sz="1200" dirty="0"/>
          </a:p>
        </p:txBody>
      </p:sp>
    </p:spTree>
    <p:extLst>
      <p:ext uri="{BB962C8B-B14F-4D97-AF65-F5344CB8AC3E}">
        <p14:creationId xmlns:p14="http://schemas.microsoft.com/office/powerpoint/2010/main" val="886550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ChangeArrowheads="1"/>
          </p:cNvSpPr>
          <p:nvPr/>
        </p:nvSpPr>
        <p:spPr bwMode="auto">
          <a:xfrm>
            <a:off x="76200" y="261375"/>
            <a:ext cx="4255984" cy="533400"/>
          </a:xfrm>
          <a:prstGeom prst="rect">
            <a:avLst/>
          </a:prstGeom>
          <a:noFill/>
          <a:ln w="9525">
            <a:noFill/>
            <a:miter lim="800000"/>
            <a:headEnd/>
            <a:tailEnd/>
          </a:ln>
        </p:spPr>
        <p:txBody>
          <a:bodyPr/>
          <a:lstStyle/>
          <a:p>
            <a:pPr>
              <a:lnSpc>
                <a:spcPct val="90000"/>
              </a:lnSpc>
              <a:tabLst>
                <a:tab pos="457200" algn="l"/>
              </a:tabLst>
            </a:pPr>
            <a:r>
              <a:rPr lang="en-US" b="1" dirty="0" err="1">
                <a:solidFill>
                  <a:srgbClr val="0000FF"/>
                </a:solidFill>
                <a:latin typeface="Angsana New" panose="02020603050405020304" pitchFamily="18" charset="-34"/>
              </a:rPr>
              <a:t>ให้</a:t>
            </a:r>
            <a:r>
              <a:rPr lang="en-US" b="1" dirty="0">
                <a:solidFill>
                  <a:srgbClr val="0000FF"/>
                </a:solidFill>
                <a:latin typeface="Angsana New" panose="02020603050405020304" pitchFamily="18" charset="-34"/>
              </a:rPr>
              <a:t> </a:t>
            </a:r>
            <a:r>
              <a:rPr lang="en-US" b="1" dirty="0" err="1">
                <a:solidFill>
                  <a:srgbClr val="0000FF"/>
                </a:solidFill>
                <a:latin typeface="Angsana New" panose="02020603050405020304" pitchFamily="18" charset="-34"/>
              </a:rPr>
              <a:t>เหตุการณ์</a:t>
            </a:r>
            <a:r>
              <a:rPr lang="en-US" b="1" dirty="0">
                <a:solidFill>
                  <a:srgbClr val="0000FF"/>
                </a:solidFill>
                <a:latin typeface="Angsana New" panose="02020603050405020304" pitchFamily="18" charset="-34"/>
              </a:rPr>
              <a:t> A </a:t>
            </a:r>
            <a:r>
              <a:rPr lang="en-US" sz="2400" b="1" dirty="0">
                <a:solidFill>
                  <a:srgbClr val="0000FF"/>
                </a:solidFill>
                <a:latin typeface="Angsana New" pitchFamily="18" charset="-34"/>
                <a:sym typeface="Symbol" pitchFamily="18" charset="2"/>
              </a:rPr>
              <a:t> </a:t>
            </a:r>
            <a:r>
              <a:rPr lang="en-US" b="1" dirty="0">
                <a:solidFill>
                  <a:srgbClr val="0000FF"/>
                </a:solidFill>
                <a:latin typeface="Angsana New" pitchFamily="18" charset="-34"/>
                <a:sym typeface="Symbol" pitchFamily="18" charset="2"/>
              </a:rPr>
              <a:t>S  </a:t>
            </a:r>
            <a:r>
              <a:rPr lang="en-US" b="1" dirty="0" err="1">
                <a:solidFill>
                  <a:srgbClr val="0000FF"/>
                </a:solidFill>
                <a:latin typeface="Angsana New" pitchFamily="18" charset="-34"/>
                <a:sym typeface="Symbol" pitchFamily="18" charset="2"/>
              </a:rPr>
              <a:t>และ</a:t>
            </a:r>
            <a:r>
              <a:rPr lang="en-US" b="1" dirty="0">
                <a:solidFill>
                  <a:srgbClr val="0000FF"/>
                </a:solidFill>
                <a:latin typeface="Angsana New" pitchFamily="18" charset="-34"/>
                <a:sym typeface="Symbol" pitchFamily="18" charset="2"/>
              </a:rPr>
              <a:t>  </a:t>
            </a:r>
            <a:r>
              <a:rPr lang="en-US" b="1" dirty="0">
                <a:solidFill>
                  <a:srgbClr val="0000FF"/>
                </a:solidFill>
                <a:latin typeface="Angsana New" pitchFamily="18" charset="-34"/>
              </a:rPr>
              <a:t>B </a:t>
            </a:r>
            <a:r>
              <a:rPr lang="en-US" sz="2400" b="1" dirty="0">
                <a:solidFill>
                  <a:srgbClr val="0000FF"/>
                </a:solidFill>
                <a:latin typeface="Angsana New" pitchFamily="18" charset="-34"/>
                <a:sym typeface="Symbol" pitchFamily="18" charset="2"/>
              </a:rPr>
              <a:t></a:t>
            </a:r>
            <a:r>
              <a:rPr lang="en-US" b="1" dirty="0">
                <a:solidFill>
                  <a:srgbClr val="0000FF"/>
                </a:solidFill>
                <a:latin typeface="Angsana New" pitchFamily="18" charset="-34"/>
                <a:sym typeface="Symbol" pitchFamily="18" charset="2"/>
              </a:rPr>
              <a:t> S </a:t>
            </a:r>
          </a:p>
        </p:txBody>
      </p:sp>
      <p:sp>
        <p:nvSpPr>
          <p:cNvPr id="8196" name="Rectangle 4"/>
          <p:cNvSpPr>
            <a:spLocks noChangeArrowheads="1"/>
          </p:cNvSpPr>
          <p:nvPr/>
        </p:nvSpPr>
        <p:spPr bwMode="auto">
          <a:xfrm>
            <a:off x="180974" y="718575"/>
            <a:ext cx="8734426" cy="533400"/>
          </a:xfrm>
          <a:prstGeom prst="rect">
            <a:avLst/>
          </a:prstGeom>
          <a:noFill/>
          <a:ln w="9525">
            <a:noFill/>
            <a:miter lim="800000"/>
            <a:headEnd/>
            <a:tailEnd/>
          </a:ln>
        </p:spPr>
        <p:txBody>
          <a:bodyPr/>
          <a:lstStyle/>
          <a:p>
            <a:pPr>
              <a:tabLst>
                <a:tab pos="457200" algn="l"/>
              </a:tabLst>
            </a:pPr>
            <a:r>
              <a:rPr lang="en-US" b="1" dirty="0" err="1">
                <a:solidFill>
                  <a:srgbClr val="5A3600"/>
                </a:solidFill>
                <a:latin typeface="Angsana New" panose="02020603050405020304" pitchFamily="18" charset="-34"/>
              </a:rPr>
              <a:t>เหตุการณ์</a:t>
            </a:r>
            <a:r>
              <a:rPr lang="en-US" b="1" dirty="0">
                <a:solidFill>
                  <a:srgbClr val="5A3600"/>
                </a:solidFill>
                <a:latin typeface="Angsana New" panose="02020603050405020304" pitchFamily="18" charset="-34"/>
              </a:rPr>
              <a:t> A </a:t>
            </a:r>
            <a:r>
              <a:rPr lang="en-US" b="1" dirty="0" err="1">
                <a:solidFill>
                  <a:srgbClr val="5A3600"/>
                </a:solidFill>
                <a:latin typeface="Angsana New" panose="02020603050405020304" pitchFamily="18" charset="-34"/>
              </a:rPr>
              <a:t>และเหตุการณ์</a:t>
            </a:r>
            <a:r>
              <a:rPr lang="en-US" b="1" dirty="0">
                <a:solidFill>
                  <a:srgbClr val="5A3600"/>
                </a:solidFill>
                <a:latin typeface="Angsana New" panose="02020603050405020304" pitchFamily="18" charset="-34"/>
              </a:rPr>
              <a:t> B </a:t>
            </a:r>
            <a:r>
              <a:rPr lang="en-US" b="1" dirty="0" err="1">
                <a:solidFill>
                  <a:srgbClr val="5A3600"/>
                </a:solidFill>
                <a:latin typeface="Angsana New" panose="02020603050405020304" pitchFamily="18" charset="-34"/>
              </a:rPr>
              <a:t>ไม่เกิดร่วม</a:t>
            </a:r>
            <a:r>
              <a:rPr lang="en-US" b="1" dirty="0">
                <a:solidFill>
                  <a:srgbClr val="5A3600"/>
                </a:solidFill>
                <a:latin typeface="Angsana New" panose="02020603050405020304" pitchFamily="18" charset="-34"/>
              </a:rPr>
              <a:t> (Mutually Exclusive Events)</a:t>
            </a:r>
          </a:p>
          <a:p>
            <a:pPr>
              <a:tabLst>
                <a:tab pos="457200" algn="l"/>
              </a:tabLst>
            </a:pPr>
            <a:endParaRPr lang="en-US" b="1" dirty="0">
              <a:solidFill>
                <a:srgbClr val="5A3600"/>
              </a:solidFill>
              <a:latin typeface="Angsana New" panose="02020603050405020304" pitchFamily="18" charset="-34"/>
            </a:endParaRPr>
          </a:p>
        </p:txBody>
      </p:sp>
      <p:sp>
        <p:nvSpPr>
          <p:cNvPr id="8197" name="Rectangle 5"/>
          <p:cNvSpPr>
            <a:spLocks noChangeArrowheads="1"/>
          </p:cNvSpPr>
          <p:nvPr/>
        </p:nvSpPr>
        <p:spPr bwMode="auto">
          <a:xfrm>
            <a:off x="228600" y="1175775"/>
            <a:ext cx="4985047" cy="533400"/>
          </a:xfrm>
          <a:prstGeom prst="rect">
            <a:avLst/>
          </a:prstGeom>
          <a:noFill/>
          <a:ln w="9525">
            <a:noFill/>
            <a:miter lim="800000"/>
            <a:headEnd/>
            <a:tailEnd/>
          </a:ln>
        </p:spPr>
        <p:txBody>
          <a:bodyPr/>
          <a:lstStyle/>
          <a:p>
            <a:pPr>
              <a:tabLst>
                <a:tab pos="457200" algn="l"/>
              </a:tabLst>
            </a:pPr>
            <a:r>
              <a:rPr lang="en-US" b="1" dirty="0">
                <a:solidFill>
                  <a:srgbClr val="5A3600"/>
                </a:solidFill>
                <a:latin typeface="Angsana New" panose="02020603050405020304" pitchFamily="18" charset="-34"/>
              </a:rPr>
              <a:t>=&gt; </a:t>
            </a:r>
            <a:r>
              <a:rPr lang="en-US" b="1" dirty="0" err="1">
                <a:solidFill>
                  <a:srgbClr val="5A3600"/>
                </a:solidFill>
                <a:latin typeface="Angsana New" panose="02020603050405020304" pitchFamily="18" charset="-34"/>
              </a:rPr>
              <a:t>เหตุการณ์</a:t>
            </a:r>
            <a:r>
              <a:rPr lang="en-US" b="1" dirty="0">
                <a:solidFill>
                  <a:srgbClr val="5A3600"/>
                </a:solidFill>
                <a:latin typeface="Angsana New" panose="02020603050405020304" pitchFamily="18" charset="-34"/>
              </a:rPr>
              <a:t> A </a:t>
            </a:r>
            <a:r>
              <a:rPr lang="en-US" b="1" dirty="0" err="1">
                <a:solidFill>
                  <a:srgbClr val="5A3600"/>
                </a:solidFill>
                <a:latin typeface="Angsana New" panose="02020603050405020304" pitchFamily="18" charset="-34"/>
              </a:rPr>
              <a:t>และ</a:t>
            </a:r>
            <a:r>
              <a:rPr lang="en-US" b="1" dirty="0">
                <a:solidFill>
                  <a:srgbClr val="5A3600"/>
                </a:solidFill>
                <a:latin typeface="Angsana New" panose="02020603050405020304" pitchFamily="18" charset="-34"/>
              </a:rPr>
              <a:t> B  </a:t>
            </a:r>
            <a:r>
              <a:rPr lang="en-US" b="1" dirty="0" err="1">
                <a:solidFill>
                  <a:srgbClr val="5A3600"/>
                </a:solidFill>
                <a:latin typeface="Angsana New" panose="02020603050405020304" pitchFamily="18" charset="-34"/>
              </a:rPr>
              <a:t>ไม่มีผลลัพธ์ร่วมกัน</a:t>
            </a:r>
            <a:endParaRPr lang="en-US" b="1" dirty="0">
              <a:solidFill>
                <a:srgbClr val="5A3600"/>
              </a:solidFill>
              <a:latin typeface="Angsana New" panose="02020603050405020304" pitchFamily="18" charset="-34"/>
            </a:endParaRPr>
          </a:p>
        </p:txBody>
      </p:sp>
      <p:sp>
        <p:nvSpPr>
          <p:cNvPr id="8223" name="Rectangle 31"/>
          <p:cNvSpPr>
            <a:spLocks noChangeArrowheads="1"/>
          </p:cNvSpPr>
          <p:nvPr/>
        </p:nvSpPr>
        <p:spPr bwMode="auto">
          <a:xfrm>
            <a:off x="228600" y="1632975"/>
            <a:ext cx="5334000" cy="533400"/>
          </a:xfrm>
          <a:prstGeom prst="rect">
            <a:avLst/>
          </a:prstGeom>
          <a:noFill/>
          <a:ln w="9525">
            <a:noFill/>
            <a:miter lim="800000"/>
            <a:headEnd/>
            <a:tailEnd/>
          </a:ln>
        </p:spPr>
        <p:txBody>
          <a:bodyPr/>
          <a:lstStyle/>
          <a:p>
            <a:pPr>
              <a:tabLst>
                <a:tab pos="457200" algn="l"/>
              </a:tabLst>
            </a:pPr>
            <a:r>
              <a:rPr lang="en-US" b="1" dirty="0">
                <a:solidFill>
                  <a:srgbClr val="5A3600"/>
                </a:solidFill>
                <a:latin typeface="Angsana New" panose="02020603050405020304" pitchFamily="18" charset="-34"/>
              </a:rPr>
              <a:t>=&gt; </a:t>
            </a:r>
            <a:r>
              <a:rPr lang="en-US" b="1" dirty="0" err="1">
                <a:solidFill>
                  <a:srgbClr val="5A3600"/>
                </a:solidFill>
                <a:latin typeface="Angsana New" panose="02020603050405020304" pitchFamily="18" charset="-34"/>
              </a:rPr>
              <a:t>เซท</a:t>
            </a:r>
            <a:r>
              <a:rPr lang="en-US" b="1" dirty="0">
                <a:solidFill>
                  <a:srgbClr val="5A3600"/>
                </a:solidFill>
                <a:latin typeface="Angsana New" panose="02020603050405020304" pitchFamily="18" charset="-34"/>
              </a:rPr>
              <a:t> A </a:t>
            </a:r>
            <a:r>
              <a:rPr lang="en-US" b="1" dirty="0" err="1">
                <a:solidFill>
                  <a:srgbClr val="5A3600"/>
                </a:solidFill>
                <a:latin typeface="Angsana New" panose="02020603050405020304" pitchFamily="18" charset="-34"/>
              </a:rPr>
              <a:t>และ</a:t>
            </a:r>
            <a:r>
              <a:rPr lang="en-US" b="1" dirty="0">
                <a:solidFill>
                  <a:srgbClr val="5A3600"/>
                </a:solidFill>
                <a:latin typeface="Angsana New" panose="02020603050405020304" pitchFamily="18" charset="-34"/>
              </a:rPr>
              <a:t> B  </a:t>
            </a:r>
            <a:r>
              <a:rPr lang="en-US" b="1" dirty="0" err="1">
                <a:solidFill>
                  <a:srgbClr val="5A3600"/>
                </a:solidFill>
                <a:latin typeface="Angsana New" panose="02020603050405020304" pitchFamily="18" charset="-34"/>
              </a:rPr>
              <a:t>เป็น</a:t>
            </a:r>
            <a:r>
              <a:rPr lang="en-US" b="1" dirty="0">
                <a:solidFill>
                  <a:srgbClr val="5A3600"/>
                </a:solidFill>
                <a:latin typeface="Angsana New" panose="02020603050405020304" pitchFamily="18" charset="-34"/>
              </a:rPr>
              <a:t> disjoint set</a:t>
            </a:r>
          </a:p>
        </p:txBody>
      </p:sp>
      <p:grpSp>
        <p:nvGrpSpPr>
          <p:cNvPr id="2" name="Group 33"/>
          <p:cNvGrpSpPr>
            <a:grpSpLocks/>
          </p:cNvGrpSpPr>
          <p:nvPr/>
        </p:nvGrpSpPr>
        <p:grpSpPr bwMode="auto">
          <a:xfrm>
            <a:off x="5257800" y="1099575"/>
            <a:ext cx="1676400" cy="1415025"/>
            <a:chOff x="1200" y="2688"/>
            <a:chExt cx="2016" cy="1256"/>
          </a:xfrm>
        </p:grpSpPr>
        <p:sp>
          <p:nvSpPr>
            <p:cNvPr id="12297" name="Rectangle 7"/>
            <p:cNvSpPr>
              <a:spLocks noChangeArrowheads="1"/>
            </p:cNvSpPr>
            <p:nvPr/>
          </p:nvSpPr>
          <p:spPr bwMode="auto">
            <a:xfrm>
              <a:off x="1200" y="2808"/>
              <a:ext cx="2016" cy="1136"/>
            </a:xfrm>
            <a:prstGeom prst="rect">
              <a:avLst/>
            </a:prstGeom>
            <a:solidFill>
              <a:srgbClr val="FFFFDD"/>
            </a:solidFill>
            <a:ln w="9525">
              <a:solidFill>
                <a:schemeClr val="tx1"/>
              </a:solidFill>
              <a:miter lim="800000"/>
              <a:headEnd/>
              <a:tailEnd/>
            </a:ln>
          </p:spPr>
          <p:txBody>
            <a:bodyPr wrap="none" anchor="ctr"/>
            <a:lstStyle/>
            <a:p>
              <a:endParaRPr lang="en-US" sz="3200">
                <a:latin typeface="Angsana New" panose="02020603050405020304" pitchFamily="18" charset="-34"/>
              </a:endParaRPr>
            </a:p>
          </p:txBody>
        </p:sp>
        <p:sp>
          <p:nvSpPr>
            <p:cNvPr id="12298" name="Text Box 10"/>
            <p:cNvSpPr txBox="1">
              <a:spLocks noChangeArrowheads="1"/>
            </p:cNvSpPr>
            <p:nvPr/>
          </p:nvSpPr>
          <p:spPr bwMode="auto">
            <a:xfrm>
              <a:off x="1208" y="2688"/>
              <a:ext cx="334" cy="368"/>
            </a:xfrm>
            <a:prstGeom prst="rect">
              <a:avLst/>
            </a:prstGeom>
            <a:noFill/>
            <a:ln w="9525">
              <a:noFill/>
              <a:miter lim="800000"/>
              <a:headEnd/>
              <a:tailEnd/>
            </a:ln>
          </p:spPr>
          <p:txBody>
            <a:bodyPr>
              <a:spAutoFit/>
            </a:bodyPr>
            <a:lstStyle/>
            <a:p>
              <a:pPr>
                <a:spcBef>
                  <a:spcPct val="50000"/>
                </a:spcBef>
              </a:pPr>
              <a:r>
                <a:rPr lang="en-US" sz="3200" b="1">
                  <a:solidFill>
                    <a:srgbClr val="FF9900"/>
                  </a:solidFill>
                  <a:latin typeface="Angsana New" panose="02020603050405020304" pitchFamily="18" charset="-34"/>
                </a:rPr>
                <a:t>S</a:t>
              </a:r>
            </a:p>
          </p:txBody>
        </p:sp>
        <p:sp>
          <p:nvSpPr>
            <p:cNvPr id="12299" name="Oval 28" descr="20%"/>
            <p:cNvSpPr>
              <a:spLocks noChangeArrowheads="1"/>
            </p:cNvSpPr>
            <p:nvPr/>
          </p:nvSpPr>
          <p:spPr bwMode="auto">
            <a:xfrm>
              <a:off x="2160" y="3024"/>
              <a:ext cx="960" cy="711"/>
            </a:xfrm>
            <a:prstGeom prst="ellipse">
              <a:avLst/>
            </a:prstGeom>
            <a:pattFill prst="pct20">
              <a:fgClr>
                <a:srgbClr val="FF00FF"/>
              </a:fgClr>
              <a:bgClr>
                <a:schemeClr val="bg1"/>
              </a:bgClr>
            </a:pattFill>
            <a:ln w="9525">
              <a:solidFill>
                <a:schemeClr val="tx1"/>
              </a:solidFill>
              <a:round/>
              <a:headEnd/>
              <a:tailEnd/>
            </a:ln>
          </p:spPr>
          <p:txBody>
            <a:bodyPr wrap="none" anchor="ctr"/>
            <a:lstStyle/>
            <a:p>
              <a:endParaRPr lang="en-US" sz="3200">
                <a:latin typeface="Angsana New" panose="02020603050405020304" pitchFamily="18" charset="-34"/>
              </a:endParaRPr>
            </a:p>
          </p:txBody>
        </p:sp>
        <p:sp>
          <p:nvSpPr>
            <p:cNvPr id="12300" name="Oval 29" descr="20%"/>
            <p:cNvSpPr>
              <a:spLocks noChangeArrowheads="1"/>
            </p:cNvSpPr>
            <p:nvPr/>
          </p:nvSpPr>
          <p:spPr bwMode="auto">
            <a:xfrm>
              <a:off x="1296" y="3120"/>
              <a:ext cx="768" cy="615"/>
            </a:xfrm>
            <a:prstGeom prst="ellipse">
              <a:avLst/>
            </a:prstGeom>
            <a:pattFill prst="pct20">
              <a:fgClr>
                <a:srgbClr val="006600"/>
              </a:fgClr>
              <a:bgClr>
                <a:schemeClr val="bg1"/>
              </a:bgClr>
            </a:pattFill>
            <a:ln w="9525">
              <a:solidFill>
                <a:schemeClr val="tx1"/>
              </a:solidFill>
              <a:round/>
              <a:headEnd/>
              <a:tailEnd/>
            </a:ln>
          </p:spPr>
          <p:txBody>
            <a:bodyPr wrap="none" anchor="ctr"/>
            <a:lstStyle/>
            <a:p>
              <a:endParaRPr lang="en-US" sz="3200">
                <a:latin typeface="Angsana New" panose="02020603050405020304" pitchFamily="18" charset="-34"/>
              </a:endParaRPr>
            </a:p>
          </p:txBody>
        </p:sp>
        <p:sp>
          <p:nvSpPr>
            <p:cNvPr id="12301" name="Text Box 8"/>
            <p:cNvSpPr txBox="1">
              <a:spLocks noChangeArrowheads="1"/>
            </p:cNvSpPr>
            <p:nvPr/>
          </p:nvSpPr>
          <p:spPr bwMode="auto">
            <a:xfrm>
              <a:off x="1456" y="3144"/>
              <a:ext cx="334" cy="368"/>
            </a:xfrm>
            <a:prstGeom prst="rect">
              <a:avLst/>
            </a:prstGeom>
            <a:noFill/>
            <a:ln w="9525">
              <a:noFill/>
              <a:miter lim="800000"/>
              <a:headEnd/>
              <a:tailEnd/>
            </a:ln>
          </p:spPr>
          <p:txBody>
            <a:bodyPr>
              <a:spAutoFit/>
            </a:bodyPr>
            <a:lstStyle/>
            <a:p>
              <a:pPr>
                <a:spcBef>
                  <a:spcPct val="50000"/>
                </a:spcBef>
              </a:pPr>
              <a:r>
                <a:rPr lang="en-US" sz="3200" b="1" dirty="0">
                  <a:solidFill>
                    <a:srgbClr val="006600"/>
                  </a:solidFill>
                  <a:latin typeface="Angsana New" panose="02020603050405020304" pitchFamily="18" charset="-34"/>
                </a:rPr>
                <a:t>A</a:t>
              </a:r>
            </a:p>
          </p:txBody>
        </p:sp>
        <p:sp>
          <p:nvSpPr>
            <p:cNvPr id="12302" name="Text Box 9"/>
            <p:cNvSpPr txBox="1">
              <a:spLocks noChangeArrowheads="1"/>
            </p:cNvSpPr>
            <p:nvPr/>
          </p:nvSpPr>
          <p:spPr bwMode="auto">
            <a:xfrm>
              <a:off x="2336" y="3120"/>
              <a:ext cx="672" cy="519"/>
            </a:xfrm>
            <a:prstGeom prst="rect">
              <a:avLst/>
            </a:prstGeom>
            <a:noFill/>
            <a:ln w="9525">
              <a:noFill/>
              <a:miter lim="800000"/>
              <a:headEnd/>
              <a:tailEnd/>
            </a:ln>
          </p:spPr>
          <p:txBody>
            <a:bodyPr wrap="square">
              <a:spAutoFit/>
            </a:bodyPr>
            <a:lstStyle/>
            <a:p>
              <a:pPr>
                <a:spcBef>
                  <a:spcPct val="50000"/>
                </a:spcBef>
              </a:pPr>
              <a:r>
                <a:rPr lang="en-US" sz="3200" b="1" dirty="0">
                  <a:solidFill>
                    <a:srgbClr val="FF00FF"/>
                  </a:solidFill>
                  <a:latin typeface="Angsana New" panose="02020603050405020304" pitchFamily="18" charset="-34"/>
                </a:rPr>
                <a:t> B</a:t>
              </a:r>
            </a:p>
          </p:txBody>
        </p:sp>
      </p:grpSp>
      <p:sp>
        <p:nvSpPr>
          <p:cNvPr id="16" name="Text Box 37"/>
          <p:cNvSpPr txBox="1">
            <a:spLocks noChangeArrowheads="1"/>
          </p:cNvSpPr>
          <p:nvPr/>
        </p:nvSpPr>
        <p:spPr bwMode="auto">
          <a:xfrm>
            <a:off x="7161877" y="1623035"/>
            <a:ext cx="1640879" cy="547842"/>
          </a:xfrm>
          <a:prstGeom prst="rect">
            <a:avLst/>
          </a:prstGeom>
          <a:noFill/>
          <a:ln w="9525">
            <a:noFill/>
            <a:miter lim="800000"/>
            <a:headEnd/>
            <a:tailEnd/>
          </a:ln>
        </p:spPr>
        <p:txBody>
          <a:bodyPr wrap="square">
            <a:spAutoFit/>
          </a:bodyPr>
          <a:lstStyle/>
          <a:p>
            <a:pPr>
              <a:lnSpc>
                <a:spcPct val="90000"/>
              </a:lnSpc>
            </a:pPr>
            <a:r>
              <a:rPr lang="en-US" sz="3200" b="1" dirty="0">
                <a:solidFill>
                  <a:srgbClr val="006600"/>
                </a:solidFill>
                <a:latin typeface="Angsana New" panose="02020603050405020304" pitchFamily="18" charset="-34"/>
              </a:rPr>
              <a:t>A</a:t>
            </a:r>
            <a:r>
              <a:rPr lang="en-US" sz="3200" b="1" dirty="0">
                <a:solidFill>
                  <a:srgbClr val="FF0000"/>
                </a:solidFill>
                <a:latin typeface="Angsana New" pitchFamily="18" charset="-34"/>
              </a:rPr>
              <a:t> </a:t>
            </a:r>
            <a:r>
              <a:rPr lang="en-US" sz="2400" b="1" dirty="0">
                <a:solidFill>
                  <a:schemeClr val="accent2"/>
                </a:solidFill>
                <a:latin typeface="Angsana New" pitchFamily="18" charset="-34"/>
                <a:sym typeface="Symbol" pitchFamily="18" charset="2"/>
              </a:rPr>
              <a:t></a:t>
            </a:r>
            <a:r>
              <a:rPr lang="en-US" sz="3200" b="1" dirty="0">
                <a:solidFill>
                  <a:srgbClr val="FF0000"/>
                </a:solidFill>
                <a:latin typeface="Angsana New" pitchFamily="18" charset="-34"/>
                <a:sym typeface="Symbol" pitchFamily="18" charset="2"/>
              </a:rPr>
              <a:t> </a:t>
            </a:r>
            <a:r>
              <a:rPr lang="en-US" sz="3200" b="1" dirty="0">
                <a:solidFill>
                  <a:srgbClr val="FF00FF"/>
                </a:solidFill>
                <a:latin typeface="Angsana New" pitchFamily="18" charset="-34"/>
                <a:sym typeface="Symbol" pitchFamily="18" charset="2"/>
              </a:rPr>
              <a:t>B = </a:t>
            </a:r>
            <a:r>
              <a:rPr lang="en-US" sz="2400" b="1" dirty="0">
                <a:solidFill>
                  <a:srgbClr val="0000FF"/>
                </a:solidFill>
                <a:latin typeface="Angsana New" pitchFamily="18" charset="-34"/>
                <a:sym typeface="Symbol" pitchFamily="18" charset="2"/>
              </a:rPr>
              <a:t></a:t>
            </a:r>
            <a:r>
              <a:rPr lang="en-US" sz="3200" b="1" dirty="0">
                <a:solidFill>
                  <a:srgbClr val="FF00FF"/>
                </a:solidFill>
                <a:latin typeface="Angsana New" pitchFamily="18" charset="-34"/>
                <a:sym typeface="Symbol" pitchFamily="18" charset="2"/>
              </a:rPr>
              <a:t> </a:t>
            </a:r>
          </a:p>
        </p:txBody>
      </p:sp>
      <p:sp>
        <p:nvSpPr>
          <p:cNvPr id="17" name="Rectangle 2"/>
          <p:cNvSpPr>
            <a:spLocks noGrp="1" noChangeArrowheads="1"/>
          </p:cNvSpPr>
          <p:nvPr>
            <p:ph type="ctrTitle"/>
          </p:nvPr>
        </p:nvSpPr>
        <p:spPr>
          <a:xfrm>
            <a:off x="168275" y="2895600"/>
            <a:ext cx="8899525" cy="713510"/>
          </a:xfrm>
        </p:spPr>
        <p:txBody>
          <a:bodyPr/>
          <a:lstStyle/>
          <a:p>
            <a:pPr eaLnBrk="1" hangingPunct="1">
              <a:lnSpc>
                <a:spcPct val="90000"/>
              </a:lnSpc>
            </a:pPr>
            <a:r>
              <a:rPr lang="th-TH" sz="2800" b="1" dirty="0">
                <a:solidFill>
                  <a:srgbClr val="CC00FF"/>
                </a:solidFill>
                <a:latin typeface="Angsana New" panose="02020603050405020304" pitchFamily="18" charset="-34"/>
                <a:cs typeface="Angsana New" panose="02020603050405020304" pitchFamily="18" charset="-34"/>
              </a:rPr>
              <a:t>ความน่าจะเป็นของเหตุการณ์ </a:t>
            </a:r>
            <a:r>
              <a:rPr lang="en-US" sz="2800" b="1" dirty="0">
                <a:solidFill>
                  <a:srgbClr val="CC00FF"/>
                </a:solidFill>
                <a:latin typeface="Angsana New" panose="02020603050405020304" pitchFamily="18" charset="-34"/>
              </a:rPr>
              <a:t>(Probability of an Event)</a:t>
            </a:r>
            <a:endParaRPr lang="th-TH" sz="2800" b="1" dirty="0">
              <a:solidFill>
                <a:srgbClr val="CC00FF"/>
              </a:solidFill>
              <a:latin typeface="Angsana New" panose="02020603050405020304" pitchFamily="18" charset="-34"/>
              <a:cs typeface="Angsana New" panose="02020603050405020304" pitchFamily="18" charset="-34"/>
            </a:endParaRPr>
          </a:p>
        </p:txBody>
      </p:sp>
      <p:sp>
        <p:nvSpPr>
          <p:cNvPr id="18" name="Rectangle 3"/>
          <p:cNvSpPr>
            <a:spLocks noChangeArrowheads="1"/>
          </p:cNvSpPr>
          <p:nvPr/>
        </p:nvSpPr>
        <p:spPr bwMode="auto">
          <a:xfrm>
            <a:off x="185738" y="3609110"/>
            <a:ext cx="7306122" cy="571501"/>
          </a:xfrm>
          <a:prstGeom prst="rect">
            <a:avLst/>
          </a:prstGeom>
          <a:noFill/>
          <a:ln w="9525">
            <a:noFill/>
            <a:miter lim="800000"/>
            <a:headEnd/>
            <a:tailEnd/>
          </a:ln>
        </p:spPr>
        <p:txBody>
          <a:bodyPr/>
          <a:lstStyle/>
          <a:p>
            <a:pPr>
              <a:tabLst>
                <a:tab pos="457200" algn="l"/>
              </a:tabLst>
            </a:pPr>
            <a:r>
              <a:rPr lang="en-US" b="1" dirty="0" err="1">
                <a:solidFill>
                  <a:srgbClr val="0000FF"/>
                </a:solidFill>
                <a:latin typeface="Angsana New" panose="02020603050405020304" pitchFamily="18" charset="-34"/>
              </a:rPr>
              <a:t>ความน่าจะเป็น</a:t>
            </a:r>
            <a:r>
              <a:rPr lang="en-US" b="1" dirty="0">
                <a:solidFill>
                  <a:srgbClr val="0000FF"/>
                </a:solidFill>
                <a:latin typeface="Angsana New" panose="02020603050405020304" pitchFamily="18" charset="-34"/>
              </a:rPr>
              <a:t> </a:t>
            </a:r>
            <a:r>
              <a:rPr lang="en-US" b="1" dirty="0" err="1">
                <a:solidFill>
                  <a:srgbClr val="0000FF"/>
                </a:solidFill>
                <a:latin typeface="Angsana New" panose="02020603050405020304" pitchFamily="18" charset="-34"/>
              </a:rPr>
              <a:t>คือ</a:t>
            </a:r>
            <a:r>
              <a:rPr lang="en-US" b="1" dirty="0">
                <a:solidFill>
                  <a:srgbClr val="0000FF"/>
                </a:solidFill>
                <a:latin typeface="Angsana New" panose="02020603050405020304" pitchFamily="18" charset="-34"/>
              </a:rPr>
              <a:t> </a:t>
            </a:r>
            <a:r>
              <a:rPr lang="en-US" b="1" dirty="0" err="1">
                <a:solidFill>
                  <a:srgbClr val="0000FF"/>
                </a:solidFill>
                <a:latin typeface="Angsana New" panose="02020603050405020304" pitchFamily="18" charset="-34"/>
              </a:rPr>
              <a:t>ฟังก์ชันค่าจริง</a:t>
            </a:r>
            <a:r>
              <a:rPr lang="en-US" b="1" dirty="0">
                <a:solidFill>
                  <a:srgbClr val="0000FF"/>
                </a:solidFill>
                <a:latin typeface="Angsana New" panose="02020603050405020304" pitchFamily="18" charset="-34"/>
              </a:rPr>
              <a:t> </a:t>
            </a:r>
            <a:r>
              <a:rPr lang="en-US" b="1" dirty="0">
                <a:solidFill>
                  <a:srgbClr val="660033"/>
                </a:solidFill>
                <a:latin typeface="Angsana New" panose="02020603050405020304" pitchFamily="18" charset="-34"/>
              </a:rPr>
              <a:t>P</a:t>
            </a:r>
            <a:r>
              <a:rPr lang="en-US" b="1" dirty="0">
                <a:solidFill>
                  <a:srgbClr val="5A3600"/>
                </a:solidFill>
                <a:latin typeface="Angsana New" pitchFamily="18" charset="-34"/>
              </a:rPr>
              <a:t>: {A | A </a:t>
            </a:r>
            <a:r>
              <a:rPr lang="en-US" sz="2400" b="1" dirty="0">
                <a:solidFill>
                  <a:srgbClr val="5A3600"/>
                </a:solidFill>
                <a:latin typeface="Angsana New" pitchFamily="18" charset="-34"/>
                <a:sym typeface="Symbol" pitchFamily="18" charset="2"/>
              </a:rPr>
              <a:t></a:t>
            </a:r>
            <a:r>
              <a:rPr lang="en-US" b="1" dirty="0">
                <a:solidFill>
                  <a:srgbClr val="5A3600"/>
                </a:solidFill>
                <a:latin typeface="Angsana New" pitchFamily="18" charset="-34"/>
                <a:sym typeface="Symbol" pitchFamily="18" charset="2"/>
              </a:rPr>
              <a:t> S}    [0 , 1] </a:t>
            </a:r>
          </a:p>
          <a:p>
            <a:pPr>
              <a:tabLst>
                <a:tab pos="457200" algn="l"/>
              </a:tabLst>
            </a:pPr>
            <a:endParaRPr lang="en-US" b="1" dirty="0">
              <a:solidFill>
                <a:srgbClr val="0000FF"/>
              </a:solidFill>
              <a:latin typeface="Angsana New" pitchFamily="18" charset="-34"/>
              <a:sym typeface="Symbol" pitchFamily="18" charset="2"/>
            </a:endParaRPr>
          </a:p>
        </p:txBody>
      </p:sp>
      <p:sp>
        <p:nvSpPr>
          <p:cNvPr id="19" name="Rectangle 5"/>
          <p:cNvSpPr>
            <a:spLocks noChangeArrowheads="1"/>
          </p:cNvSpPr>
          <p:nvPr/>
        </p:nvSpPr>
        <p:spPr bwMode="auto">
          <a:xfrm>
            <a:off x="352425" y="4066310"/>
            <a:ext cx="6096000" cy="571501"/>
          </a:xfrm>
          <a:prstGeom prst="rect">
            <a:avLst/>
          </a:prstGeom>
          <a:noFill/>
          <a:ln w="9525">
            <a:noFill/>
            <a:miter lim="800000"/>
            <a:headEnd/>
            <a:tailEnd/>
          </a:ln>
        </p:spPr>
        <p:txBody>
          <a:bodyPr/>
          <a:lstStyle/>
          <a:p>
            <a:pPr>
              <a:tabLst>
                <a:tab pos="457200" algn="l"/>
              </a:tabLst>
            </a:pPr>
            <a:r>
              <a:rPr lang="th-TH" b="1" dirty="0">
                <a:solidFill>
                  <a:srgbClr val="0066FF"/>
                </a:solidFill>
                <a:latin typeface="Angsana New" panose="02020603050405020304" pitchFamily="18" charset="-34"/>
              </a:rPr>
              <a:t>ที่มีสมบัติตาม </a:t>
            </a:r>
            <a:r>
              <a:rPr lang="en-US" b="1" dirty="0">
                <a:solidFill>
                  <a:srgbClr val="FF0000"/>
                </a:solidFill>
                <a:latin typeface="Angsana New" panose="02020603050405020304" pitchFamily="18" charset="-34"/>
              </a:rPr>
              <a:t>Probability Axioms </a:t>
            </a:r>
            <a:r>
              <a:rPr lang="th-TH" b="1" dirty="0">
                <a:solidFill>
                  <a:srgbClr val="0066FF"/>
                </a:solidFill>
                <a:latin typeface="Angsana New" panose="02020603050405020304" pitchFamily="18" charset="-34"/>
              </a:rPr>
              <a:t>ดังนี้</a:t>
            </a:r>
            <a:endParaRPr lang="en-US" b="1" dirty="0">
              <a:solidFill>
                <a:srgbClr val="0066FF"/>
              </a:solidFill>
              <a:latin typeface="Angsana New" panose="02020603050405020304" pitchFamily="18" charset="-34"/>
            </a:endParaRPr>
          </a:p>
        </p:txBody>
      </p:sp>
      <p:sp>
        <p:nvSpPr>
          <p:cNvPr id="20" name="Rectangle 6"/>
          <p:cNvSpPr>
            <a:spLocks noChangeArrowheads="1"/>
          </p:cNvSpPr>
          <p:nvPr/>
        </p:nvSpPr>
        <p:spPr bwMode="auto">
          <a:xfrm>
            <a:off x="352425" y="4599710"/>
            <a:ext cx="4114800" cy="571501"/>
          </a:xfrm>
          <a:prstGeom prst="rect">
            <a:avLst/>
          </a:prstGeom>
          <a:noFill/>
          <a:ln w="9525">
            <a:noFill/>
            <a:miter lim="800000"/>
            <a:headEnd/>
            <a:tailEnd/>
          </a:ln>
        </p:spPr>
        <p:txBody>
          <a:bodyPr/>
          <a:lstStyle/>
          <a:p>
            <a:pPr>
              <a:tabLst>
                <a:tab pos="457200" algn="l"/>
              </a:tabLst>
            </a:pPr>
            <a:r>
              <a:rPr lang="en-US" b="1" dirty="0">
                <a:solidFill>
                  <a:srgbClr val="006600"/>
                </a:solidFill>
                <a:latin typeface="Angsana New" panose="02020603050405020304" pitchFamily="18" charset="-34"/>
              </a:rPr>
              <a:t>1. P(A) </a:t>
            </a:r>
            <a:r>
              <a:rPr lang="en-US" b="1" u="sng" dirty="0">
                <a:solidFill>
                  <a:srgbClr val="006600"/>
                </a:solidFill>
                <a:latin typeface="Angsana New" pitchFamily="18" charset="-34"/>
              </a:rPr>
              <a:t>&gt;</a:t>
            </a:r>
            <a:r>
              <a:rPr lang="en-US" b="1" dirty="0">
                <a:solidFill>
                  <a:srgbClr val="006600"/>
                </a:solidFill>
                <a:latin typeface="Angsana New" pitchFamily="18" charset="-34"/>
              </a:rPr>
              <a:t> 0  </a:t>
            </a:r>
            <a:r>
              <a:rPr lang="en-US" sz="2400" b="1" dirty="0">
                <a:solidFill>
                  <a:srgbClr val="006600"/>
                </a:solidFill>
                <a:latin typeface="Angsana New" pitchFamily="18" charset="-34"/>
                <a:sym typeface="Symbol" pitchFamily="18" charset="2"/>
              </a:rPr>
              <a:t></a:t>
            </a:r>
            <a:r>
              <a:rPr lang="en-US" b="1" dirty="0">
                <a:solidFill>
                  <a:srgbClr val="006600"/>
                </a:solidFill>
                <a:latin typeface="Angsana New" pitchFamily="18" charset="-34"/>
                <a:sym typeface="Symbol" pitchFamily="18" charset="2"/>
              </a:rPr>
              <a:t> </a:t>
            </a:r>
            <a:r>
              <a:rPr lang="en-US" b="1" dirty="0">
                <a:solidFill>
                  <a:srgbClr val="006600"/>
                </a:solidFill>
                <a:latin typeface="Angsana New" pitchFamily="18" charset="-34"/>
              </a:rPr>
              <a:t>A </a:t>
            </a:r>
            <a:r>
              <a:rPr lang="en-US" sz="2400" b="1" dirty="0">
                <a:solidFill>
                  <a:srgbClr val="006600"/>
                </a:solidFill>
                <a:latin typeface="Angsana New" pitchFamily="18" charset="-34"/>
                <a:sym typeface="Symbol" pitchFamily="18" charset="2"/>
              </a:rPr>
              <a:t></a:t>
            </a:r>
            <a:r>
              <a:rPr lang="en-US" b="1" dirty="0">
                <a:solidFill>
                  <a:srgbClr val="006600"/>
                </a:solidFill>
                <a:latin typeface="Angsana New" pitchFamily="18" charset="-34"/>
                <a:sym typeface="Symbol" pitchFamily="18" charset="2"/>
              </a:rPr>
              <a:t> S </a:t>
            </a:r>
          </a:p>
        </p:txBody>
      </p:sp>
      <p:sp>
        <p:nvSpPr>
          <p:cNvPr id="21" name="Rectangle 15"/>
          <p:cNvSpPr>
            <a:spLocks noChangeArrowheads="1"/>
          </p:cNvSpPr>
          <p:nvPr/>
        </p:nvSpPr>
        <p:spPr bwMode="auto">
          <a:xfrm>
            <a:off x="352425" y="5056910"/>
            <a:ext cx="2286000" cy="571501"/>
          </a:xfrm>
          <a:prstGeom prst="rect">
            <a:avLst/>
          </a:prstGeom>
          <a:noFill/>
          <a:ln w="9525">
            <a:noFill/>
            <a:miter lim="800000"/>
            <a:headEnd/>
            <a:tailEnd/>
          </a:ln>
        </p:spPr>
        <p:txBody>
          <a:bodyPr/>
          <a:lstStyle/>
          <a:p>
            <a:pPr>
              <a:tabLst>
                <a:tab pos="457200" algn="l"/>
              </a:tabLst>
            </a:pPr>
            <a:r>
              <a:rPr lang="en-US" b="1">
                <a:solidFill>
                  <a:srgbClr val="006600"/>
                </a:solidFill>
                <a:latin typeface="Angsana New" panose="02020603050405020304" pitchFamily="18" charset="-34"/>
              </a:rPr>
              <a:t>2. P(S) = 1</a:t>
            </a:r>
            <a:endParaRPr lang="en-US" b="1">
              <a:solidFill>
                <a:srgbClr val="006600"/>
              </a:solidFill>
              <a:latin typeface="Angsana New" pitchFamily="18" charset="-34"/>
              <a:sym typeface="Symbol" pitchFamily="18" charset="2"/>
            </a:endParaRPr>
          </a:p>
        </p:txBody>
      </p:sp>
      <p:sp>
        <p:nvSpPr>
          <p:cNvPr id="22" name="Rectangle 16"/>
          <p:cNvSpPr>
            <a:spLocks noChangeArrowheads="1"/>
          </p:cNvSpPr>
          <p:nvPr/>
        </p:nvSpPr>
        <p:spPr bwMode="auto">
          <a:xfrm>
            <a:off x="352425" y="5590310"/>
            <a:ext cx="8458200" cy="658090"/>
          </a:xfrm>
          <a:prstGeom prst="rect">
            <a:avLst/>
          </a:prstGeom>
          <a:noFill/>
          <a:ln w="9525">
            <a:noFill/>
            <a:miter lim="800000"/>
            <a:headEnd/>
            <a:tailEnd/>
          </a:ln>
        </p:spPr>
        <p:txBody>
          <a:bodyPr/>
          <a:lstStyle/>
          <a:p>
            <a:pPr>
              <a:tabLst>
                <a:tab pos="457200" algn="l"/>
              </a:tabLst>
            </a:pPr>
            <a:r>
              <a:rPr lang="en-US" b="1" dirty="0">
                <a:solidFill>
                  <a:srgbClr val="006600"/>
                </a:solidFill>
                <a:latin typeface="Angsana New" panose="02020603050405020304" pitchFamily="18" charset="-34"/>
              </a:rPr>
              <a:t>3. </a:t>
            </a:r>
            <a:r>
              <a:rPr lang="en-US" b="1" dirty="0" err="1">
                <a:solidFill>
                  <a:srgbClr val="006600"/>
                </a:solidFill>
                <a:latin typeface="Angsana New" panose="02020603050405020304" pitchFamily="18" charset="-34"/>
              </a:rPr>
              <a:t>ถ้า</a:t>
            </a:r>
            <a:r>
              <a:rPr lang="en-US" b="1" dirty="0">
                <a:solidFill>
                  <a:srgbClr val="006600"/>
                </a:solidFill>
                <a:latin typeface="Angsana New" panose="02020603050405020304" pitchFamily="18" charset="-34"/>
              </a:rPr>
              <a:t>  A </a:t>
            </a:r>
            <a:r>
              <a:rPr lang="en-US" sz="2400" b="1" dirty="0">
                <a:solidFill>
                  <a:srgbClr val="006600"/>
                </a:solidFill>
                <a:latin typeface="Angsana New" pitchFamily="18" charset="-34"/>
                <a:sym typeface="Symbol" pitchFamily="18" charset="2"/>
              </a:rPr>
              <a:t></a:t>
            </a:r>
            <a:r>
              <a:rPr lang="en-US" b="1" dirty="0">
                <a:solidFill>
                  <a:srgbClr val="006600"/>
                </a:solidFill>
                <a:latin typeface="Angsana New" pitchFamily="18" charset="-34"/>
                <a:sym typeface="Symbol" pitchFamily="18" charset="2"/>
              </a:rPr>
              <a:t> S</a:t>
            </a:r>
            <a:r>
              <a:rPr lang="en-US" b="1" dirty="0">
                <a:solidFill>
                  <a:srgbClr val="006600"/>
                </a:solidFill>
                <a:latin typeface="Angsana New" pitchFamily="18" charset="-34"/>
              </a:rPr>
              <a:t> ,</a:t>
            </a:r>
            <a:r>
              <a:rPr lang="en-US" b="1" dirty="0">
                <a:solidFill>
                  <a:srgbClr val="006600"/>
                </a:solidFill>
                <a:latin typeface="Angsana New" pitchFamily="18" charset="-34"/>
                <a:sym typeface="Symbol" pitchFamily="18" charset="2"/>
              </a:rPr>
              <a:t> </a:t>
            </a:r>
            <a:r>
              <a:rPr lang="en-US" b="1" dirty="0">
                <a:solidFill>
                  <a:srgbClr val="006600"/>
                </a:solidFill>
                <a:latin typeface="Angsana New" pitchFamily="18" charset="-34"/>
              </a:rPr>
              <a:t>B </a:t>
            </a:r>
            <a:r>
              <a:rPr lang="en-US" sz="2400" b="1" dirty="0">
                <a:solidFill>
                  <a:srgbClr val="006600"/>
                </a:solidFill>
                <a:latin typeface="Angsana New" pitchFamily="18" charset="-34"/>
                <a:sym typeface="Symbol" pitchFamily="18" charset="2"/>
              </a:rPr>
              <a:t></a:t>
            </a:r>
            <a:r>
              <a:rPr lang="en-US" b="1" dirty="0">
                <a:solidFill>
                  <a:srgbClr val="006600"/>
                </a:solidFill>
                <a:latin typeface="Angsana New" pitchFamily="18" charset="-34"/>
                <a:sym typeface="Symbol" pitchFamily="18" charset="2"/>
              </a:rPr>
              <a:t> S</a:t>
            </a:r>
            <a:r>
              <a:rPr lang="en-US" b="1" dirty="0">
                <a:solidFill>
                  <a:srgbClr val="006600"/>
                </a:solidFill>
                <a:latin typeface="Angsana New" pitchFamily="18" charset="-34"/>
              </a:rPr>
              <a:t> </a:t>
            </a:r>
            <a:r>
              <a:rPr lang="en-US" b="1" dirty="0" err="1">
                <a:solidFill>
                  <a:srgbClr val="006600"/>
                </a:solidFill>
                <a:latin typeface="Angsana New" pitchFamily="18" charset="-34"/>
              </a:rPr>
              <a:t>และ</a:t>
            </a:r>
            <a:r>
              <a:rPr lang="en-US" b="1" dirty="0">
                <a:solidFill>
                  <a:srgbClr val="006600"/>
                </a:solidFill>
                <a:latin typeface="Angsana New" pitchFamily="18" charset="-34"/>
              </a:rPr>
              <a:t> A </a:t>
            </a:r>
            <a:r>
              <a:rPr lang="en-US" sz="2400" b="1" dirty="0">
                <a:solidFill>
                  <a:srgbClr val="006600"/>
                </a:solidFill>
                <a:latin typeface="Angsana New" pitchFamily="18" charset="-34"/>
                <a:sym typeface="Symbol" pitchFamily="18" charset="2"/>
              </a:rPr>
              <a:t></a:t>
            </a:r>
            <a:r>
              <a:rPr lang="en-US" b="1" dirty="0">
                <a:solidFill>
                  <a:srgbClr val="006600"/>
                </a:solidFill>
                <a:latin typeface="Angsana New" pitchFamily="18" charset="-34"/>
                <a:sym typeface="Symbol" pitchFamily="18" charset="2"/>
              </a:rPr>
              <a:t> </a:t>
            </a:r>
            <a:r>
              <a:rPr lang="en-US" b="1" dirty="0">
                <a:solidFill>
                  <a:srgbClr val="006600"/>
                </a:solidFill>
                <a:latin typeface="Angsana New" pitchFamily="18" charset="-34"/>
              </a:rPr>
              <a:t>B = </a:t>
            </a:r>
            <a:r>
              <a:rPr lang="en-US" sz="2400" b="1" dirty="0">
                <a:solidFill>
                  <a:srgbClr val="006600"/>
                </a:solidFill>
                <a:latin typeface="Angsana New" pitchFamily="18" charset="-34"/>
                <a:sym typeface="Symbol" pitchFamily="18" charset="2"/>
              </a:rPr>
              <a:t></a:t>
            </a:r>
            <a:r>
              <a:rPr lang="en-US" b="1" dirty="0">
                <a:solidFill>
                  <a:srgbClr val="006600"/>
                </a:solidFill>
                <a:latin typeface="Angsana New" pitchFamily="18" charset="-34"/>
                <a:sym typeface="Symbol" pitchFamily="18" charset="2"/>
              </a:rPr>
              <a:t>  </a:t>
            </a:r>
            <a:r>
              <a:rPr lang="en-US" b="1" dirty="0" err="1">
                <a:solidFill>
                  <a:srgbClr val="006600"/>
                </a:solidFill>
                <a:latin typeface="Angsana New" pitchFamily="18" charset="-34"/>
              </a:rPr>
              <a:t>ดังนั้น</a:t>
            </a:r>
            <a:r>
              <a:rPr lang="en-US" b="1" dirty="0">
                <a:solidFill>
                  <a:srgbClr val="006600"/>
                </a:solidFill>
                <a:latin typeface="Angsana New" pitchFamily="18" charset="-34"/>
              </a:rPr>
              <a:t>  P(A</a:t>
            </a:r>
            <a:r>
              <a:rPr lang="en-US" sz="2400" b="1" dirty="0">
                <a:solidFill>
                  <a:srgbClr val="006600"/>
                </a:solidFill>
                <a:latin typeface="Angsana New" pitchFamily="18" charset="-34"/>
                <a:sym typeface="Symbol" pitchFamily="18" charset="2"/>
              </a:rPr>
              <a:t></a:t>
            </a:r>
            <a:r>
              <a:rPr lang="en-US" b="1" dirty="0">
                <a:solidFill>
                  <a:srgbClr val="006600"/>
                </a:solidFill>
                <a:latin typeface="Angsana New" pitchFamily="18" charset="-34"/>
              </a:rPr>
              <a:t>B) = P(A) + P(B)</a:t>
            </a:r>
          </a:p>
        </p:txBody>
      </p:sp>
      <p:sp>
        <p:nvSpPr>
          <p:cNvPr id="23" name="Rectangle 7"/>
          <p:cNvSpPr>
            <a:spLocks noChangeArrowheads="1"/>
          </p:cNvSpPr>
          <p:nvPr/>
        </p:nvSpPr>
        <p:spPr bwMode="auto">
          <a:xfrm>
            <a:off x="5784746" y="4369904"/>
            <a:ext cx="1659732" cy="1116496"/>
          </a:xfrm>
          <a:prstGeom prst="rect">
            <a:avLst/>
          </a:prstGeom>
          <a:solidFill>
            <a:srgbClr val="FFFFDD"/>
          </a:solidFill>
          <a:ln w="9525">
            <a:solidFill>
              <a:schemeClr val="tx1"/>
            </a:solidFill>
            <a:miter lim="800000"/>
            <a:headEnd/>
            <a:tailEnd/>
          </a:ln>
        </p:spPr>
        <p:txBody>
          <a:bodyPr wrap="none" anchor="ctr"/>
          <a:lstStyle/>
          <a:p>
            <a:endParaRPr lang="en-US" sz="3200">
              <a:latin typeface="Angsana New" panose="02020603050405020304" pitchFamily="18" charset="-34"/>
            </a:endParaRPr>
          </a:p>
        </p:txBody>
      </p:sp>
      <p:sp>
        <p:nvSpPr>
          <p:cNvPr id="24" name="Text Box 10"/>
          <p:cNvSpPr txBox="1">
            <a:spLocks noChangeArrowheads="1"/>
          </p:cNvSpPr>
          <p:nvPr/>
        </p:nvSpPr>
        <p:spPr bwMode="auto">
          <a:xfrm>
            <a:off x="5784746" y="4275031"/>
            <a:ext cx="454025" cy="584775"/>
          </a:xfrm>
          <a:prstGeom prst="rect">
            <a:avLst/>
          </a:prstGeom>
          <a:noFill/>
          <a:ln w="9525">
            <a:noFill/>
            <a:miter lim="800000"/>
            <a:headEnd/>
            <a:tailEnd/>
          </a:ln>
        </p:spPr>
        <p:txBody>
          <a:bodyPr>
            <a:spAutoFit/>
          </a:bodyPr>
          <a:lstStyle/>
          <a:p>
            <a:pPr>
              <a:spcBef>
                <a:spcPct val="50000"/>
              </a:spcBef>
            </a:pPr>
            <a:r>
              <a:rPr lang="en-US" sz="3200" b="1">
                <a:solidFill>
                  <a:srgbClr val="FF9900"/>
                </a:solidFill>
                <a:latin typeface="Angsana New" panose="02020603050405020304" pitchFamily="18" charset="-34"/>
              </a:rPr>
              <a:t>S</a:t>
            </a:r>
          </a:p>
        </p:txBody>
      </p:sp>
      <p:grpSp>
        <p:nvGrpSpPr>
          <p:cNvPr id="25" name="Group 16"/>
          <p:cNvGrpSpPr>
            <a:grpSpLocks/>
          </p:cNvGrpSpPr>
          <p:nvPr/>
        </p:nvGrpSpPr>
        <p:grpSpPr bwMode="auto">
          <a:xfrm>
            <a:off x="5898357" y="4652717"/>
            <a:ext cx="784225" cy="691097"/>
            <a:chOff x="5927092" y="3858280"/>
            <a:chExt cx="783771" cy="585246"/>
          </a:xfrm>
        </p:grpSpPr>
        <p:sp>
          <p:nvSpPr>
            <p:cNvPr id="26" name="Oval 29" descr="20%"/>
            <p:cNvSpPr>
              <a:spLocks noChangeArrowheads="1"/>
            </p:cNvSpPr>
            <p:nvPr/>
          </p:nvSpPr>
          <p:spPr bwMode="auto">
            <a:xfrm>
              <a:off x="5927092" y="3886200"/>
              <a:ext cx="783771" cy="505870"/>
            </a:xfrm>
            <a:prstGeom prst="ellipse">
              <a:avLst/>
            </a:prstGeom>
            <a:pattFill prst="pct20">
              <a:fgClr>
                <a:srgbClr val="006600"/>
              </a:fgClr>
              <a:bgClr>
                <a:schemeClr val="bg1"/>
              </a:bgClr>
            </a:pattFill>
            <a:ln w="9525">
              <a:solidFill>
                <a:schemeClr val="tx1"/>
              </a:solidFill>
              <a:round/>
              <a:headEnd/>
              <a:tailEnd/>
            </a:ln>
          </p:spPr>
          <p:txBody>
            <a:bodyPr wrap="none" anchor="ctr"/>
            <a:lstStyle/>
            <a:p>
              <a:endParaRPr lang="en-US" sz="3200">
                <a:latin typeface="Angsana New" panose="02020603050405020304" pitchFamily="18" charset="-34"/>
              </a:endParaRPr>
            </a:p>
          </p:txBody>
        </p:sp>
        <p:sp>
          <p:nvSpPr>
            <p:cNvPr id="27" name="Text Box 8"/>
            <p:cNvSpPr txBox="1">
              <a:spLocks noChangeArrowheads="1"/>
            </p:cNvSpPr>
            <p:nvPr/>
          </p:nvSpPr>
          <p:spPr bwMode="auto">
            <a:xfrm>
              <a:off x="6127251" y="3858280"/>
              <a:ext cx="454479" cy="585246"/>
            </a:xfrm>
            <a:prstGeom prst="rect">
              <a:avLst/>
            </a:prstGeom>
            <a:noFill/>
            <a:ln w="9525">
              <a:noFill/>
              <a:miter lim="800000"/>
              <a:headEnd/>
              <a:tailEnd/>
            </a:ln>
          </p:spPr>
          <p:txBody>
            <a:bodyPr>
              <a:spAutoFit/>
            </a:bodyPr>
            <a:lstStyle/>
            <a:p>
              <a:pPr>
                <a:spcBef>
                  <a:spcPct val="50000"/>
                </a:spcBef>
              </a:pPr>
              <a:r>
                <a:rPr lang="en-US" sz="3200" b="1" dirty="0">
                  <a:solidFill>
                    <a:srgbClr val="006600"/>
                  </a:solidFill>
                  <a:latin typeface="Angsana New" panose="02020603050405020304" pitchFamily="18" charset="-34"/>
                </a:rPr>
                <a:t>A</a:t>
              </a:r>
            </a:p>
          </p:txBody>
        </p:sp>
      </p:grpSp>
      <p:grpSp>
        <p:nvGrpSpPr>
          <p:cNvPr id="28" name="Group 17"/>
          <p:cNvGrpSpPr>
            <a:grpSpLocks/>
          </p:cNvGrpSpPr>
          <p:nvPr/>
        </p:nvGrpSpPr>
        <p:grpSpPr bwMode="auto">
          <a:xfrm>
            <a:off x="6851550" y="4692675"/>
            <a:ext cx="592928" cy="696390"/>
            <a:chOff x="6945086" y="3886200"/>
            <a:chExt cx="593106" cy="588826"/>
          </a:xfrm>
        </p:grpSpPr>
        <p:sp>
          <p:nvSpPr>
            <p:cNvPr id="29" name="Oval 28" descr="20%"/>
            <p:cNvSpPr>
              <a:spLocks noChangeArrowheads="1"/>
            </p:cNvSpPr>
            <p:nvPr/>
          </p:nvSpPr>
          <p:spPr bwMode="auto">
            <a:xfrm>
              <a:off x="6945086" y="3886200"/>
              <a:ext cx="533561" cy="499186"/>
            </a:xfrm>
            <a:prstGeom prst="ellipse">
              <a:avLst/>
            </a:prstGeom>
            <a:pattFill prst="pct20">
              <a:fgClr>
                <a:srgbClr val="FF00FF"/>
              </a:fgClr>
              <a:bgClr>
                <a:schemeClr val="bg1"/>
              </a:bgClr>
            </a:pattFill>
            <a:ln w="9525">
              <a:solidFill>
                <a:schemeClr val="tx1"/>
              </a:solidFill>
              <a:round/>
              <a:headEnd/>
              <a:tailEnd/>
            </a:ln>
          </p:spPr>
          <p:txBody>
            <a:bodyPr wrap="none" anchor="ctr"/>
            <a:lstStyle/>
            <a:p>
              <a:endParaRPr lang="en-US" sz="3200">
                <a:latin typeface="Angsana New" panose="02020603050405020304" pitchFamily="18" charset="-34"/>
              </a:endParaRPr>
            </a:p>
          </p:txBody>
        </p:sp>
        <p:sp>
          <p:nvSpPr>
            <p:cNvPr id="30" name="Text Box 9"/>
            <p:cNvSpPr txBox="1">
              <a:spLocks noChangeArrowheads="1"/>
            </p:cNvSpPr>
            <p:nvPr/>
          </p:nvSpPr>
          <p:spPr bwMode="auto">
            <a:xfrm>
              <a:off x="6953085" y="3890675"/>
              <a:ext cx="585107" cy="584351"/>
            </a:xfrm>
            <a:prstGeom prst="rect">
              <a:avLst/>
            </a:prstGeom>
            <a:noFill/>
            <a:ln w="9525">
              <a:noFill/>
              <a:miter lim="800000"/>
              <a:headEnd/>
              <a:tailEnd/>
            </a:ln>
          </p:spPr>
          <p:txBody>
            <a:bodyPr>
              <a:spAutoFit/>
            </a:bodyPr>
            <a:lstStyle/>
            <a:p>
              <a:pPr>
                <a:spcBef>
                  <a:spcPct val="50000"/>
                </a:spcBef>
              </a:pPr>
              <a:r>
                <a:rPr lang="en-US" sz="3200" b="1" dirty="0">
                  <a:solidFill>
                    <a:srgbClr val="FF00FF"/>
                  </a:solidFill>
                  <a:latin typeface="Angsana New" panose="02020603050405020304" pitchFamily="18" charset="-34"/>
                </a:rPr>
                <a:t> B</a:t>
              </a:r>
            </a:p>
          </p:txBody>
        </p:sp>
      </p:grpSp>
      <p:sp>
        <p:nvSpPr>
          <p:cNvPr id="3" name="Slide Number Placeholder 2">
            <a:extLst>
              <a:ext uri="{FF2B5EF4-FFF2-40B4-BE49-F238E27FC236}">
                <a16:creationId xmlns:a16="http://schemas.microsoft.com/office/drawing/2014/main" id="{94FDB152-3041-429B-A5AF-78F69C12813C}"/>
              </a:ext>
            </a:extLst>
          </p:cNvPr>
          <p:cNvSpPr>
            <a:spLocks noGrp="1"/>
          </p:cNvSpPr>
          <p:nvPr>
            <p:ph type="sldNum" sz="quarter" idx="12"/>
          </p:nvPr>
        </p:nvSpPr>
        <p:spPr/>
        <p:txBody>
          <a:bodyPr/>
          <a:lstStyle/>
          <a:p>
            <a:pPr>
              <a:defRPr/>
            </a:pPr>
            <a:fld id="{0598EADD-7714-4E0A-AD4B-AC83F9F5DA12}" type="slidenum">
              <a:rPr lang="en-US" smtClean="0"/>
              <a:pPr>
                <a:defRPr/>
              </a:pPr>
              <a:t>10</a:t>
            </a:fld>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animEffect transition="in" filter="dissolve">
                                      <p:cBhvr>
                                        <p:cTn id="7" dur="300"/>
                                        <p:tgtEl>
                                          <p:spTgt spid="8196">
                                            <p:txEl>
                                              <p:pRg st="0" end="0"/>
                                            </p:txEl>
                                          </p:spTgt>
                                        </p:tgtEl>
                                      </p:cBhvr>
                                    </p:animEffect>
                                  </p:childTnLst>
                                </p:cTn>
                              </p:par>
                            </p:childTnLst>
                          </p:cTn>
                        </p:par>
                        <p:par>
                          <p:cTn id="8" fill="hold">
                            <p:stCondLst>
                              <p:cond delay="300"/>
                            </p:stCondLst>
                            <p:childTnLst>
                              <p:par>
                                <p:cTn id="9" presetID="9" presetClass="entr" presetSubtype="0" fill="hold" grpId="0" nodeType="afterEffect">
                                  <p:stCondLst>
                                    <p:cond delay="0"/>
                                  </p:stCondLst>
                                  <p:childTnLst>
                                    <p:set>
                                      <p:cBhvr>
                                        <p:cTn id="10" dur="1" fill="hold">
                                          <p:stCondLst>
                                            <p:cond delay="0"/>
                                          </p:stCondLst>
                                        </p:cTn>
                                        <p:tgtEl>
                                          <p:spTgt spid="8197">
                                            <p:txEl>
                                              <p:pRg st="0" end="0"/>
                                            </p:txEl>
                                          </p:spTgt>
                                        </p:tgtEl>
                                        <p:attrNameLst>
                                          <p:attrName>style.visibility</p:attrName>
                                        </p:attrNameLst>
                                      </p:cBhvr>
                                      <p:to>
                                        <p:strVal val="visible"/>
                                      </p:to>
                                    </p:set>
                                    <p:animEffect transition="in" filter="dissolve">
                                      <p:cBhvr>
                                        <p:cTn id="11" dur="300"/>
                                        <p:tgtEl>
                                          <p:spTgt spid="8197">
                                            <p:txEl>
                                              <p:pRg st="0" end="0"/>
                                            </p:txEl>
                                          </p:spTgt>
                                        </p:tgtEl>
                                      </p:cBhvr>
                                    </p:animEffect>
                                  </p:childTnLst>
                                </p:cTn>
                              </p:par>
                            </p:childTnLst>
                          </p:cTn>
                        </p:par>
                        <p:par>
                          <p:cTn id="12" fill="hold">
                            <p:stCondLst>
                              <p:cond delay="600"/>
                            </p:stCondLst>
                            <p:childTnLst>
                              <p:par>
                                <p:cTn id="13" presetID="9" presetClass="entr" presetSubtype="0" fill="hold" grpId="0" nodeType="afterEffect">
                                  <p:stCondLst>
                                    <p:cond delay="0"/>
                                  </p:stCondLst>
                                  <p:childTnLst>
                                    <p:set>
                                      <p:cBhvr>
                                        <p:cTn id="14" dur="1" fill="hold">
                                          <p:stCondLst>
                                            <p:cond delay="0"/>
                                          </p:stCondLst>
                                        </p:cTn>
                                        <p:tgtEl>
                                          <p:spTgt spid="8223">
                                            <p:txEl>
                                              <p:pRg st="0" end="0"/>
                                            </p:txEl>
                                          </p:spTgt>
                                        </p:tgtEl>
                                        <p:attrNameLst>
                                          <p:attrName>style.visibility</p:attrName>
                                        </p:attrNameLst>
                                      </p:cBhvr>
                                      <p:to>
                                        <p:strVal val="visible"/>
                                      </p:to>
                                    </p:set>
                                    <p:animEffect transition="in" filter="dissolve">
                                      <p:cBhvr>
                                        <p:cTn id="15" dur="300"/>
                                        <p:tgtEl>
                                          <p:spTgt spid="8223">
                                            <p:txEl>
                                              <p:pRg st="0" end="0"/>
                                            </p:txEl>
                                          </p:spTgt>
                                        </p:tgtEl>
                                      </p:cBhvr>
                                    </p:animEffect>
                                  </p:childTnLst>
                                </p:cTn>
                              </p:par>
                            </p:childTnLst>
                          </p:cTn>
                        </p:par>
                        <p:par>
                          <p:cTn id="16" fill="hold">
                            <p:stCondLst>
                              <p:cond delay="900"/>
                            </p:stCondLst>
                            <p:childTnLst>
                              <p:par>
                                <p:cTn id="17" presetID="9"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300"/>
                                        <p:tgtEl>
                                          <p:spTgt spid="2"/>
                                        </p:tgtEl>
                                      </p:cBhvr>
                                    </p:animEffect>
                                  </p:childTnLst>
                                </p:cTn>
                              </p:par>
                            </p:childTnLst>
                          </p:cTn>
                        </p:par>
                        <p:par>
                          <p:cTn id="20" fill="hold">
                            <p:stCondLst>
                              <p:cond delay="1200"/>
                            </p:stCondLst>
                            <p:childTnLst>
                              <p:par>
                                <p:cTn id="21" presetID="9"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dissolve">
                                      <p:cBhvr>
                                        <p:cTn id="23" dur="300"/>
                                        <p:tgtEl>
                                          <p:spTgt spid="17"/>
                                        </p:tgtEl>
                                      </p:cBhvr>
                                    </p:animEffect>
                                  </p:childTnLst>
                                </p:cTn>
                              </p:par>
                            </p:childTnLst>
                          </p:cTn>
                        </p:par>
                        <p:par>
                          <p:cTn id="24" fill="hold">
                            <p:stCondLst>
                              <p:cond delay="1500"/>
                            </p:stCondLst>
                            <p:childTnLst>
                              <p:par>
                                <p:cTn id="25" presetID="22" presetClass="entr" presetSubtype="8" fill="hold" grpId="0" nodeType="after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animEffect transition="in" filter="wipe(left)">
                                      <p:cBhvr>
                                        <p:cTn id="27" dur="300"/>
                                        <p:tgtEl>
                                          <p:spTgt spid="18">
                                            <p:txEl>
                                              <p:pRg st="0" end="0"/>
                                            </p:txEl>
                                          </p:spTgt>
                                        </p:tgtEl>
                                      </p:cBhvr>
                                    </p:animEffect>
                                  </p:childTnLst>
                                </p:cTn>
                              </p:par>
                            </p:childTnLst>
                          </p:cTn>
                        </p:par>
                        <p:par>
                          <p:cTn id="28" fill="hold">
                            <p:stCondLst>
                              <p:cond delay="1800"/>
                            </p:stCondLst>
                            <p:childTnLst>
                              <p:par>
                                <p:cTn id="29" presetID="9" presetClass="entr" presetSubtype="0" fill="hold" grpId="0" nodeType="afterEffect">
                                  <p:stCondLst>
                                    <p:cond delay="0"/>
                                  </p:stCondLst>
                                  <p:childTnLst>
                                    <p:set>
                                      <p:cBhvr>
                                        <p:cTn id="30" dur="1" fill="hold">
                                          <p:stCondLst>
                                            <p:cond delay="0"/>
                                          </p:stCondLst>
                                        </p:cTn>
                                        <p:tgtEl>
                                          <p:spTgt spid="19">
                                            <p:txEl>
                                              <p:pRg st="0" end="0"/>
                                            </p:txEl>
                                          </p:spTgt>
                                        </p:tgtEl>
                                        <p:attrNameLst>
                                          <p:attrName>style.visibility</p:attrName>
                                        </p:attrNameLst>
                                      </p:cBhvr>
                                      <p:to>
                                        <p:strVal val="visible"/>
                                      </p:to>
                                    </p:set>
                                    <p:animEffect transition="in" filter="dissolve">
                                      <p:cBhvr>
                                        <p:cTn id="31" dur="300"/>
                                        <p:tgtEl>
                                          <p:spTgt spid="19">
                                            <p:txEl>
                                              <p:pRg st="0" end="0"/>
                                            </p:txEl>
                                          </p:spTgt>
                                        </p:tgtEl>
                                      </p:cBhvr>
                                    </p:animEffect>
                                  </p:childTnLst>
                                </p:cTn>
                              </p:par>
                            </p:childTnLst>
                          </p:cTn>
                        </p:par>
                        <p:par>
                          <p:cTn id="32" fill="hold">
                            <p:stCondLst>
                              <p:cond delay="2100"/>
                            </p:stCondLst>
                            <p:childTnLst>
                              <p:par>
                                <p:cTn id="33" presetID="22" presetClass="entr" presetSubtype="8" fill="hold" grpId="0" nodeType="afterEffect">
                                  <p:stCondLst>
                                    <p:cond delay="0"/>
                                  </p:stCondLst>
                                  <p:childTnLst>
                                    <p:set>
                                      <p:cBhvr>
                                        <p:cTn id="34" dur="1" fill="hold">
                                          <p:stCondLst>
                                            <p:cond delay="0"/>
                                          </p:stCondLst>
                                        </p:cTn>
                                        <p:tgtEl>
                                          <p:spTgt spid="20">
                                            <p:txEl>
                                              <p:pRg st="0" end="0"/>
                                            </p:txEl>
                                          </p:spTgt>
                                        </p:tgtEl>
                                        <p:attrNameLst>
                                          <p:attrName>style.visibility</p:attrName>
                                        </p:attrNameLst>
                                      </p:cBhvr>
                                      <p:to>
                                        <p:strVal val="visible"/>
                                      </p:to>
                                    </p:set>
                                    <p:animEffect transition="in" filter="wipe(left)">
                                      <p:cBhvr>
                                        <p:cTn id="35" dur="300"/>
                                        <p:tgtEl>
                                          <p:spTgt spid="20">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1">
                                            <p:txEl>
                                              <p:pRg st="0" end="0"/>
                                            </p:txEl>
                                          </p:spTgt>
                                        </p:tgtEl>
                                        <p:attrNameLst>
                                          <p:attrName>style.visibility</p:attrName>
                                        </p:attrNameLst>
                                      </p:cBhvr>
                                      <p:to>
                                        <p:strVal val="visible"/>
                                      </p:to>
                                    </p:set>
                                    <p:animEffect transition="in" filter="wipe(left)">
                                      <p:cBhvr>
                                        <p:cTn id="40" dur="300"/>
                                        <p:tgtEl>
                                          <p:spTgt spid="21">
                                            <p:txEl>
                                              <p:pRg st="0" end="0"/>
                                            </p:txEl>
                                          </p:spTgt>
                                        </p:tgtEl>
                                      </p:cBhvr>
                                    </p:animEffect>
                                  </p:childTnLst>
                                </p:cTn>
                              </p:par>
                            </p:childTnLst>
                          </p:cTn>
                        </p:par>
                        <p:par>
                          <p:cTn id="41" fill="hold">
                            <p:stCondLst>
                              <p:cond delay="300"/>
                            </p:stCondLst>
                            <p:childTnLst>
                              <p:par>
                                <p:cTn id="42" presetID="9" presetClass="entr" presetSubtype="0" fill="hold" grpId="0" nodeType="after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dissolve">
                                      <p:cBhvr>
                                        <p:cTn id="44" dur="300"/>
                                        <p:tgtEl>
                                          <p:spTgt spid="23"/>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dissolve">
                                      <p:cBhvr>
                                        <p:cTn id="47" dur="3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dissolve">
                                      <p:cBhvr>
                                        <p:cTn id="52" dur="3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2">
                                            <p:txEl>
                                              <p:pRg st="0" end="0"/>
                                            </p:txEl>
                                          </p:spTgt>
                                        </p:tgtEl>
                                        <p:attrNameLst>
                                          <p:attrName>style.visibility</p:attrName>
                                        </p:attrNameLst>
                                      </p:cBhvr>
                                      <p:to>
                                        <p:strVal val="visible"/>
                                      </p:to>
                                    </p:set>
                                    <p:animEffect transition="in" filter="wipe(left)">
                                      <p:cBhvr>
                                        <p:cTn id="57" dur="300"/>
                                        <p:tgtEl>
                                          <p:spTgt spid="22">
                                            <p:txEl>
                                              <p:pRg st="0" end="0"/>
                                            </p:txEl>
                                          </p:spTgt>
                                        </p:tgtEl>
                                      </p:cBhvr>
                                    </p:animEffect>
                                  </p:childTnLst>
                                </p:cTn>
                              </p:par>
                            </p:childTnLst>
                          </p:cTn>
                        </p:par>
                        <p:par>
                          <p:cTn id="58" fill="hold">
                            <p:stCondLst>
                              <p:cond delay="300"/>
                            </p:stCondLst>
                            <p:childTnLst>
                              <p:par>
                                <p:cTn id="59" presetID="9" presetClass="entr" presetSubtype="0" fill="hold" nodeType="after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dissolve">
                                      <p:cBhvr>
                                        <p:cTn id="61" dur="3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build="p"/>
      <p:bldP spid="8197" grpId="0" build="p"/>
      <p:bldP spid="8223" grpId="0" build="p"/>
      <p:bldP spid="17" grpId="0" autoUpdateAnimBg="0"/>
      <p:bldP spid="18" grpId="0" build="p" autoUpdateAnimBg="0" advAuto="0"/>
      <p:bldP spid="19" grpId="0" build="p" autoUpdateAnimBg="0" advAuto="0"/>
      <p:bldP spid="20" grpId="0" build="p" autoUpdateAnimBg="0" advAuto="0"/>
      <p:bldP spid="21" grpId="0" build="p" autoUpdateAnimBg="0" advAuto="0"/>
      <p:bldP spid="22" grpId="0" build="p" autoUpdateAnimBg="0" advAuto="0"/>
      <p:bldP spid="23" grpId="0" animBg="1"/>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20650" y="304800"/>
            <a:ext cx="8899525" cy="914400"/>
          </a:xfrm>
        </p:spPr>
        <p:txBody>
          <a:bodyPr/>
          <a:lstStyle/>
          <a:p>
            <a:pPr eaLnBrk="1" hangingPunct="1">
              <a:lnSpc>
                <a:spcPct val="90000"/>
              </a:lnSpc>
            </a:pPr>
            <a:r>
              <a:rPr lang="th-TH" sz="2800" b="1" dirty="0">
                <a:solidFill>
                  <a:srgbClr val="CC00FF"/>
                </a:solidFill>
                <a:latin typeface="Angsana New" panose="02020603050405020304" pitchFamily="18" charset="-34"/>
                <a:cs typeface="Angsana New" panose="02020603050405020304" pitchFamily="18" charset="-34"/>
              </a:rPr>
              <a:t>คุณสมบัติสำคัญของความน่าจะเป็น</a:t>
            </a:r>
          </a:p>
        </p:txBody>
      </p:sp>
      <p:sp>
        <p:nvSpPr>
          <p:cNvPr id="10243" name="Rectangle 3"/>
          <p:cNvSpPr>
            <a:spLocks noChangeArrowheads="1"/>
          </p:cNvSpPr>
          <p:nvPr/>
        </p:nvSpPr>
        <p:spPr bwMode="auto">
          <a:xfrm>
            <a:off x="2381250" y="1981200"/>
            <a:ext cx="3914775" cy="838200"/>
          </a:xfrm>
          <a:prstGeom prst="rect">
            <a:avLst/>
          </a:prstGeom>
          <a:noFill/>
          <a:ln w="9525">
            <a:noFill/>
            <a:miter lim="800000"/>
            <a:headEnd/>
            <a:tailEnd/>
          </a:ln>
        </p:spPr>
        <p:txBody>
          <a:bodyPr/>
          <a:lstStyle/>
          <a:p>
            <a:pPr>
              <a:tabLst>
                <a:tab pos="457200" algn="l"/>
              </a:tabLst>
            </a:pPr>
            <a:r>
              <a:rPr lang="en-US" b="1">
                <a:solidFill>
                  <a:srgbClr val="0000FF"/>
                </a:solidFill>
                <a:latin typeface="Angsana New" panose="02020603050405020304" pitchFamily="18" charset="-34"/>
              </a:rPr>
              <a:t>2. P(A</a:t>
            </a:r>
            <a:r>
              <a:rPr lang="en-US" b="1" baseline="30000">
                <a:solidFill>
                  <a:srgbClr val="0000FF"/>
                </a:solidFill>
                <a:latin typeface="Angsana New" pitchFamily="18" charset="-34"/>
              </a:rPr>
              <a:t>C </a:t>
            </a:r>
            <a:r>
              <a:rPr lang="en-US" b="1">
                <a:solidFill>
                  <a:srgbClr val="0000FF"/>
                </a:solidFill>
                <a:latin typeface="Angsana New" pitchFamily="18" charset="-34"/>
              </a:rPr>
              <a:t>) = 1 – P(A)</a:t>
            </a:r>
            <a:endParaRPr lang="en-US" b="1">
              <a:solidFill>
                <a:srgbClr val="0000FF"/>
              </a:solidFill>
              <a:latin typeface="Angsana New" pitchFamily="18" charset="-34"/>
              <a:sym typeface="Symbol" pitchFamily="18" charset="2"/>
            </a:endParaRPr>
          </a:p>
        </p:txBody>
      </p:sp>
      <p:sp>
        <p:nvSpPr>
          <p:cNvPr id="10246" name="Rectangle 6"/>
          <p:cNvSpPr>
            <a:spLocks noChangeArrowheads="1"/>
          </p:cNvSpPr>
          <p:nvPr/>
        </p:nvSpPr>
        <p:spPr bwMode="auto">
          <a:xfrm>
            <a:off x="2381250" y="1169988"/>
            <a:ext cx="2667000" cy="762000"/>
          </a:xfrm>
          <a:prstGeom prst="rect">
            <a:avLst/>
          </a:prstGeom>
          <a:noFill/>
          <a:ln w="9525">
            <a:noFill/>
            <a:miter lim="800000"/>
            <a:headEnd/>
            <a:tailEnd/>
          </a:ln>
        </p:spPr>
        <p:txBody>
          <a:bodyPr/>
          <a:lstStyle/>
          <a:p>
            <a:pPr marL="457200" indent="-457200">
              <a:lnSpc>
                <a:spcPct val="90000"/>
              </a:lnSpc>
              <a:tabLst>
                <a:tab pos="457200" algn="l"/>
              </a:tabLst>
            </a:pPr>
            <a:r>
              <a:rPr lang="en-US" b="1" dirty="0">
                <a:solidFill>
                  <a:srgbClr val="4E2700"/>
                </a:solidFill>
                <a:latin typeface="Angsana New" panose="02020603050405020304" pitchFamily="18" charset="-34"/>
              </a:rPr>
              <a:t>1. P(</a:t>
            </a:r>
            <a:r>
              <a:rPr lang="en-US" sz="2400" b="1" dirty="0">
                <a:solidFill>
                  <a:srgbClr val="4E2700"/>
                </a:solidFill>
                <a:latin typeface="Angsana New" pitchFamily="18" charset="-34"/>
                <a:sym typeface="Symbol" pitchFamily="18" charset="2"/>
              </a:rPr>
              <a:t></a:t>
            </a:r>
            <a:r>
              <a:rPr lang="en-US" b="1" dirty="0">
                <a:solidFill>
                  <a:srgbClr val="4E2700"/>
                </a:solidFill>
                <a:latin typeface="Angsana New" pitchFamily="18" charset="-34"/>
              </a:rPr>
              <a:t>) = 0</a:t>
            </a:r>
            <a:r>
              <a:rPr lang="en-US" b="1" dirty="0">
                <a:solidFill>
                  <a:srgbClr val="006600"/>
                </a:solidFill>
                <a:latin typeface="Angsana New" pitchFamily="18" charset="-34"/>
              </a:rPr>
              <a:t> </a:t>
            </a:r>
            <a:r>
              <a:rPr lang="en-US" b="1" dirty="0">
                <a:solidFill>
                  <a:srgbClr val="006600"/>
                </a:solidFill>
                <a:latin typeface="Angsana New" pitchFamily="18" charset="-34"/>
                <a:sym typeface="Symbol" pitchFamily="18" charset="2"/>
              </a:rPr>
              <a:t> </a:t>
            </a:r>
          </a:p>
        </p:txBody>
      </p:sp>
      <p:sp>
        <p:nvSpPr>
          <p:cNvPr id="10250" name="Text Box 10"/>
          <p:cNvSpPr txBox="1">
            <a:spLocks noChangeArrowheads="1"/>
          </p:cNvSpPr>
          <p:nvPr/>
        </p:nvSpPr>
        <p:spPr bwMode="auto">
          <a:xfrm>
            <a:off x="2379663" y="5034617"/>
            <a:ext cx="3487737" cy="523220"/>
          </a:xfrm>
          <a:prstGeom prst="rect">
            <a:avLst/>
          </a:prstGeom>
          <a:noFill/>
          <a:ln w="9525">
            <a:noFill/>
            <a:miter lim="800000"/>
            <a:headEnd/>
            <a:tailEnd/>
          </a:ln>
        </p:spPr>
        <p:txBody>
          <a:bodyPr wrap="square">
            <a:spAutoFit/>
          </a:bodyPr>
          <a:lstStyle/>
          <a:p>
            <a:pPr>
              <a:spcBef>
                <a:spcPct val="50000"/>
              </a:spcBef>
            </a:pPr>
            <a:r>
              <a:rPr lang="en-US" b="1" dirty="0">
                <a:solidFill>
                  <a:srgbClr val="FF0000"/>
                </a:solidFill>
                <a:latin typeface="Angsana New" panose="02020603050405020304" pitchFamily="18" charset="-34"/>
              </a:rPr>
              <a:t>4. </a:t>
            </a:r>
            <a:r>
              <a:rPr lang="en-US" b="1" dirty="0" err="1">
                <a:solidFill>
                  <a:srgbClr val="FF0000"/>
                </a:solidFill>
                <a:latin typeface="Angsana New" panose="02020603050405020304" pitchFamily="18" charset="-34"/>
              </a:rPr>
              <a:t>ถ้า</a:t>
            </a:r>
            <a:r>
              <a:rPr lang="en-US" b="1" dirty="0">
                <a:solidFill>
                  <a:srgbClr val="FF0000"/>
                </a:solidFill>
                <a:latin typeface="Angsana New" panose="02020603050405020304" pitchFamily="18" charset="-34"/>
              </a:rPr>
              <a:t> A </a:t>
            </a:r>
            <a:r>
              <a:rPr lang="en-US" sz="2400" b="1" dirty="0">
                <a:solidFill>
                  <a:srgbClr val="FF0000"/>
                </a:solidFill>
                <a:latin typeface="Angsana New" pitchFamily="18" charset="-34"/>
                <a:sym typeface="Symbol" pitchFamily="18" charset="2"/>
              </a:rPr>
              <a:t></a:t>
            </a:r>
            <a:r>
              <a:rPr lang="en-US" b="1" dirty="0">
                <a:solidFill>
                  <a:srgbClr val="FF0000"/>
                </a:solidFill>
                <a:latin typeface="Angsana New" pitchFamily="18" charset="-34"/>
              </a:rPr>
              <a:t> B  </a:t>
            </a:r>
            <a:r>
              <a:rPr lang="en-US" b="1" dirty="0" err="1">
                <a:solidFill>
                  <a:srgbClr val="FF0000"/>
                </a:solidFill>
                <a:latin typeface="Angsana New" pitchFamily="18" charset="-34"/>
              </a:rPr>
              <a:t>แล้ว</a:t>
            </a:r>
            <a:r>
              <a:rPr lang="en-US" b="1" dirty="0">
                <a:solidFill>
                  <a:srgbClr val="FF0000"/>
                </a:solidFill>
                <a:latin typeface="Angsana New" pitchFamily="18" charset="-34"/>
              </a:rPr>
              <a:t>  P(A) </a:t>
            </a:r>
            <a:r>
              <a:rPr lang="en-US" b="1" u="sng" dirty="0">
                <a:solidFill>
                  <a:srgbClr val="FF0000"/>
                </a:solidFill>
                <a:latin typeface="Angsana New" pitchFamily="18" charset="-34"/>
              </a:rPr>
              <a:t>&lt;</a:t>
            </a:r>
            <a:r>
              <a:rPr lang="en-US" b="1" dirty="0">
                <a:solidFill>
                  <a:srgbClr val="FF0000"/>
                </a:solidFill>
                <a:latin typeface="Angsana New" pitchFamily="18" charset="-34"/>
              </a:rPr>
              <a:t> P(B)</a:t>
            </a:r>
          </a:p>
        </p:txBody>
      </p:sp>
      <p:sp>
        <p:nvSpPr>
          <p:cNvPr id="10251" name="Rectangle 11"/>
          <p:cNvSpPr>
            <a:spLocks noChangeArrowheads="1"/>
          </p:cNvSpPr>
          <p:nvPr/>
        </p:nvSpPr>
        <p:spPr bwMode="auto">
          <a:xfrm>
            <a:off x="2381250" y="3581400"/>
            <a:ext cx="6629400" cy="577850"/>
          </a:xfrm>
          <a:prstGeom prst="rect">
            <a:avLst/>
          </a:prstGeom>
          <a:noFill/>
          <a:ln w="9525">
            <a:noFill/>
            <a:miter lim="800000"/>
            <a:headEnd/>
            <a:tailEnd/>
          </a:ln>
        </p:spPr>
        <p:txBody>
          <a:bodyPr/>
          <a:lstStyle/>
          <a:p>
            <a:pPr>
              <a:tabLst>
                <a:tab pos="457200" algn="l"/>
              </a:tabLst>
            </a:pPr>
            <a:r>
              <a:rPr lang="en-US" b="1" dirty="0">
                <a:solidFill>
                  <a:srgbClr val="006600"/>
                </a:solidFill>
                <a:latin typeface="Angsana New" panose="02020603050405020304" pitchFamily="18" charset="-34"/>
              </a:rPr>
              <a:t>3. P(A</a:t>
            </a:r>
            <a:r>
              <a:rPr lang="en-US" sz="2400" b="1" dirty="0">
                <a:solidFill>
                  <a:srgbClr val="006600"/>
                </a:solidFill>
                <a:latin typeface="Angsana New" pitchFamily="18" charset="-34"/>
                <a:sym typeface="Symbol" pitchFamily="18" charset="2"/>
              </a:rPr>
              <a:t></a:t>
            </a:r>
            <a:r>
              <a:rPr lang="en-US" b="1" dirty="0">
                <a:solidFill>
                  <a:srgbClr val="006600"/>
                </a:solidFill>
                <a:latin typeface="Angsana New" pitchFamily="18" charset="-34"/>
              </a:rPr>
              <a:t>B) = P(A) + P(B) – P(A</a:t>
            </a:r>
            <a:r>
              <a:rPr lang="en-US" sz="2400" b="1" dirty="0">
                <a:solidFill>
                  <a:srgbClr val="006600"/>
                </a:solidFill>
                <a:latin typeface="Angsana New" pitchFamily="18" charset="-34"/>
                <a:sym typeface="Symbol" pitchFamily="18" charset="2"/>
              </a:rPr>
              <a:t></a:t>
            </a:r>
            <a:r>
              <a:rPr lang="en-US" b="1" dirty="0">
                <a:solidFill>
                  <a:srgbClr val="006600"/>
                </a:solidFill>
                <a:latin typeface="Angsana New" pitchFamily="18" charset="-34"/>
              </a:rPr>
              <a:t>B)</a:t>
            </a:r>
          </a:p>
        </p:txBody>
      </p:sp>
      <p:sp>
        <p:nvSpPr>
          <p:cNvPr id="7" name="Rectangle 7"/>
          <p:cNvSpPr>
            <a:spLocks noChangeArrowheads="1"/>
          </p:cNvSpPr>
          <p:nvPr/>
        </p:nvSpPr>
        <p:spPr bwMode="auto">
          <a:xfrm>
            <a:off x="6248400" y="1079500"/>
            <a:ext cx="1905000" cy="1600200"/>
          </a:xfrm>
          <a:prstGeom prst="rect">
            <a:avLst/>
          </a:prstGeom>
          <a:solidFill>
            <a:srgbClr val="FFFFDD"/>
          </a:solidFill>
          <a:ln w="19050">
            <a:solidFill>
              <a:schemeClr val="bg1">
                <a:lumMod val="50000"/>
              </a:schemeClr>
            </a:solidFill>
            <a:miter lim="800000"/>
            <a:headEnd/>
            <a:tailEnd/>
          </a:ln>
        </p:spPr>
        <p:txBody>
          <a:bodyPr wrap="none" anchor="ctr"/>
          <a:lstStyle/>
          <a:p>
            <a:pPr>
              <a:defRPr/>
            </a:pPr>
            <a:endParaRPr lang="en-US"/>
          </a:p>
        </p:txBody>
      </p:sp>
      <p:sp>
        <p:nvSpPr>
          <p:cNvPr id="15" name="Rectangle 3"/>
          <p:cNvSpPr>
            <a:spLocks noChangeArrowheads="1"/>
          </p:cNvSpPr>
          <p:nvPr/>
        </p:nvSpPr>
        <p:spPr bwMode="auto">
          <a:xfrm>
            <a:off x="6553200" y="1370572"/>
            <a:ext cx="647700" cy="534428"/>
          </a:xfrm>
          <a:prstGeom prst="rect">
            <a:avLst/>
          </a:prstGeom>
          <a:noFill/>
          <a:ln w="9525">
            <a:noFill/>
            <a:miter lim="800000"/>
            <a:headEnd/>
            <a:tailEnd/>
          </a:ln>
        </p:spPr>
        <p:txBody>
          <a:bodyPr/>
          <a:lstStyle/>
          <a:p>
            <a:pPr>
              <a:tabLst>
                <a:tab pos="457200" algn="l"/>
              </a:tabLst>
            </a:pPr>
            <a:r>
              <a:rPr lang="en-US" b="1" dirty="0">
                <a:solidFill>
                  <a:srgbClr val="C00000"/>
                </a:solidFill>
                <a:latin typeface="Angsana New" pitchFamily="18" charset="-34"/>
              </a:rPr>
              <a:t>A</a:t>
            </a:r>
            <a:r>
              <a:rPr lang="en-US" b="1" baseline="30000" dirty="0">
                <a:solidFill>
                  <a:srgbClr val="C00000"/>
                </a:solidFill>
                <a:latin typeface="Angsana New" pitchFamily="18" charset="-34"/>
              </a:rPr>
              <a:t>c</a:t>
            </a:r>
            <a:endParaRPr lang="en-US" b="1" dirty="0">
              <a:solidFill>
                <a:srgbClr val="C00000"/>
              </a:solidFill>
              <a:latin typeface="Angsana New" pitchFamily="18" charset="-34"/>
              <a:sym typeface="Symbol" pitchFamily="18" charset="2"/>
            </a:endParaRPr>
          </a:p>
        </p:txBody>
      </p:sp>
      <p:grpSp>
        <p:nvGrpSpPr>
          <p:cNvPr id="2" name="Group 20"/>
          <p:cNvGrpSpPr>
            <a:grpSpLocks/>
          </p:cNvGrpSpPr>
          <p:nvPr/>
        </p:nvGrpSpPr>
        <p:grpSpPr bwMode="auto">
          <a:xfrm>
            <a:off x="6781800" y="1079500"/>
            <a:ext cx="1346886" cy="1580680"/>
            <a:chOff x="6197474" y="1141972"/>
            <a:chExt cx="1346886" cy="1580680"/>
          </a:xfrm>
        </p:grpSpPr>
        <p:sp>
          <p:nvSpPr>
            <p:cNvPr id="20" name="Isosceles Triangle 19"/>
            <p:cNvSpPr/>
            <p:nvPr/>
          </p:nvSpPr>
          <p:spPr>
            <a:xfrm flipH="1">
              <a:off x="6197474" y="1141972"/>
              <a:ext cx="1346886" cy="1580680"/>
            </a:xfrm>
            <a:prstGeom prst="triangle">
              <a:avLst>
                <a:gd name="adj" fmla="val 0"/>
              </a:avLst>
            </a:prstGeom>
            <a:solidFill>
              <a:srgbClr val="99FF33"/>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365" name="Text Box 8"/>
            <p:cNvSpPr txBox="1">
              <a:spLocks noChangeArrowheads="1"/>
            </p:cNvSpPr>
            <p:nvPr/>
          </p:nvSpPr>
          <p:spPr bwMode="auto">
            <a:xfrm>
              <a:off x="6912767" y="1913809"/>
              <a:ext cx="454479" cy="523220"/>
            </a:xfrm>
            <a:prstGeom prst="rect">
              <a:avLst/>
            </a:prstGeom>
            <a:noFill/>
            <a:ln w="9525">
              <a:noFill/>
              <a:miter lim="800000"/>
              <a:headEnd/>
              <a:tailEnd/>
            </a:ln>
          </p:spPr>
          <p:txBody>
            <a:bodyPr>
              <a:spAutoFit/>
            </a:bodyPr>
            <a:lstStyle/>
            <a:p>
              <a:pPr>
                <a:spcBef>
                  <a:spcPct val="50000"/>
                </a:spcBef>
              </a:pPr>
              <a:r>
                <a:rPr lang="en-US" b="1" dirty="0">
                  <a:solidFill>
                    <a:srgbClr val="006600"/>
                  </a:solidFill>
                  <a:latin typeface="Angsana New" pitchFamily="18" charset="-34"/>
                </a:rPr>
                <a:t>A</a:t>
              </a:r>
            </a:p>
          </p:txBody>
        </p:sp>
      </p:grpSp>
      <p:sp>
        <p:nvSpPr>
          <p:cNvPr id="8" name="Text Box 10"/>
          <p:cNvSpPr txBox="1">
            <a:spLocks noChangeArrowheads="1"/>
          </p:cNvSpPr>
          <p:nvPr/>
        </p:nvSpPr>
        <p:spPr bwMode="auto">
          <a:xfrm>
            <a:off x="7850188" y="941283"/>
            <a:ext cx="455612" cy="584775"/>
          </a:xfrm>
          <a:prstGeom prst="rect">
            <a:avLst/>
          </a:prstGeom>
          <a:noFill/>
          <a:ln w="9525">
            <a:noFill/>
            <a:miter lim="800000"/>
            <a:headEnd/>
            <a:tailEnd/>
          </a:ln>
        </p:spPr>
        <p:txBody>
          <a:bodyPr>
            <a:spAutoFit/>
          </a:bodyPr>
          <a:lstStyle/>
          <a:p>
            <a:pPr>
              <a:spcBef>
                <a:spcPct val="50000"/>
              </a:spcBef>
            </a:pPr>
            <a:r>
              <a:rPr lang="en-US" sz="3200" b="1" dirty="0">
                <a:solidFill>
                  <a:srgbClr val="FF9900"/>
                </a:solidFill>
                <a:latin typeface="Angsana New" pitchFamily="18" charset="-34"/>
              </a:rPr>
              <a:t>S</a:t>
            </a:r>
          </a:p>
        </p:txBody>
      </p:sp>
      <p:sp>
        <p:nvSpPr>
          <p:cNvPr id="31" name="Rectangle 7"/>
          <p:cNvSpPr>
            <a:spLocks noChangeArrowheads="1"/>
          </p:cNvSpPr>
          <p:nvPr/>
        </p:nvSpPr>
        <p:spPr bwMode="auto">
          <a:xfrm>
            <a:off x="228600" y="2819400"/>
            <a:ext cx="1905000" cy="1600200"/>
          </a:xfrm>
          <a:prstGeom prst="rect">
            <a:avLst/>
          </a:prstGeom>
          <a:solidFill>
            <a:srgbClr val="FFFFDD"/>
          </a:solidFill>
          <a:ln w="19050">
            <a:solidFill>
              <a:schemeClr val="bg1">
                <a:lumMod val="50000"/>
              </a:schemeClr>
            </a:solidFill>
            <a:miter lim="800000"/>
            <a:headEnd/>
            <a:tailEnd/>
          </a:ln>
        </p:spPr>
        <p:txBody>
          <a:bodyPr wrap="none" anchor="ctr"/>
          <a:lstStyle/>
          <a:p>
            <a:pPr>
              <a:defRPr/>
            </a:pPr>
            <a:endParaRPr lang="en-US"/>
          </a:p>
        </p:txBody>
      </p:sp>
      <p:sp>
        <p:nvSpPr>
          <p:cNvPr id="32" name="Text Box 10"/>
          <p:cNvSpPr txBox="1">
            <a:spLocks noChangeArrowheads="1"/>
          </p:cNvSpPr>
          <p:nvPr/>
        </p:nvSpPr>
        <p:spPr bwMode="auto">
          <a:xfrm>
            <a:off x="1836610" y="2691825"/>
            <a:ext cx="454025" cy="584775"/>
          </a:xfrm>
          <a:prstGeom prst="rect">
            <a:avLst/>
          </a:prstGeom>
          <a:noFill/>
          <a:ln w="9525">
            <a:noFill/>
            <a:miter lim="800000"/>
            <a:headEnd/>
            <a:tailEnd/>
          </a:ln>
        </p:spPr>
        <p:txBody>
          <a:bodyPr>
            <a:spAutoFit/>
          </a:bodyPr>
          <a:lstStyle/>
          <a:p>
            <a:pPr>
              <a:spcBef>
                <a:spcPct val="50000"/>
              </a:spcBef>
            </a:pPr>
            <a:r>
              <a:rPr lang="en-US" sz="3200" b="1" dirty="0">
                <a:solidFill>
                  <a:srgbClr val="FF9900"/>
                </a:solidFill>
                <a:latin typeface="Angsana New" pitchFamily="18" charset="-34"/>
              </a:rPr>
              <a:t>S</a:t>
            </a:r>
          </a:p>
        </p:txBody>
      </p:sp>
      <p:sp>
        <p:nvSpPr>
          <p:cNvPr id="24" name="Oval 30" descr="20%"/>
          <p:cNvSpPr>
            <a:spLocks noChangeArrowheads="1"/>
          </p:cNvSpPr>
          <p:nvPr/>
        </p:nvSpPr>
        <p:spPr bwMode="auto">
          <a:xfrm>
            <a:off x="434975" y="3254375"/>
            <a:ext cx="838200" cy="838200"/>
          </a:xfrm>
          <a:prstGeom prst="ellipse">
            <a:avLst/>
          </a:prstGeom>
          <a:pattFill prst="pct20">
            <a:fgClr>
              <a:schemeClr val="accent2"/>
            </a:fgClr>
            <a:bgClr>
              <a:srgbClr val="FFFFFF"/>
            </a:bgClr>
          </a:pattFill>
          <a:ln w="9525">
            <a:solidFill>
              <a:schemeClr val="tx1"/>
            </a:solidFill>
            <a:round/>
            <a:headEnd/>
            <a:tailEnd/>
          </a:ln>
        </p:spPr>
        <p:txBody>
          <a:bodyPr wrap="none" anchor="ctr"/>
          <a:lstStyle/>
          <a:p>
            <a:endParaRPr lang="en-US"/>
          </a:p>
        </p:txBody>
      </p:sp>
      <p:sp>
        <p:nvSpPr>
          <p:cNvPr id="27" name="Oval 29" descr="20%"/>
          <p:cNvSpPr>
            <a:spLocks noChangeArrowheads="1"/>
          </p:cNvSpPr>
          <p:nvPr/>
        </p:nvSpPr>
        <p:spPr bwMode="auto">
          <a:xfrm>
            <a:off x="815975" y="3330575"/>
            <a:ext cx="990600" cy="914400"/>
          </a:xfrm>
          <a:prstGeom prst="ellipse">
            <a:avLst/>
          </a:prstGeom>
          <a:pattFill prst="pct20">
            <a:fgClr>
              <a:schemeClr val="accent2"/>
            </a:fgClr>
            <a:bgClr>
              <a:schemeClr val="bg1"/>
            </a:bgClr>
          </a:pattFill>
          <a:ln w="9525">
            <a:solidFill>
              <a:schemeClr val="tx1"/>
            </a:solidFill>
            <a:round/>
            <a:headEnd/>
            <a:tailEnd/>
          </a:ln>
        </p:spPr>
        <p:txBody>
          <a:bodyPr wrap="none" anchor="ctr"/>
          <a:lstStyle/>
          <a:p>
            <a:endParaRPr lang="en-US"/>
          </a:p>
        </p:txBody>
      </p:sp>
      <p:sp>
        <p:nvSpPr>
          <p:cNvPr id="28" name="Oval 42"/>
          <p:cNvSpPr>
            <a:spLocks noChangeArrowheads="1"/>
          </p:cNvSpPr>
          <p:nvPr/>
        </p:nvSpPr>
        <p:spPr bwMode="auto">
          <a:xfrm>
            <a:off x="434975" y="3254375"/>
            <a:ext cx="847725" cy="838200"/>
          </a:xfrm>
          <a:prstGeom prst="ellipse">
            <a:avLst/>
          </a:prstGeom>
          <a:noFill/>
          <a:ln w="9525">
            <a:solidFill>
              <a:schemeClr val="tx1"/>
            </a:solidFill>
            <a:round/>
            <a:headEnd/>
            <a:tailEnd/>
          </a:ln>
        </p:spPr>
        <p:txBody>
          <a:bodyPr wrap="none" anchor="ctr"/>
          <a:lstStyle/>
          <a:p>
            <a:endParaRPr lang="en-US"/>
          </a:p>
        </p:txBody>
      </p:sp>
      <p:sp>
        <p:nvSpPr>
          <p:cNvPr id="29" name="Text Box 31"/>
          <p:cNvSpPr txBox="1">
            <a:spLocks noChangeArrowheads="1"/>
          </p:cNvSpPr>
          <p:nvPr/>
        </p:nvSpPr>
        <p:spPr bwMode="auto">
          <a:xfrm>
            <a:off x="518470" y="3411865"/>
            <a:ext cx="340368" cy="523220"/>
          </a:xfrm>
          <a:prstGeom prst="rect">
            <a:avLst/>
          </a:prstGeom>
          <a:noFill/>
          <a:ln w="9525">
            <a:noFill/>
            <a:miter lim="800000"/>
            <a:headEnd/>
            <a:tailEnd/>
          </a:ln>
        </p:spPr>
        <p:txBody>
          <a:bodyPr wrap="square">
            <a:spAutoFit/>
          </a:bodyPr>
          <a:lstStyle/>
          <a:p>
            <a:pPr>
              <a:spcBef>
                <a:spcPct val="50000"/>
              </a:spcBef>
            </a:pPr>
            <a:r>
              <a:rPr lang="en-US" b="1" dirty="0">
                <a:solidFill>
                  <a:srgbClr val="006600"/>
                </a:solidFill>
                <a:latin typeface="Angsana New" pitchFamily="18" charset="-34"/>
              </a:rPr>
              <a:t>A</a:t>
            </a:r>
          </a:p>
        </p:txBody>
      </p:sp>
      <p:sp>
        <p:nvSpPr>
          <p:cNvPr id="30" name="Text Box 32"/>
          <p:cNvSpPr txBox="1">
            <a:spLocks noChangeArrowheads="1"/>
          </p:cNvSpPr>
          <p:nvPr/>
        </p:nvSpPr>
        <p:spPr bwMode="auto">
          <a:xfrm>
            <a:off x="1271804" y="3618352"/>
            <a:ext cx="552450" cy="523220"/>
          </a:xfrm>
          <a:prstGeom prst="rect">
            <a:avLst/>
          </a:prstGeom>
          <a:noFill/>
          <a:ln w="9525">
            <a:noFill/>
            <a:miter lim="800000"/>
            <a:headEnd/>
            <a:tailEnd/>
          </a:ln>
        </p:spPr>
        <p:txBody>
          <a:bodyPr wrap="square">
            <a:spAutoFit/>
          </a:bodyPr>
          <a:lstStyle/>
          <a:p>
            <a:pPr>
              <a:spcBef>
                <a:spcPct val="50000"/>
              </a:spcBef>
            </a:pPr>
            <a:r>
              <a:rPr lang="en-US" b="1" dirty="0">
                <a:solidFill>
                  <a:srgbClr val="FF00FF"/>
                </a:solidFill>
                <a:latin typeface="Angsana New" pitchFamily="18" charset="-34"/>
              </a:rPr>
              <a:t> B</a:t>
            </a:r>
          </a:p>
        </p:txBody>
      </p:sp>
      <p:sp>
        <p:nvSpPr>
          <p:cNvPr id="34" name="Rectangle 11"/>
          <p:cNvSpPr>
            <a:spLocks noChangeArrowheads="1"/>
          </p:cNvSpPr>
          <p:nvPr/>
        </p:nvSpPr>
        <p:spPr bwMode="auto">
          <a:xfrm>
            <a:off x="685800" y="2238845"/>
            <a:ext cx="990600" cy="504355"/>
          </a:xfrm>
          <a:prstGeom prst="rect">
            <a:avLst/>
          </a:prstGeom>
          <a:noFill/>
          <a:ln w="9525">
            <a:noFill/>
            <a:miter lim="800000"/>
            <a:headEnd/>
            <a:tailEnd/>
          </a:ln>
        </p:spPr>
        <p:txBody>
          <a:bodyPr/>
          <a:lstStyle/>
          <a:p>
            <a:pPr>
              <a:tabLst>
                <a:tab pos="457200" algn="l"/>
              </a:tabLst>
              <a:defRPr/>
            </a:pPr>
            <a:r>
              <a:rPr lang="en-US" b="1" dirty="0">
                <a:solidFill>
                  <a:srgbClr val="006600"/>
                </a:solidFill>
                <a:latin typeface="Angsana New" pitchFamily="18" charset="-34"/>
              </a:rPr>
              <a:t>A</a:t>
            </a:r>
            <a:r>
              <a:rPr lang="en-US" sz="2400" b="1" dirty="0">
                <a:solidFill>
                  <a:schemeClr val="bg1">
                    <a:lumMod val="50000"/>
                  </a:schemeClr>
                </a:solidFill>
                <a:latin typeface="Angsana New" pitchFamily="18" charset="-34"/>
                <a:sym typeface="Symbol" pitchFamily="18" charset="2"/>
              </a:rPr>
              <a:t></a:t>
            </a:r>
            <a:r>
              <a:rPr lang="en-US" b="1" dirty="0">
                <a:solidFill>
                  <a:srgbClr val="FF00FF"/>
                </a:solidFill>
                <a:latin typeface="Angsana New" pitchFamily="18" charset="-34"/>
              </a:rPr>
              <a:t>B</a:t>
            </a:r>
          </a:p>
        </p:txBody>
      </p:sp>
      <p:sp>
        <p:nvSpPr>
          <p:cNvPr id="36" name="Freeform 35"/>
          <p:cNvSpPr/>
          <p:nvPr/>
        </p:nvSpPr>
        <p:spPr>
          <a:xfrm flipH="1" flipV="1">
            <a:off x="990600" y="2514600"/>
            <a:ext cx="806450" cy="1241425"/>
          </a:xfrm>
          <a:custGeom>
            <a:avLst/>
            <a:gdLst>
              <a:gd name="connsiteX0" fmla="*/ 358589 w 735106"/>
              <a:gd name="connsiteY0" fmla="*/ 1030941 h 1030941"/>
              <a:gd name="connsiteX1" fmla="*/ 62753 w 735106"/>
              <a:gd name="connsiteY1" fmla="*/ 833717 h 1030941"/>
              <a:gd name="connsiteX2" fmla="*/ 735106 w 735106"/>
              <a:gd name="connsiteY2" fmla="*/ 0 h 1030941"/>
            </a:gdLst>
            <a:ahLst/>
            <a:cxnLst>
              <a:cxn ang="0">
                <a:pos x="connsiteX0" y="connsiteY0"/>
              </a:cxn>
              <a:cxn ang="0">
                <a:pos x="connsiteX1" y="connsiteY1"/>
              </a:cxn>
              <a:cxn ang="0">
                <a:pos x="connsiteX2" y="connsiteY2"/>
              </a:cxn>
            </a:cxnLst>
            <a:rect l="l" t="t" r="r" b="b"/>
            <a:pathLst>
              <a:path w="735106" h="1030941">
                <a:moveTo>
                  <a:pt x="358589" y="1030941"/>
                </a:moveTo>
                <a:cubicBezTo>
                  <a:pt x="179294" y="1018240"/>
                  <a:pt x="0" y="1005540"/>
                  <a:pt x="62753" y="833717"/>
                </a:cubicBezTo>
                <a:cubicBezTo>
                  <a:pt x="125506" y="661894"/>
                  <a:pt x="430306" y="330947"/>
                  <a:pt x="735106" y="0"/>
                </a:cubicBezTo>
              </a:path>
            </a:pathLst>
          </a:custGeom>
          <a:ln w="28575">
            <a:solidFill>
              <a:schemeClr val="bg1">
                <a:lumMod val="50000"/>
              </a:schemeClr>
            </a:solidFill>
            <a:tailEnd type="stealth"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7" name="Rectangle 7"/>
          <p:cNvSpPr>
            <a:spLocks noChangeArrowheads="1"/>
          </p:cNvSpPr>
          <p:nvPr/>
        </p:nvSpPr>
        <p:spPr bwMode="auto">
          <a:xfrm>
            <a:off x="6344679" y="4724400"/>
            <a:ext cx="1905000" cy="1600200"/>
          </a:xfrm>
          <a:prstGeom prst="rect">
            <a:avLst/>
          </a:prstGeom>
          <a:solidFill>
            <a:srgbClr val="FFFFDD"/>
          </a:solidFill>
          <a:ln w="19050">
            <a:solidFill>
              <a:schemeClr val="bg1">
                <a:lumMod val="50000"/>
              </a:schemeClr>
            </a:solidFill>
            <a:miter lim="800000"/>
            <a:headEnd/>
            <a:tailEnd/>
          </a:ln>
        </p:spPr>
        <p:txBody>
          <a:bodyPr wrap="none" anchor="ctr"/>
          <a:lstStyle/>
          <a:p>
            <a:pPr>
              <a:defRPr/>
            </a:pPr>
            <a:endParaRPr lang="en-US"/>
          </a:p>
        </p:txBody>
      </p:sp>
      <p:sp>
        <p:nvSpPr>
          <p:cNvPr id="38" name="Text Box 10"/>
          <p:cNvSpPr txBox="1">
            <a:spLocks noChangeArrowheads="1"/>
          </p:cNvSpPr>
          <p:nvPr/>
        </p:nvSpPr>
        <p:spPr bwMode="auto">
          <a:xfrm>
            <a:off x="7927975" y="4596825"/>
            <a:ext cx="454025" cy="584775"/>
          </a:xfrm>
          <a:prstGeom prst="rect">
            <a:avLst/>
          </a:prstGeom>
          <a:noFill/>
          <a:ln w="9525">
            <a:noFill/>
            <a:miter lim="800000"/>
            <a:headEnd/>
            <a:tailEnd/>
          </a:ln>
        </p:spPr>
        <p:txBody>
          <a:bodyPr>
            <a:spAutoFit/>
          </a:bodyPr>
          <a:lstStyle/>
          <a:p>
            <a:pPr>
              <a:spcBef>
                <a:spcPct val="50000"/>
              </a:spcBef>
            </a:pPr>
            <a:r>
              <a:rPr lang="en-US" sz="3200" b="1" dirty="0">
                <a:solidFill>
                  <a:srgbClr val="FF9900"/>
                </a:solidFill>
                <a:latin typeface="Angsana New" pitchFamily="18" charset="-34"/>
              </a:rPr>
              <a:t>S</a:t>
            </a:r>
          </a:p>
        </p:txBody>
      </p:sp>
      <p:sp>
        <p:nvSpPr>
          <p:cNvPr id="40" name="Oval 29" descr="20%"/>
          <p:cNvSpPr>
            <a:spLocks noChangeArrowheads="1"/>
          </p:cNvSpPr>
          <p:nvPr/>
        </p:nvSpPr>
        <p:spPr bwMode="auto">
          <a:xfrm>
            <a:off x="6516129" y="5029200"/>
            <a:ext cx="1295400" cy="1143000"/>
          </a:xfrm>
          <a:prstGeom prst="ellipse">
            <a:avLst/>
          </a:prstGeom>
          <a:blipFill dpi="0" rotWithShape="1">
            <a:blip r:embed="rId2"/>
            <a:srcRect/>
            <a:tile tx="0" ty="0" sx="100000" sy="100000" flip="none" algn="tl"/>
          </a:blipFill>
          <a:ln w="9525">
            <a:solidFill>
              <a:schemeClr val="tx1"/>
            </a:solidFill>
            <a:round/>
            <a:headEnd/>
            <a:tailEnd/>
          </a:ln>
        </p:spPr>
        <p:txBody>
          <a:bodyPr wrap="none" anchor="ctr"/>
          <a:lstStyle/>
          <a:p>
            <a:endParaRPr lang="en-US"/>
          </a:p>
        </p:txBody>
      </p:sp>
      <p:sp>
        <p:nvSpPr>
          <p:cNvPr id="43" name="Text Box 32"/>
          <p:cNvSpPr txBox="1">
            <a:spLocks noChangeArrowheads="1"/>
          </p:cNvSpPr>
          <p:nvPr/>
        </p:nvSpPr>
        <p:spPr bwMode="auto">
          <a:xfrm>
            <a:off x="7228917" y="5159375"/>
            <a:ext cx="682625" cy="708025"/>
          </a:xfrm>
          <a:prstGeom prst="rect">
            <a:avLst/>
          </a:prstGeom>
          <a:noFill/>
          <a:ln w="9525">
            <a:noFill/>
            <a:miter lim="800000"/>
            <a:headEnd/>
            <a:tailEnd/>
          </a:ln>
        </p:spPr>
        <p:txBody>
          <a:bodyPr>
            <a:spAutoFit/>
          </a:bodyPr>
          <a:lstStyle/>
          <a:p>
            <a:pPr algn="ctr">
              <a:spcBef>
                <a:spcPct val="50000"/>
              </a:spcBef>
            </a:pPr>
            <a:r>
              <a:rPr lang="en-US" sz="4000" b="1" dirty="0">
                <a:solidFill>
                  <a:srgbClr val="FF00FF"/>
                </a:solidFill>
                <a:latin typeface="Angsana New" pitchFamily="18" charset="-34"/>
              </a:rPr>
              <a:t> </a:t>
            </a:r>
            <a:r>
              <a:rPr lang="en-US" b="1" dirty="0">
                <a:solidFill>
                  <a:srgbClr val="0070C0"/>
                </a:solidFill>
                <a:latin typeface="Angsana New" pitchFamily="18" charset="-34"/>
              </a:rPr>
              <a:t>B</a:t>
            </a:r>
          </a:p>
        </p:txBody>
      </p:sp>
      <p:grpSp>
        <p:nvGrpSpPr>
          <p:cNvPr id="3" name="Group 44"/>
          <p:cNvGrpSpPr>
            <a:grpSpLocks/>
          </p:cNvGrpSpPr>
          <p:nvPr/>
        </p:nvGrpSpPr>
        <p:grpSpPr bwMode="auto">
          <a:xfrm>
            <a:off x="6592329" y="5257800"/>
            <a:ext cx="838200" cy="838200"/>
            <a:chOff x="2971800" y="5638800"/>
            <a:chExt cx="838200" cy="838200"/>
          </a:xfrm>
        </p:grpSpPr>
        <p:sp>
          <p:nvSpPr>
            <p:cNvPr id="14362" name="Oval 30" descr="20%"/>
            <p:cNvSpPr>
              <a:spLocks noChangeArrowheads="1"/>
            </p:cNvSpPr>
            <p:nvPr/>
          </p:nvSpPr>
          <p:spPr bwMode="auto">
            <a:xfrm>
              <a:off x="2971800" y="5638800"/>
              <a:ext cx="838200" cy="838200"/>
            </a:xfrm>
            <a:prstGeom prst="ellipse">
              <a:avLst/>
            </a:prstGeom>
            <a:blipFill dpi="0" rotWithShape="1">
              <a:blip r:embed="rId3"/>
              <a:srcRect/>
              <a:tile tx="0" ty="0" sx="100000" sy="100000" flip="none" algn="tl"/>
            </a:blipFill>
            <a:ln w="9525">
              <a:solidFill>
                <a:schemeClr val="tx1"/>
              </a:solidFill>
              <a:round/>
              <a:headEnd/>
              <a:tailEnd/>
            </a:ln>
          </p:spPr>
          <p:txBody>
            <a:bodyPr wrap="none" anchor="ctr"/>
            <a:lstStyle/>
            <a:p>
              <a:endParaRPr lang="en-US">
                <a:solidFill>
                  <a:srgbClr val="7030A0"/>
                </a:solidFill>
              </a:endParaRPr>
            </a:p>
          </p:txBody>
        </p:sp>
        <p:sp>
          <p:nvSpPr>
            <p:cNvPr id="14363" name="Text Box 31"/>
            <p:cNvSpPr txBox="1">
              <a:spLocks noChangeArrowheads="1"/>
            </p:cNvSpPr>
            <p:nvPr/>
          </p:nvSpPr>
          <p:spPr bwMode="auto">
            <a:xfrm>
              <a:off x="3124200" y="5688105"/>
              <a:ext cx="530225" cy="523220"/>
            </a:xfrm>
            <a:prstGeom prst="rect">
              <a:avLst/>
            </a:prstGeom>
            <a:noFill/>
            <a:ln w="9525">
              <a:noFill/>
              <a:miter lim="800000"/>
              <a:headEnd/>
              <a:tailEnd/>
            </a:ln>
          </p:spPr>
          <p:txBody>
            <a:bodyPr>
              <a:spAutoFit/>
            </a:bodyPr>
            <a:lstStyle/>
            <a:p>
              <a:pPr algn="ctr">
                <a:spcBef>
                  <a:spcPct val="50000"/>
                </a:spcBef>
              </a:pPr>
              <a:r>
                <a:rPr lang="en-US" b="1" dirty="0">
                  <a:solidFill>
                    <a:srgbClr val="660066"/>
                  </a:solidFill>
                  <a:latin typeface="Angsana New" pitchFamily="18" charset="-34"/>
                </a:rPr>
                <a:t>A</a:t>
              </a:r>
            </a:p>
          </p:txBody>
        </p:sp>
      </p:grpSp>
      <p:sp>
        <p:nvSpPr>
          <p:cNvPr id="46" name="Rectangle 3"/>
          <p:cNvSpPr>
            <a:spLocks noChangeArrowheads="1"/>
          </p:cNvSpPr>
          <p:nvPr/>
        </p:nvSpPr>
        <p:spPr bwMode="auto">
          <a:xfrm>
            <a:off x="2800350" y="2608263"/>
            <a:ext cx="5200650" cy="838200"/>
          </a:xfrm>
          <a:prstGeom prst="rect">
            <a:avLst/>
          </a:prstGeom>
          <a:noFill/>
          <a:ln w="9525">
            <a:noFill/>
            <a:miter lim="800000"/>
            <a:headEnd/>
            <a:tailEnd/>
          </a:ln>
        </p:spPr>
        <p:txBody>
          <a:bodyPr/>
          <a:lstStyle/>
          <a:p>
            <a:pPr>
              <a:tabLst>
                <a:tab pos="457200" algn="l"/>
              </a:tabLst>
              <a:defRPr/>
            </a:pPr>
            <a:r>
              <a:rPr lang="en-US" b="1" dirty="0">
                <a:solidFill>
                  <a:schemeClr val="accent2">
                    <a:lumMod val="60000"/>
                    <a:lumOff val="40000"/>
                  </a:schemeClr>
                </a:solidFill>
                <a:latin typeface="Angsana New" panose="02020603050405020304" pitchFamily="18" charset="-34"/>
              </a:rPr>
              <a:t>P(</a:t>
            </a:r>
            <a:r>
              <a:rPr lang="en-US" sz="2400" b="1" dirty="0">
                <a:solidFill>
                  <a:schemeClr val="accent2">
                    <a:lumMod val="60000"/>
                    <a:lumOff val="40000"/>
                  </a:schemeClr>
                </a:solidFill>
                <a:latin typeface="Angsana New" pitchFamily="18" charset="-34"/>
                <a:sym typeface="Symbol"/>
              </a:rPr>
              <a:t></a:t>
            </a:r>
            <a:r>
              <a:rPr lang="en-US" b="1" baseline="30000" dirty="0">
                <a:solidFill>
                  <a:schemeClr val="accent2">
                    <a:lumMod val="60000"/>
                    <a:lumOff val="40000"/>
                  </a:schemeClr>
                </a:solidFill>
                <a:latin typeface="Angsana New" pitchFamily="18" charset="-34"/>
              </a:rPr>
              <a:t> </a:t>
            </a:r>
            <a:r>
              <a:rPr lang="en-US" b="1" dirty="0">
                <a:solidFill>
                  <a:schemeClr val="accent2">
                    <a:lumMod val="60000"/>
                    <a:lumOff val="40000"/>
                  </a:schemeClr>
                </a:solidFill>
                <a:latin typeface="Angsana New" pitchFamily="18" charset="-34"/>
              </a:rPr>
              <a:t>) = 1 – P(S) = 1 – 1 = 0</a:t>
            </a:r>
            <a:endParaRPr lang="en-US" b="1" dirty="0">
              <a:solidFill>
                <a:schemeClr val="accent2">
                  <a:lumMod val="60000"/>
                  <a:lumOff val="40000"/>
                </a:schemeClr>
              </a:solidFill>
              <a:latin typeface="Angsana New" pitchFamily="18" charset="-34"/>
              <a:sym typeface="Symbol" pitchFamily="18" charset="2"/>
            </a:endParaRPr>
          </a:p>
        </p:txBody>
      </p:sp>
      <p:sp>
        <p:nvSpPr>
          <p:cNvPr id="4" name="Slide Number Placeholder 3">
            <a:extLst>
              <a:ext uri="{FF2B5EF4-FFF2-40B4-BE49-F238E27FC236}">
                <a16:creationId xmlns:a16="http://schemas.microsoft.com/office/drawing/2014/main" id="{F94626D9-1971-471F-9256-1A88A5CF0191}"/>
              </a:ext>
            </a:extLst>
          </p:cNvPr>
          <p:cNvSpPr>
            <a:spLocks noGrp="1"/>
          </p:cNvSpPr>
          <p:nvPr>
            <p:ph type="sldNum" sz="quarter" idx="12"/>
          </p:nvPr>
        </p:nvSpPr>
        <p:spPr/>
        <p:txBody>
          <a:bodyPr/>
          <a:lstStyle/>
          <a:p>
            <a:pPr>
              <a:defRPr/>
            </a:pPr>
            <a:fld id="{0598EADD-7714-4E0A-AD4B-AC83F9F5DA12}" type="slidenum">
              <a:rPr lang="en-US" smtClean="0"/>
              <a:pPr>
                <a:defRPr/>
              </a:pPr>
              <a:t>11</a:t>
            </a:fld>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dissolve">
                                      <p:cBhvr>
                                        <p:cTn id="7" dur="300"/>
                                        <p:tgtEl>
                                          <p:spTgt spid="10242"/>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10246">
                                            <p:txEl>
                                              <p:pRg st="0" end="0"/>
                                            </p:txEl>
                                          </p:spTgt>
                                        </p:tgtEl>
                                        <p:attrNameLst>
                                          <p:attrName>style.visibility</p:attrName>
                                        </p:attrNameLst>
                                      </p:cBhvr>
                                      <p:to>
                                        <p:strVal val="visible"/>
                                      </p:to>
                                    </p:set>
                                    <p:animEffect transition="in" filter="wipe(left)">
                                      <p:cBhvr>
                                        <p:cTn id="11" dur="300"/>
                                        <p:tgtEl>
                                          <p:spTgt spid="10246">
                                            <p:txEl>
                                              <p:pRg st="0" end="0"/>
                                            </p:txEl>
                                          </p:spTgt>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dissolve">
                                      <p:cBhvr>
                                        <p:cTn id="14" dur="300"/>
                                        <p:tgtEl>
                                          <p:spTgt spid="7"/>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3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43">
                                            <p:txEl>
                                              <p:pRg st="0" end="0"/>
                                            </p:txEl>
                                          </p:spTgt>
                                        </p:tgtEl>
                                        <p:attrNameLst>
                                          <p:attrName>style.visibility</p:attrName>
                                        </p:attrNameLst>
                                      </p:cBhvr>
                                      <p:to>
                                        <p:strVal val="visible"/>
                                      </p:to>
                                    </p:set>
                                    <p:animEffect transition="in" filter="wipe(left)">
                                      <p:cBhvr>
                                        <p:cTn id="22" dur="300"/>
                                        <p:tgtEl>
                                          <p:spTgt spid="10243">
                                            <p:txEl>
                                              <p:pRg st="0" end="0"/>
                                            </p:txEl>
                                          </p:spTgt>
                                        </p:tgtEl>
                                      </p:cBhvr>
                                    </p:animEffect>
                                  </p:childTnLst>
                                </p:cTn>
                              </p:par>
                            </p:childTnLst>
                          </p:cTn>
                        </p:par>
                        <p:par>
                          <p:cTn id="23" fill="hold">
                            <p:stCondLst>
                              <p:cond delay="300"/>
                            </p:stCondLst>
                            <p:childTnLst>
                              <p:par>
                                <p:cTn id="24" presetID="22" presetClass="entr" presetSubtype="1" fill="hold" nodeType="after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up)">
                                      <p:cBhvr>
                                        <p:cTn id="26" dur="300"/>
                                        <p:tgtEl>
                                          <p:spTgt spid="2"/>
                                        </p:tgtEl>
                                      </p:cBhvr>
                                    </p:animEffect>
                                  </p:childTnLst>
                                </p:cTn>
                              </p:par>
                            </p:childTnLst>
                          </p:cTn>
                        </p:par>
                        <p:par>
                          <p:cTn id="27" fill="hold">
                            <p:stCondLst>
                              <p:cond delay="600"/>
                            </p:stCondLst>
                            <p:childTnLst>
                              <p:par>
                                <p:cTn id="28" presetID="22" presetClass="entr" presetSubtype="8" fill="hold" grpId="0" nodeType="afterEffect">
                                  <p:stCondLst>
                                    <p:cond delay="0"/>
                                  </p:stCondLst>
                                  <p:childTnLst>
                                    <p:set>
                                      <p:cBhvr>
                                        <p:cTn id="29" dur="1" fill="hold">
                                          <p:stCondLst>
                                            <p:cond delay="0"/>
                                          </p:stCondLst>
                                        </p:cTn>
                                        <p:tgtEl>
                                          <p:spTgt spid="15">
                                            <p:txEl>
                                              <p:pRg st="0" end="0"/>
                                            </p:txEl>
                                          </p:spTgt>
                                        </p:tgtEl>
                                        <p:attrNameLst>
                                          <p:attrName>style.visibility</p:attrName>
                                        </p:attrNameLst>
                                      </p:cBhvr>
                                      <p:to>
                                        <p:strVal val="visible"/>
                                      </p:to>
                                    </p:set>
                                    <p:animEffect transition="in" filter="wipe(left)">
                                      <p:cBhvr>
                                        <p:cTn id="30" dur="300"/>
                                        <p:tgtEl>
                                          <p:spTgt spid="15">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6">
                                            <p:txEl>
                                              <p:pRg st="0" end="0"/>
                                            </p:txEl>
                                          </p:spTgt>
                                        </p:tgtEl>
                                        <p:attrNameLst>
                                          <p:attrName>style.visibility</p:attrName>
                                        </p:attrNameLst>
                                      </p:cBhvr>
                                      <p:to>
                                        <p:strVal val="visible"/>
                                      </p:to>
                                    </p:set>
                                    <p:animEffect transition="in" filter="wipe(left)">
                                      <p:cBhvr>
                                        <p:cTn id="35" dur="300"/>
                                        <p:tgtEl>
                                          <p:spTgt spid="46">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251">
                                            <p:txEl>
                                              <p:pRg st="0" end="0"/>
                                            </p:txEl>
                                          </p:spTgt>
                                        </p:tgtEl>
                                        <p:attrNameLst>
                                          <p:attrName>style.visibility</p:attrName>
                                        </p:attrNameLst>
                                      </p:cBhvr>
                                      <p:to>
                                        <p:strVal val="visible"/>
                                      </p:to>
                                    </p:set>
                                    <p:animEffect transition="in" filter="wipe(left)">
                                      <p:cBhvr>
                                        <p:cTn id="40" dur="300"/>
                                        <p:tgtEl>
                                          <p:spTgt spid="10251">
                                            <p:txEl>
                                              <p:pRg st="0" end="0"/>
                                            </p:txEl>
                                          </p:spTgt>
                                        </p:tgtEl>
                                      </p:cBhvr>
                                    </p:animEffect>
                                  </p:childTnLst>
                                </p:cTn>
                              </p:par>
                            </p:childTnLst>
                          </p:cTn>
                        </p:par>
                        <p:par>
                          <p:cTn id="41" fill="hold">
                            <p:stCondLst>
                              <p:cond delay="300"/>
                            </p:stCondLst>
                            <p:childTnLst>
                              <p:par>
                                <p:cTn id="42" presetID="9" presetClass="entr" presetSubtype="0" fill="hold" grpId="0" nodeType="after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dissolve">
                                      <p:cBhvr>
                                        <p:cTn id="44" dur="300"/>
                                        <p:tgtEl>
                                          <p:spTgt spid="31"/>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dissolve">
                                      <p:cBhvr>
                                        <p:cTn id="47" dur="300"/>
                                        <p:tgtEl>
                                          <p:spTgt spid="32"/>
                                        </p:tgtEl>
                                      </p:cBhvr>
                                    </p:animEffect>
                                  </p:childTnLst>
                                </p:cTn>
                              </p:par>
                            </p:childTnLst>
                          </p:cTn>
                        </p:par>
                        <p:par>
                          <p:cTn id="48" fill="hold">
                            <p:stCondLst>
                              <p:cond delay="600"/>
                            </p:stCondLst>
                            <p:childTnLst>
                              <p:par>
                                <p:cTn id="49" presetID="9" presetClass="entr" presetSubtype="0" fill="hold" grpId="0" nodeType="after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dissolve">
                                      <p:cBhvr>
                                        <p:cTn id="51" dur="300"/>
                                        <p:tgtEl>
                                          <p:spTgt spid="24"/>
                                        </p:tgtEl>
                                      </p:cBhvr>
                                    </p:animEffect>
                                  </p:childTnLst>
                                </p:cTn>
                              </p:par>
                            </p:childTnLst>
                          </p:cTn>
                        </p:par>
                        <p:par>
                          <p:cTn id="52" fill="hold">
                            <p:stCondLst>
                              <p:cond delay="900"/>
                            </p:stCondLst>
                            <p:childTnLst>
                              <p:par>
                                <p:cTn id="53" presetID="9" presetClass="entr" presetSubtype="0"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dissolve">
                                      <p:cBhvr>
                                        <p:cTn id="55" dur="300"/>
                                        <p:tgtEl>
                                          <p:spTgt spid="29"/>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dissolve">
                                      <p:cBhvr>
                                        <p:cTn id="60" dur="300"/>
                                        <p:tgtEl>
                                          <p:spTgt spid="27"/>
                                        </p:tgtEl>
                                      </p:cBhvr>
                                    </p:animEffect>
                                  </p:childTnLst>
                                </p:cTn>
                              </p:par>
                            </p:childTnLst>
                          </p:cTn>
                        </p:par>
                        <p:par>
                          <p:cTn id="61" fill="hold">
                            <p:stCondLst>
                              <p:cond delay="300"/>
                            </p:stCondLst>
                            <p:childTnLst>
                              <p:par>
                                <p:cTn id="62" presetID="9" presetClass="entr" presetSubtype="0" fill="hold" grpId="0" nodeType="after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dissolve">
                                      <p:cBhvr>
                                        <p:cTn id="64" dur="300"/>
                                        <p:tgtEl>
                                          <p:spTgt spid="30"/>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dissolve">
                                      <p:cBhvr>
                                        <p:cTn id="67" dur="3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4">
                                            <p:txEl>
                                              <p:pRg st="0" end="0"/>
                                            </p:txEl>
                                          </p:spTgt>
                                        </p:tgtEl>
                                        <p:attrNameLst>
                                          <p:attrName>style.visibility</p:attrName>
                                        </p:attrNameLst>
                                      </p:cBhvr>
                                      <p:to>
                                        <p:strVal val="visible"/>
                                      </p:to>
                                    </p:set>
                                    <p:animEffect transition="in" filter="wipe(left)">
                                      <p:cBhvr>
                                        <p:cTn id="72" dur="300"/>
                                        <p:tgtEl>
                                          <p:spTgt spid="34">
                                            <p:txEl>
                                              <p:pRg st="0" end="0"/>
                                            </p:txEl>
                                          </p:spTgt>
                                        </p:tgtEl>
                                      </p:cBhvr>
                                    </p:animEffect>
                                  </p:childTnLst>
                                </p:cTn>
                              </p:par>
                            </p:childTnLst>
                          </p:cTn>
                        </p:par>
                        <p:par>
                          <p:cTn id="73" fill="hold">
                            <p:stCondLst>
                              <p:cond delay="300"/>
                            </p:stCondLst>
                            <p:childTnLst>
                              <p:par>
                                <p:cTn id="74" presetID="22" presetClass="entr" presetSubtype="1" fill="hold" grpId="0" nodeType="after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wipe(up)">
                                      <p:cBhvr>
                                        <p:cTn id="76" dur="300"/>
                                        <p:tgtEl>
                                          <p:spTgt spid="3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0250"/>
                                        </p:tgtEl>
                                        <p:attrNameLst>
                                          <p:attrName>style.visibility</p:attrName>
                                        </p:attrNameLst>
                                      </p:cBhvr>
                                      <p:to>
                                        <p:strVal val="visible"/>
                                      </p:to>
                                    </p:set>
                                    <p:animEffect transition="in" filter="wipe(left)">
                                      <p:cBhvr>
                                        <p:cTn id="81" dur="300"/>
                                        <p:tgtEl>
                                          <p:spTgt spid="10250"/>
                                        </p:tgtEl>
                                      </p:cBhvr>
                                    </p:animEffect>
                                  </p:childTnLst>
                                </p:cTn>
                              </p:par>
                            </p:childTnLst>
                          </p:cTn>
                        </p:par>
                        <p:par>
                          <p:cTn id="82" fill="hold">
                            <p:stCondLst>
                              <p:cond delay="300"/>
                            </p:stCondLst>
                            <p:childTnLst>
                              <p:par>
                                <p:cTn id="83" presetID="9" presetClass="entr" presetSubtype="0" fill="hold" grpId="0" nodeType="after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dissolve">
                                      <p:cBhvr>
                                        <p:cTn id="85" dur="300"/>
                                        <p:tgtEl>
                                          <p:spTgt spid="37"/>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dissolve">
                                      <p:cBhvr>
                                        <p:cTn id="88" dur="300"/>
                                        <p:tgtEl>
                                          <p:spTgt spid="38"/>
                                        </p:tgtEl>
                                      </p:cBhvr>
                                    </p:animEffect>
                                  </p:childTnLst>
                                </p:cTn>
                              </p:par>
                            </p:childTnLst>
                          </p:cTn>
                        </p:par>
                        <p:par>
                          <p:cTn id="89" fill="hold">
                            <p:stCondLst>
                              <p:cond delay="600"/>
                            </p:stCondLst>
                            <p:childTnLst>
                              <p:par>
                                <p:cTn id="90" presetID="9" presetClass="entr" presetSubtype="0" fill="hold" nodeType="afterEffect">
                                  <p:stCondLst>
                                    <p:cond delay="0"/>
                                  </p:stCondLst>
                                  <p:childTnLst>
                                    <p:set>
                                      <p:cBhvr>
                                        <p:cTn id="91" dur="1" fill="hold">
                                          <p:stCondLst>
                                            <p:cond delay="0"/>
                                          </p:stCondLst>
                                        </p:cTn>
                                        <p:tgtEl>
                                          <p:spTgt spid="3"/>
                                        </p:tgtEl>
                                        <p:attrNameLst>
                                          <p:attrName>style.visibility</p:attrName>
                                        </p:attrNameLst>
                                      </p:cBhvr>
                                      <p:to>
                                        <p:strVal val="visible"/>
                                      </p:to>
                                    </p:set>
                                    <p:animEffect transition="in" filter="dissolve">
                                      <p:cBhvr>
                                        <p:cTn id="92" dur="300"/>
                                        <p:tgtEl>
                                          <p:spTgt spid="3"/>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dissolve">
                                      <p:cBhvr>
                                        <p:cTn id="97" dur="300"/>
                                        <p:tgtEl>
                                          <p:spTgt spid="40"/>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43"/>
                                        </p:tgtEl>
                                        <p:attrNameLst>
                                          <p:attrName>style.visibility</p:attrName>
                                        </p:attrNameLst>
                                      </p:cBhvr>
                                      <p:to>
                                        <p:strVal val="visible"/>
                                      </p:to>
                                    </p:set>
                                    <p:animEffect transition="in" filter="dissolve">
                                      <p:cBhvr>
                                        <p:cTn id="100" dur="3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utoUpdateAnimBg="0"/>
      <p:bldP spid="10243" grpId="0" build="p" autoUpdateAnimBg="0" advAuto="0"/>
      <p:bldP spid="10246" grpId="0" build="p" autoUpdateAnimBg="0" advAuto="0"/>
      <p:bldP spid="10250" grpId="0"/>
      <p:bldP spid="10251" grpId="0" build="p" autoUpdateAnimBg="0" advAuto="0"/>
      <p:bldP spid="7" grpId="0" animBg="1"/>
      <p:bldP spid="15" grpId="0" build="p" autoUpdateAnimBg="0" advAuto="0"/>
      <p:bldP spid="8" grpId="0"/>
      <p:bldP spid="31" grpId="0" animBg="1"/>
      <p:bldP spid="32" grpId="0"/>
      <p:bldP spid="24" grpId="0" animBg="1"/>
      <p:bldP spid="27" grpId="0" animBg="1"/>
      <p:bldP spid="28" grpId="0" animBg="1"/>
      <p:bldP spid="29" grpId="0"/>
      <p:bldP spid="30" grpId="0"/>
      <p:bldP spid="34" grpId="0" build="p" autoUpdateAnimBg="0" advAuto="0"/>
      <p:bldP spid="36" grpId="0" animBg="1"/>
      <p:bldP spid="37" grpId="0" animBg="1"/>
      <p:bldP spid="38" grpId="0"/>
      <p:bldP spid="40" grpId="0" animBg="1"/>
      <p:bldP spid="43" grpId="0"/>
      <p:bldP spid="46" grpId="0" build="p" autoUpdateAnimBg="0"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ctrTitle"/>
          </p:nvPr>
        </p:nvSpPr>
        <p:spPr>
          <a:xfrm>
            <a:off x="120650" y="76200"/>
            <a:ext cx="6661149" cy="685800"/>
          </a:xfrm>
        </p:spPr>
        <p:txBody>
          <a:bodyPr>
            <a:normAutofit/>
          </a:bodyPr>
          <a:lstStyle/>
          <a:p>
            <a:pPr algn="l" eaLnBrk="1" hangingPunct="1">
              <a:lnSpc>
                <a:spcPct val="90000"/>
              </a:lnSpc>
            </a:pPr>
            <a:r>
              <a:rPr lang="th-TH" sz="3200" b="1" dirty="0">
                <a:solidFill>
                  <a:srgbClr val="CC00FF"/>
                </a:solidFill>
                <a:latin typeface="Angsana New" panose="02020603050405020304" pitchFamily="18" charset="-34"/>
                <a:cs typeface="Angsana New" panose="02020603050405020304" pitchFamily="18" charset="-34"/>
              </a:rPr>
              <a:t>วิธีการหาความน่าจะเป็นของเหตุการณ์</a:t>
            </a:r>
          </a:p>
        </p:txBody>
      </p:sp>
      <p:sp>
        <p:nvSpPr>
          <p:cNvPr id="4" name="Rectangle 3"/>
          <p:cNvSpPr>
            <a:spLocks noChangeArrowheads="1"/>
          </p:cNvSpPr>
          <p:nvPr/>
        </p:nvSpPr>
        <p:spPr bwMode="auto">
          <a:xfrm>
            <a:off x="428625" y="609600"/>
            <a:ext cx="6581775" cy="533400"/>
          </a:xfrm>
          <a:prstGeom prst="rect">
            <a:avLst/>
          </a:prstGeom>
          <a:noFill/>
          <a:ln w="9525">
            <a:noFill/>
            <a:miter lim="800000"/>
            <a:headEnd/>
            <a:tailEnd/>
          </a:ln>
        </p:spPr>
        <p:txBody>
          <a:bodyPr/>
          <a:lstStyle/>
          <a:p>
            <a:pPr>
              <a:tabLst>
                <a:tab pos="457200" algn="l"/>
              </a:tabLst>
            </a:pPr>
            <a:r>
              <a:rPr lang="en-US" b="1" dirty="0">
                <a:solidFill>
                  <a:srgbClr val="0000FF"/>
                </a:solidFill>
                <a:latin typeface="Angsana New" panose="02020603050405020304" pitchFamily="18" charset="-34"/>
                <a:cs typeface="Angsana New" panose="02020603050405020304" pitchFamily="18" charset="-34"/>
              </a:rPr>
              <a:t>1. </a:t>
            </a:r>
            <a:r>
              <a:rPr lang="en-US" b="1" dirty="0" err="1">
                <a:solidFill>
                  <a:srgbClr val="0000FF"/>
                </a:solidFill>
                <a:latin typeface="Angsana New" panose="02020603050405020304" pitchFamily="18" charset="-34"/>
                <a:cs typeface="Angsana New" panose="02020603050405020304" pitchFamily="18" charset="-34"/>
              </a:rPr>
              <a:t>วิธีอัตวิสัย</a:t>
            </a:r>
            <a:r>
              <a:rPr lang="en-US" b="1" dirty="0">
                <a:solidFill>
                  <a:srgbClr val="0000FF"/>
                </a:solidFill>
                <a:latin typeface="Angsana New" panose="02020603050405020304" pitchFamily="18" charset="-34"/>
                <a:cs typeface="Angsana New" panose="02020603050405020304" pitchFamily="18" charset="-34"/>
              </a:rPr>
              <a:t> (Subjective Approach)</a:t>
            </a:r>
            <a:endParaRPr lang="en-US" b="1" dirty="0">
              <a:solidFill>
                <a:srgbClr val="0000FF"/>
              </a:solidFill>
              <a:latin typeface="Angsana New" pitchFamily="18" charset="-34"/>
              <a:cs typeface="Angsana New" panose="02020603050405020304" pitchFamily="18" charset="-34"/>
              <a:sym typeface="Symbol" pitchFamily="18" charset="2"/>
            </a:endParaRPr>
          </a:p>
        </p:txBody>
      </p:sp>
      <p:sp>
        <p:nvSpPr>
          <p:cNvPr id="5" name="Rectangle 4"/>
          <p:cNvSpPr>
            <a:spLocks noChangeArrowheads="1"/>
          </p:cNvSpPr>
          <p:nvPr/>
        </p:nvSpPr>
        <p:spPr bwMode="auto">
          <a:xfrm>
            <a:off x="457200" y="1066800"/>
            <a:ext cx="7543800" cy="533400"/>
          </a:xfrm>
          <a:prstGeom prst="rect">
            <a:avLst/>
          </a:prstGeom>
          <a:noFill/>
          <a:ln w="9525">
            <a:noFill/>
            <a:miter lim="800000"/>
            <a:headEnd/>
            <a:tailEnd/>
          </a:ln>
        </p:spPr>
        <p:txBody>
          <a:bodyPr/>
          <a:lstStyle/>
          <a:p>
            <a:pPr marL="457200" indent="-457200">
              <a:lnSpc>
                <a:spcPct val="90000"/>
              </a:lnSpc>
              <a:tabLst>
                <a:tab pos="457200" algn="l"/>
              </a:tabLst>
            </a:pPr>
            <a:r>
              <a:rPr lang="en-US" b="1" dirty="0">
                <a:solidFill>
                  <a:srgbClr val="006600"/>
                </a:solidFill>
                <a:latin typeface="Angsana New" pitchFamily="18" charset="-34"/>
                <a:cs typeface="Angsana New" panose="02020603050405020304" pitchFamily="18" charset="-34"/>
              </a:rPr>
              <a:t>2. </a:t>
            </a:r>
            <a:r>
              <a:rPr lang="en-US" b="1" dirty="0" err="1">
                <a:solidFill>
                  <a:srgbClr val="006600"/>
                </a:solidFill>
                <a:latin typeface="Angsana New" pitchFamily="18" charset="-34"/>
                <a:cs typeface="Angsana New" panose="02020603050405020304" pitchFamily="18" charset="-34"/>
              </a:rPr>
              <a:t>วิธีความถี่สัมพัทธ์</a:t>
            </a:r>
            <a:r>
              <a:rPr lang="en-US" b="1" dirty="0">
                <a:solidFill>
                  <a:srgbClr val="006600"/>
                </a:solidFill>
                <a:latin typeface="Angsana New" pitchFamily="18" charset="-34"/>
                <a:cs typeface="Angsana New" panose="02020603050405020304" pitchFamily="18" charset="-34"/>
              </a:rPr>
              <a:t> (Relative </a:t>
            </a:r>
            <a:r>
              <a:rPr lang="en-US" b="1">
                <a:solidFill>
                  <a:srgbClr val="006600"/>
                </a:solidFill>
                <a:latin typeface="Angsana New" pitchFamily="18" charset="-34"/>
                <a:cs typeface="Angsana New" panose="02020603050405020304" pitchFamily="18" charset="-34"/>
              </a:rPr>
              <a:t>Frequency Approach</a:t>
            </a:r>
            <a:r>
              <a:rPr lang="en-US" b="1">
                <a:solidFill>
                  <a:srgbClr val="006600"/>
                </a:solidFill>
                <a:latin typeface="Angsana New" pitchFamily="18" charset="-34"/>
              </a:rPr>
              <a:t>)</a:t>
            </a:r>
            <a:r>
              <a:rPr lang="en-US" b="1">
                <a:solidFill>
                  <a:srgbClr val="006600"/>
                </a:solidFill>
                <a:latin typeface="Angsana New" pitchFamily="18" charset="-34"/>
                <a:cs typeface="Angsana New" panose="02020603050405020304" pitchFamily="18" charset="-34"/>
              </a:rPr>
              <a:t> </a:t>
            </a:r>
            <a:r>
              <a:rPr lang="en-US" b="1">
                <a:solidFill>
                  <a:srgbClr val="006600"/>
                </a:solidFill>
                <a:latin typeface="Angsana New" pitchFamily="18" charset="-34"/>
                <a:cs typeface="Angsana New" panose="02020603050405020304" pitchFamily="18" charset="-34"/>
                <a:sym typeface="Symbol" pitchFamily="18" charset="2"/>
              </a:rPr>
              <a:t> </a:t>
            </a:r>
            <a:endParaRPr lang="en-US" b="1" dirty="0">
              <a:solidFill>
                <a:srgbClr val="006600"/>
              </a:solidFill>
              <a:latin typeface="Angsana New" pitchFamily="18" charset="-34"/>
              <a:cs typeface="Angsana New" panose="02020603050405020304" pitchFamily="18" charset="-34"/>
              <a:sym typeface="Symbol" pitchFamily="18" charset="2"/>
            </a:endParaRPr>
          </a:p>
        </p:txBody>
      </p:sp>
      <p:sp>
        <p:nvSpPr>
          <p:cNvPr id="6" name="Text Box 5"/>
          <p:cNvSpPr txBox="1">
            <a:spLocks noChangeArrowheads="1"/>
          </p:cNvSpPr>
          <p:nvPr/>
        </p:nvSpPr>
        <p:spPr bwMode="auto">
          <a:xfrm>
            <a:off x="381000" y="3733800"/>
            <a:ext cx="6705600" cy="523220"/>
          </a:xfrm>
          <a:prstGeom prst="rect">
            <a:avLst/>
          </a:prstGeom>
          <a:noFill/>
          <a:ln w="9525">
            <a:noFill/>
            <a:miter lim="800000"/>
            <a:headEnd/>
            <a:tailEnd/>
          </a:ln>
        </p:spPr>
        <p:txBody>
          <a:bodyPr>
            <a:spAutoFit/>
          </a:bodyPr>
          <a:lstStyle/>
          <a:p>
            <a:pPr>
              <a:spcBef>
                <a:spcPct val="50000"/>
              </a:spcBef>
            </a:pPr>
            <a:r>
              <a:rPr lang="en-US" b="1" dirty="0">
                <a:solidFill>
                  <a:srgbClr val="FF0000"/>
                </a:solidFill>
                <a:latin typeface="Angsana New" panose="02020603050405020304" pitchFamily="18" charset="-34"/>
                <a:cs typeface="Angsana New" panose="02020603050405020304" pitchFamily="18" charset="-34"/>
              </a:rPr>
              <a:t>3. </a:t>
            </a:r>
            <a:r>
              <a:rPr lang="en-US" b="1" dirty="0" err="1">
                <a:solidFill>
                  <a:srgbClr val="FF0000"/>
                </a:solidFill>
                <a:latin typeface="Angsana New" panose="02020603050405020304" pitchFamily="18" charset="-34"/>
                <a:cs typeface="Angsana New" panose="02020603050405020304" pitchFamily="18" charset="-34"/>
              </a:rPr>
              <a:t>วิธีคลาสสิค</a:t>
            </a:r>
            <a:r>
              <a:rPr lang="en-US" b="1" dirty="0">
                <a:solidFill>
                  <a:srgbClr val="FF0000"/>
                </a:solidFill>
                <a:latin typeface="Angsana New" panose="02020603050405020304" pitchFamily="18" charset="-34"/>
                <a:cs typeface="Angsana New" panose="02020603050405020304" pitchFamily="18" charset="-34"/>
              </a:rPr>
              <a:t> (Classical Approach)</a:t>
            </a:r>
          </a:p>
        </p:txBody>
      </p:sp>
      <p:sp>
        <p:nvSpPr>
          <p:cNvPr id="7" name="Rectangle 2"/>
          <p:cNvSpPr txBox="1">
            <a:spLocks noChangeArrowheads="1"/>
          </p:cNvSpPr>
          <p:nvPr/>
        </p:nvSpPr>
        <p:spPr bwMode="auto">
          <a:xfrm>
            <a:off x="914400" y="1447800"/>
            <a:ext cx="8077200" cy="517635"/>
          </a:xfrm>
          <a:prstGeom prst="rect">
            <a:avLst/>
          </a:prstGeom>
          <a:noFill/>
          <a:ln w="9525">
            <a:noFill/>
            <a:miter lim="800000"/>
            <a:headEnd/>
            <a:tailEnd/>
          </a:ln>
          <a:effectLst/>
        </p:spPr>
        <p:txBody>
          <a:bodyPr anchor="t"/>
          <a:lstStyle/>
          <a:p>
            <a:pPr>
              <a:defRPr/>
            </a:pPr>
            <a:r>
              <a:rPr lang="th-TH" b="1" kern="0" dirty="0">
                <a:solidFill>
                  <a:srgbClr val="3333CC"/>
                </a:solidFill>
                <a:latin typeface="Angsana New" pitchFamily="18" charset="-34"/>
                <a:ea typeface="+mj-ea"/>
                <a:cs typeface="Angsana New" panose="02020603050405020304" pitchFamily="18" charset="-34"/>
              </a:rPr>
              <a:t>ตัวอย่าง</a:t>
            </a:r>
            <a:r>
              <a:rPr lang="en-US" b="1" kern="0" dirty="0">
                <a:solidFill>
                  <a:srgbClr val="3333CC"/>
                </a:solidFill>
                <a:latin typeface="Angsana New" pitchFamily="18" charset="-34"/>
                <a:ea typeface="+mj-ea"/>
                <a:cs typeface="Angsana New" panose="02020603050405020304" pitchFamily="18" charset="-34"/>
              </a:rPr>
              <a:t>: </a:t>
            </a:r>
            <a:r>
              <a:rPr lang="th-TH" b="1" kern="0" dirty="0">
                <a:solidFill>
                  <a:srgbClr val="3333CC"/>
                </a:solidFill>
                <a:latin typeface="Angsana New" pitchFamily="18" charset="-34"/>
                <a:ea typeface="+mj-ea"/>
                <a:cs typeface="Angsana New" panose="02020603050405020304" pitchFamily="18" charset="-34"/>
              </a:rPr>
              <a:t>โยนเหรียญอันหนึ่ง</a:t>
            </a:r>
            <a:r>
              <a:rPr lang="en-US" b="1" kern="0" dirty="0">
                <a:solidFill>
                  <a:srgbClr val="3333CC"/>
                </a:solidFill>
                <a:latin typeface="Angsana New" pitchFamily="18" charset="-34"/>
                <a:ea typeface="+mj-ea"/>
                <a:cs typeface="Angsana New" panose="02020603050405020304" pitchFamily="18" charset="-34"/>
              </a:rPr>
              <a:t> n</a:t>
            </a:r>
            <a:r>
              <a:rPr lang="th-TH" b="1" kern="0" dirty="0">
                <a:solidFill>
                  <a:srgbClr val="3333CC"/>
                </a:solidFill>
                <a:latin typeface="Angsana New" pitchFamily="18" charset="-34"/>
                <a:ea typeface="+mj-ea"/>
                <a:cs typeface="Angsana New" panose="02020603050405020304" pitchFamily="18" charset="-34"/>
              </a:rPr>
              <a:t> ครั้งและ </a:t>
            </a:r>
            <a:r>
              <a:rPr lang="en-US" b="1" kern="0" dirty="0">
                <a:solidFill>
                  <a:srgbClr val="3333CC"/>
                </a:solidFill>
                <a:latin typeface="Angsana New" pitchFamily="18" charset="-34"/>
                <a:cs typeface="Angsana New" panose="02020603050405020304" pitchFamily="18" charset="-34"/>
              </a:rPr>
              <a:t>n(H) =  </a:t>
            </a:r>
            <a:r>
              <a:rPr lang="th-TH" b="1" kern="0" dirty="0">
                <a:solidFill>
                  <a:srgbClr val="3333CC"/>
                </a:solidFill>
                <a:latin typeface="Angsana New" pitchFamily="18" charset="-34"/>
                <a:ea typeface="+mj-ea"/>
                <a:cs typeface="Angsana New" panose="02020603050405020304" pitchFamily="18" charset="-34"/>
              </a:rPr>
              <a:t>จำนวนหัวที่ได้</a:t>
            </a:r>
          </a:p>
        </p:txBody>
      </p:sp>
      <p:grpSp>
        <p:nvGrpSpPr>
          <p:cNvPr id="9" name="Group 16"/>
          <p:cNvGrpSpPr>
            <a:grpSpLocks/>
          </p:cNvGrpSpPr>
          <p:nvPr/>
        </p:nvGrpSpPr>
        <p:grpSpPr bwMode="auto">
          <a:xfrm>
            <a:off x="2213844" y="1737406"/>
            <a:ext cx="3958356" cy="700994"/>
            <a:chOff x="1626469" y="3234062"/>
            <a:chExt cx="3958486" cy="700994"/>
          </a:xfrm>
        </p:grpSpPr>
        <p:sp>
          <p:nvSpPr>
            <p:cNvPr id="10" name="Rectangle 2"/>
            <p:cNvSpPr txBox="1">
              <a:spLocks noChangeArrowheads="1"/>
            </p:cNvSpPr>
            <p:nvPr/>
          </p:nvSpPr>
          <p:spPr bwMode="auto">
            <a:xfrm>
              <a:off x="1626469" y="3234062"/>
              <a:ext cx="784251" cy="533400"/>
            </a:xfrm>
            <a:prstGeom prst="rect">
              <a:avLst/>
            </a:prstGeom>
            <a:noFill/>
            <a:ln w="9525">
              <a:noFill/>
              <a:miter lim="800000"/>
              <a:headEnd/>
              <a:tailEnd/>
            </a:ln>
            <a:effectLst/>
          </p:spPr>
          <p:txBody>
            <a:bodyPr anchor="ctr"/>
            <a:lstStyle/>
            <a:p>
              <a:pPr>
                <a:defRPr/>
              </a:pPr>
              <a:r>
                <a:rPr lang="en-US" b="1" kern="0" dirty="0">
                  <a:solidFill>
                    <a:srgbClr val="FF00FF"/>
                  </a:solidFill>
                  <a:latin typeface="Angsana New" pitchFamily="18" charset="-34"/>
                  <a:cs typeface="Angsana New" panose="02020603050405020304" pitchFamily="18" charset="-34"/>
                </a:rPr>
                <a:t>n(H)</a:t>
              </a:r>
              <a:endParaRPr lang="th-TH" b="1" kern="0" dirty="0">
                <a:solidFill>
                  <a:srgbClr val="FF00FF"/>
                </a:solidFill>
                <a:latin typeface="Angsana New" pitchFamily="18" charset="-34"/>
                <a:ea typeface="+mj-ea"/>
                <a:cs typeface="Angsana New" panose="02020603050405020304" pitchFamily="18" charset="-34"/>
              </a:endParaRPr>
            </a:p>
          </p:txBody>
        </p:sp>
        <p:sp>
          <p:nvSpPr>
            <p:cNvPr id="11" name="Rectangle 2"/>
            <p:cNvSpPr txBox="1">
              <a:spLocks noChangeArrowheads="1"/>
            </p:cNvSpPr>
            <p:nvPr/>
          </p:nvSpPr>
          <p:spPr bwMode="auto">
            <a:xfrm>
              <a:off x="1776245" y="3555644"/>
              <a:ext cx="448813" cy="379412"/>
            </a:xfrm>
            <a:prstGeom prst="rect">
              <a:avLst/>
            </a:prstGeom>
            <a:noFill/>
            <a:ln w="9525">
              <a:noFill/>
              <a:miter lim="800000"/>
              <a:headEnd/>
              <a:tailEnd/>
            </a:ln>
            <a:effectLst/>
          </p:spPr>
          <p:txBody>
            <a:bodyPr anchor="ctr"/>
            <a:lstStyle/>
            <a:p>
              <a:pPr>
                <a:defRPr/>
              </a:pPr>
              <a:r>
                <a:rPr lang="en-US" b="1" kern="0" dirty="0">
                  <a:solidFill>
                    <a:srgbClr val="FF00FF"/>
                  </a:solidFill>
                  <a:latin typeface="Angsana New" pitchFamily="18" charset="-34"/>
                  <a:cs typeface="Angsana New" panose="02020603050405020304" pitchFamily="18" charset="-34"/>
                </a:rPr>
                <a:t>n</a:t>
              </a:r>
              <a:endParaRPr lang="th-TH" b="1" kern="0" dirty="0">
                <a:solidFill>
                  <a:srgbClr val="FF00FF"/>
                </a:solidFill>
                <a:latin typeface="Angsana New" pitchFamily="18" charset="-34"/>
                <a:ea typeface="+mj-ea"/>
                <a:cs typeface="Angsana New" panose="02020603050405020304" pitchFamily="18" charset="-34"/>
              </a:endParaRPr>
            </a:p>
          </p:txBody>
        </p:sp>
        <p:cxnSp>
          <p:nvCxnSpPr>
            <p:cNvPr id="12" name="Straight Connector 11"/>
            <p:cNvCxnSpPr/>
            <p:nvPr/>
          </p:nvCxnSpPr>
          <p:spPr>
            <a:xfrm>
              <a:off x="1676400" y="3657600"/>
              <a:ext cx="548658" cy="1588"/>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sp>
          <p:nvSpPr>
            <p:cNvPr id="13" name="Rectangle 2"/>
            <p:cNvSpPr txBox="1">
              <a:spLocks noChangeArrowheads="1"/>
            </p:cNvSpPr>
            <p:nvPr/>
          </p:nvSpPr>
          <p:spPr bwMode="auto">
            <a:xfrm>
              <a:off x="2917868" y="3318638"/>
              <a:ext cx="1062791" cy="580698"/>
            </a:xfrm>
            <a:prstGeom prst="rect">
              <a:avLst/>
            </a:prstGeom>
            <a:noFill/>
            <a:ln w="9525">
              <a:noFill/>
              <a:miter lim="800000"/>
              <a:headEnd/>
              <a:tailEnd/>
            </a:ln>
            <a:effectLst/>
          </p:spPr>
          <p:txBody>
            <a:bodyPr anchor="ctr"/>
            <a:lstStyle/>
            <a:p>
              <a:pPr>
                <a:defRPr/>
              </a:pPr>
              <a:r>
                <a:rPr lang="en-US" b="1" kern="0" dirty="0">
                  <a:solidFill>
                    <a:srgbClr val="FF00FF"/>
                  </a:solidFill>
                  <a:latin typeface="Angsana New" pitchFamily="18" charset="-34"/>
                  <a:cs typeface="Angsana New" panose="02020603050405020304" pitchFamily="18" charset="-34"/>
                </a:rPr>
                <a:t>P({H})</a:t>
              </a:r>
              <a:endParaRPr lang="th-TH" b="1" kern="0" dirty="0">
                <a:solidFill>
                  <a:srgbClr val="FF00FF"/>
                </a:solidFill>
                <a:latin typeface="Angsana New" pitchFamily="18" charset="-34"/>
                <a:ea typeface="+mj-ea"/>
                <a:cs typeface="Angsana New" panose="02020603050405020304" pitchFamily="18" charset="-34"/>
              </a:endParaRPr>
            </a:p>
          </p:txBody>
        </p:sp>
        <p:cxnSp>
          <p:nvCxnSpPr>
            <p:cNvPr id="14" name="Straight Arrow Connector 13"/>
            <p:cNvCxnSpPr/>
            <p:nvPr/>
          </p:nvCxnSpPr>
          <p:spPr>
            <a:xfrm>
              <a:off x="2507953" y="3641834"/>
              <a:ext cx="365772" cy="1588"/>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2"/>
            <p:cNvSpPr txBox="1">
              <a:spLocks noChangeArrowheads="1"/>
            </p:cNvSpPr>
            <p:nvPr/>
          </p:nvSpPr>
          <p:spPr bwMode="auto">
            <a:xfrm>
              <a:off x="3771863" y="3313392"/>
              <a:ext cx="822460" cy="588574"/>
            </a:xfrm>
            <a:prstGeom prst="rect">
              <a:avLst/>
            </a:prstGeom>
            <a:noFill/>
            <a:ln w="9525">
              <a:noFill/>
              <a:miter lim="800000"/>
              <a:headEnd/>
              <a:tailEnd/>
            </a:ln>
            <a:effectLst/>
          </p:spPr>
          <p:txBody>
            <a:bodyPr anchor="ctr"/>
            <a:lstStyle/>
            <a:p>
              <a:pPr>
                <a:defRPr/>
              </a:pPr>
              <a:r>
                <a:rPr lang="th-TH" b="1" kern="0" dirty="0">
                  <a:solidFill>
                    <a:srgbClr val="FF00FF"/>
                  </a:solidFill>
                  <a:latin typeface="Angsana New" pitchFamily="18" charset="-34"/>
                  <a:cs typeface="Angsana New" panose="02020603050405020304" pitchFamily="18" charset="-34"/>
                </a:rPr>
                <a:t>เมื่อ </a:t>
              </a:r>
              <a:r>
                <a:rPr lang="en-US" b="1" kern="0" dirty="0">
                  <a:solidFill>
                    <a:srgbClr val="FF00FF"/>
                  </a:solidFill>
                  <a:latin typeface="Angsana New" pitchFamily="18" charset="-34"/>
                  <a:cs typeface="Angsana New" panose="02020603050405020304" pitchFamily="18" charset="-34"/>
                </a:rPr>
                <a:t>n</a:t>
              </a:r>
              <a:endParaRPr lang="th-TH" b="1" kern="0" dirty="0">
                <a:solidFill>
                  <a:srgbClr val="FF00FF"/>
                </a:solidFill>
                <a:latin typeface="Angsana New" pitchFamily="18" charset="-34"/>
                <a:ea typeface="+mj-ea"/>
                <a:cs typeface="Angsana New" panose="02020603050405020304" pitchFamily="18" charset="-34"/>
              </a:endParaRPr>
            </a:p>
          </p:txBody>
        </p:sp>
        <p:cxnSp>
          <p:nvCxnSpPr>
            <p:cNvPr id="16" name="Straight Arrow Connector 15"/>
            <p:cNvCxnSpPr/>
            <p:nvPr/>
          </p:nvCxnSpPr>
          <p:spPr>
            <a:xfrm>
              <a:off x="4594323" y="3653382"/>
              <a:ext cx="365772" cy="1588"/>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2"/>
            <p:cNvSpPr txBox="1">
              <a:spLocks noChangeArrowheads="1"/>
            </p:cNvSpPr>
            <p:nvPr/>
          </p:nvSpPr>
          <p:spPr bwMode="auto">
            <a:xfrm>
              <a:off x="5051537" y="3385374"/>
              <a:ext cx="533418" cy="516592"/>
            </a:xfrm>
            <a:prstGeom prst="rect">
              <a:avLst/>
            </a:prstGeom>
            <a:noFill/>
            <a:ln w="9525">
              <a:noFill/>
              <a:miter lim="800000"/>
              <a:headEnd/>
              <a:tailEnd/>
            </a:ln>
            <a:effectLst/>
          </p:spPr>
          <p:txBody>
            <a:bodyPr anchor="ctr"/>
            <a:lstStyle/>
            <a:p>
              <a:pPr>
                <a:defRPr/>
              </a:pPr>
              <a:r>
                <a:rPr lang="th-TH" sz="2400" b="1" kern="0" dirty="0">
                  <a:solidFill>
                    <a:srgbClr val="FF00FF"/>
                  </a:solidFill>
                  <a:latin typeface="Angsana New" panose="02020603050405020304" pitchFamily="18" charset="-34"/>
                  <a:cs typeface="Angsana New" panose="02020603050405020304" pitchFamily="18" charset="-34"/>
                  <a:sym typeface="Symbol"/>
                </a:rPr>
                <a:t></a:t>
              </a:r>
              <a:endParaRPr lang="th-TH" sz="2400" b="1" kern="0" dirty="0">
                <a:solidFill>
                  <a:srgbClr val="FF00FF"/>
                </a:solidFill>
                <a:latin typeface="Angsana New" pitchFamily="18" charset="-34"/>
                <a:ea typeface="+mj-ea"/>
                <a:cs typeface="Angsana New" panose="02020603050405020304" pitchFamily="18" charset="-34"/>
              </a:endParaRPr>
            </a:p>
          </p:txBody>
        </p:sp>
      </p:grpSp>
      <p:sp>
        <p:nvSpPr>
          <p:cNvPr id="18" name="Rectangle 2"/>
          <p:cNvSpPr txBox="1">
            <a:spLocks noChangeArrowheads="1"/>
          </p:cNvSpPr>
          <p:nvPr/>
        </p:nvSpPr>
        <p:spPr bwMode="auto">
          <a:xfrm>
            <a:off x="914400" y="2362200"/>
            <a:ext cx="6248400" cy="1053664"/>
          </a:xfrm>
          <a:prstGeom prst="rect">
            <a:avLst/>
          </a:prstGeom>
          <a:noFill/>
          <a:ln w="9525">
            <a:noFill/>
            <a:miter lim="800000"/>
            <a:headEnd/>
            <a:tailEnd/>
          </a:ln>
          <a:effectLst/>
        </p:spPr>
        <p:txBody>
          <a:bodyPr anchor="ctr"/>
          <a:lstStyle/>
          <a:p>
            <a:pPr>
              <a:defRPr/>
            </a:pPr>
            <a:r>
              <a:rPr lang="th-TH" b="1" kern="0" dirty="0">
                <a:solidFill>
                  <a:srgbClr val="3333CC"/>
                </a:solidFill>
                <a:latin typeface="Angsana New" pitchFamily="18" charset="-34"/>
                <a:ea typeface="+mj-ea"/>
                <a:cs typeface="Angsana New" panose="02020603050405020304" pitchFamily="18" charset="-34"/>
              </a:rPr>
              <a:t>ตัวอย่าง</a:t>
            </a:r>
            <a:r>
              <a:rPr lang="en-US" b="1" kern="0" dirty="0">
                <a:solidFill>
                  <a:srgbClr val="3333CC"/>
                </a:solidFill>
                <a:latin typeface="Angsana New" pitchFamily="18" charset="-34"/>
                <a:ea typeface="+mj-ea"/>
                <a:cs typeface="Angsana New" panose="02020603050405020304" pitchFamily="18" charset="-34"/>
              </a:rPr>
              <a:t>: </a:t>
            </a:r>
            <a:r>
              <a:rPr lang="th-TH" b="1" kern="0" dirty="0">
                <a:solidFill>
                  <a:srgbClr val="3333CC"/>
                </a:solidFill>
                <a:latin typeface="Angsana New" pitchFamily="18" charset="-34"/>
                <a:ea typeface="+mj-ea"/>
                <a:cs typeface="Angsana New" panose="02020603050405020304" pitchFamily="18" charset="-34"/>
              </a:rPr>
              <a:t>ทำการทดลองอย่างหนึ่ง</a:t>
            </a:r>
            <a:r>
              <a:rPr lang="en-US" b="1" kern="0" dirty="0">
                <a:solidFill>
                  <a:srgbClr val="3333CC"/>
                </a:solidFill>
                <a:latin typeface="Angsana New" pitchFamily="18" charset="-34"/>
                <a:ea typeface="+mj-ea"/>
                <a:cs typeface="Angsana New" panose="02020603050405020304" pitchFamily="18" charset="-34"/>
              </a:rPr>
              <a:t> n</a:t>
            </a:r>
            <a:r>
              <a:rPr lang="th-TH" b="1" kern="0" dirty="0">
                <a:solidFill>
                  <a:srgbClr val="3333CC"/>
                </a:solidFill>
                <a:latin typeface="Angsana New" pitchFamily="18" charset="-34"/>
                <a:ea typeface="+mj-ea"/>
                <a:cs typeface="Angsana New" panose="02020603050405020304" pitchFamily="18" charset="-34"/>
              </a:rPr>
              <a:t> ครั้ง </a:t>
            </a:r>
          </a:p>
          <a:p>
            <a:pPr>
              <a:defRPr/>
            </a:pPr>
            <a:r>
              <a:rPr lang="th-TH" b="1" kern="0" dirty="0">
                <a:solidFill>
                  <a:srgbClr val="3333CC"/>
                </a:solidFill>
                <a:latin typeface="Angsana New" pitchFamily="18" charset="-34"/>
                <a:ea typeface="+mj-ea"/>
                <a:cs typeface="Angsana New" panose="02020603050405020304" pitchFamily="18" charset="-34"/>
              </a:rPr>
              <a:t>                </a:t>
            </a:r>
            <a:r>
              <a:rPr lang="th-TH" b="1" kern="0" dirty="0">
                <a:solidFill>
                  <a:srgbClr val="3333CC"/>
                </a:solidFill>
                <a:latin typeface="Angsana New" pitchFamily="18" charset="-34"/>
                <a:cs typeface="Angsana New" panose="02020603050405020304" pitchFamily="18" charset="-34"/>
              </a:rPr>
              <a:t>และ </a:t>
            </a:r>
            <a:r>
              <a:rPr lang="en-US" b="1" kern="0" dirty="0">
                <a:solidFill>
                  <a:srgbClr val="3333CC"/>
                </a:solidFill>
                <a:latin typeface="Angsana New" pitchFamily="18" charset="-34"/>
                <a:cs typeface="Angsana New" panose="02020603050405020304" pitchFamily="18" charset="-34"/>
              </a:rPr>
              <a:t>n(A) =  </a:t>
            </a:r>
            <a:r>
              <a:rPr lang="th-TH" b="1" kern="0" dirty="0">
                <a:solidFill>
                  <a:srgbClr val="3333CC"/>
                </a:solidFill>
                <a:latin typeface="Angsana New" pitchFamily="18" charset="-34"/>
                <a:cs typeface="Angsana New" panose="02020603050405020304" pitchFamily="18" charset="-34"/>
              </a:rPr>
              <a:t>จำนวนครั้งที่เหตุการณ์ </a:t>
            </a:r>
            <a:r>
              <a:rPr lang="en-US" b="1" kern="0" dirty="0">
                <a:solidFill>
                  <a:srgbClr val="3333CC"/>
                </a:solidFill>
                <a:latin typeface="Angsana New" pitchFamily="18" charset="-34"/>
                <a:cs typeface="Angsana New" panose="02020603050405020304" pitchFamily="18" charset="-34"/>
              </a:rPr>
              <a:t>A</a:t>
            </a:r>
            <a:r>
              <a:rPr lang="th-TH" b="1" kern="0" dirty="0">
                <a:solidFill>
                  <a:srgbClr val="3333CC"/>
                </a:solidFill>
                <a:latin typeface="Angsana New" pitchFamily="18" charset="-34"/>
                <a:cs typeface="Angsana New" panose="02020603050405020304" pitchFamily="18" charset="-34"/>
              </a:rPr>
              <a:t> เกิด</a:t>
            </a:r>
          </a:p>
        </p:txBody>
      </p:sp>
      <p:grpSp>
        <p:nvGrpSpPr>
          <p:cNvPr id="19" name="Group 16"/>
          <p:cNvGrpSpPr>
            <a:grpSpLocks/>
          </p:cNvGrpSpPr>
          <p:nvPr/>
        </p:nvGrpSpPr>
        <p:grpSpPr bwMode="auto">
          <a:xfrm>
            <a:off x="2377044" y="3200400"/>
            <a:ext cx="3683941" cy="700994"/>
            <a:chOff x="1793720" y="3234062"/>
            <a:chExt cx="3684066" cy="700994"/>
          </a:xfrm>
        </p:grpSpPr>
        <p:sp>
          <p:nvSpPr>
            <p:cNvPr id="20" name="Rectangle 2"/>
            <p:cNvSpPr txBox="1">
              <a:spLocks noChangeArrowheads="1"/>
            </p:cNvSpPr>
            <p:nvPr/>
          </p:nvSpPr>
          <p:spPr bwMode="auto">
            <a:xfrm>
              <a:off x="1793720" y="3234062"/>
              <a:ext cx="784251" cy="533400"/>
            </a:xfrm>
            <a:prstGeom prst="rect">
              <a:avLst/>
            </a:prstGeom>
            <a:noFill/>
            <a:ln w="9525">
              <a:noFill/>
              <a:miter lim="800000"/>
              <a:headEnd/>
              <a:tailEnd/>
            </a:ln>
            <a:effectLst/>
          </p:spPr>
          <p:txBody>
            <a:bodyPr anchor="ctr"/>
            <a:lstStyle/>
            <a:p>
              <a:pPr>
                <a:defRPr/>
              </a:pPr>
              <a:r>
                <a:rPr lang="en-US" b="1" kern="0" dirty="0">
                  <a:solidFill>
                    <a:srgbClr val="FF00FF"/>
                  </a:solidFill>
                  <a:latin typeface="Angsana New" pitchFamily="18" charset="-34"/>
                  <a:cs typeface="Angsana New" panose="02020603050405020304" pitchFamily="18" charset="-34"/>
                </a:rPr>
                <a:t>n(A)</a:t>
              </a:r>
              <a:endParaRPr lang="th-TH" b="1" kern="0" dirty="0">
                <a:solidFill>
                  <a:srgbClr val="FF00FF"/>
                </a:solidFill>
                <a:latin typeface="Angsana New" pitchFamily="18" charset="-34"/>
                <a:ea typeface="+mj-ea"/>
                <a:cs typeface="Angsana New" panose="02020603050405020304" pitchFamily="18" charset="-34"/>
              </a:endParaRPr>
            </a:p>
          </p:txBody>
        </p:sp>
        <p:sp>
          <p:nvSpPr>
            <p:cNvPr id="21" name="Rectangle 2"/>
            <p:cNvSpPr txBox="1">
              <a:spLocks noChangeArrowheads="1"/>
            </p:cNvSpPr>
            <p:nvPr/>
          </p:nvSpPr>
          <p:spPr bwMode="auto">
            <a:xfrm>
              <a:off x="1943496" y="3555644"/>
              <a:ext cx="533418" cy="379412"/>
            </a:xfrm>
            <a:prstGeom prst="rect">
              <a:avLst/>
            </a:prstGeom>
            <a:noFill/>
            <a:ln w="9525">
              <a:noFill/>
              <a:miter lim="800000"/>
              <a:headEnd/>
              <a:tailEnd/>
            </a:ln>
            <a:effectLst/>
          </p:spPr>
          <p:txBody>
            <a:bodyPr anchor="ctr"/>
            <a:lstStyle/>
            <a:p>
              <a:pPr>
                <a:defRPr/>
              </a:pPr>
              <a:r>
                <a:rPr lang="en-US" b="1" kern="0" dirty="0">
                  <a:solidFill>
                    <a:srgbClr val="FF00FF"/>
                  </a:solidFill>
                  <a:latin typeface="Angsana New" pitchFamily="18" charset="-34"/>
                  <a:cs typeface="Angsana New" panose="02020603050405020304" pitchFamily="18" charset="-34"/>
                </a:rPr>
                <a:t>n</a:t>
              </a:r>
              <a:endParaRPr lang="th-TH" b="1" kern="0" dirty="0">
                <a:solidFill>
                  <a:srgbClr val="FF00FF"/>
                </a:solidFill>
                <a:latin typeface="Angsana New" pitchFamily="18" charset="-34"/>
                <a:ea typeface="+mj-ea"/>
                <a:cs typeface="Angsana New" panose="02020603050405020304" pitchFamily="18" charset="-34"/>
              </a:endParaRPr>
            </a:p>
          </p:txBody>
        </p:sp>
        <p:cxnSp>
          <p:nvCxnSpPr>
            <p:cNvPr id="22" name="Straight Connector 21"/>
            <p:cNvCxnSpPr/>
            <p:nvPr/>
          </p:nvCxnSpPr>
          <p:spPr>
            <a:xfrm>
              <a:off x="1839836" y="3657600"/>
              <a:ext cx="548658" cy="1588"/>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sp>
          <p:nvSpPr>
            <p:cNvPr id="23" name="Rectangle 2"/>
            <p:cNvSpPr txBox="1">
              <a:spLocks noChangeArrowheads="1"/>
            </p:cNvSpPr>
            <p:nvPr/>
          </p:nvSpPr>
          <p:spPr bwMode="auto">
            <a:xfrm>
              <a:off x="2921912" y="3318638"/>
              <a:ext cx="853995" cy="580698"/>
            </a:xfrm>
            <a:prstGeom prst="rect">
              <a:avLst/>
            </a:prstGeom>
            <a:noFill/>
            <a:ln w="9525">
              <a:noFill/>
              <a:miter lim="800000"/>
              <a:headEnd/>
              <a:tailEnd/>
            </a:ln>
            <a:effectLst/>
          </p:spPr>
          <p:txBody>
            <a:bodyPr anchor="ctr"/>
            <a:lstStyle/>
            <a:p>
              <a:pPr>
                <a:defRPr/>
              </a:pPr>
              <a:r>
                <a:rPr lang="en-US" sz="3200" b="1" kern="0" dirty="0">
                  <a:solidFill>
                    <a:srgbClr val="FF00FF"/>
                  </a:solidFill>
                  <a:latin typeface="Angsana New" pitchFamily="18" charset="-34"/>
                  <a:cs typeface="Angsana New" panose="02020603050405020304" pitchFamily="18" charset="-34"/>
                </a:rPr>
                <a:t>P(A)</a:t>
              </a:r>
              <a:endParaRPr lang="th-TH" sz="3200" b="1" kern="0" dirty="0">
                <a:solidFill>
                  <a:srgbClr val="FF00FF"/>
                </a:solidFill>
                <a:latin typeface="Angsana New" pitchFamily="18" charset="-34"/>
                <a:ea typeface="+mj-ea"/>
                <a:cs typeface="Angsana New" panose="02020603050405020304" pitchFamily="18" charset="-34"/>
              </a:endParaRPr>
            </a:p>
          </p:txBody>
        </p:sp>
        <p:cxnSp>
          <p:nvCxnSpPr>
            <p:cNvPr id="24" name="Straight Arrow Connector 23"/>
            <p:cNvCxnSpPr/>
            <p:nvPr/>
          </p:nvCxnSpPr>
          <p:spPr>
            <a:xfrm>
              <a:off x="2507953" y="3641834"/>
              <a:ext cx="365772" cy="1588"/>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2"/>
            <p:cNvSpPr txBox="1">
              <a:spLocks noChangeArrowheads="1"/>
            </p:cNvSpPr>
            <p:nvPr/>
          </p:nvSpPr>
          <p:spPr bwMode="auto">
            <a:xfrm>
              <a:off x="3677049" y="3313392"/>
              <a:ext cx="1219241" cy="588574"/>
            </a:xfrm>
            <a:prstGeom prst="rect">
              <a:avLst/>
            </a:prstGeom>
            <a:noFill/>
            <a:ln w="9525">
              <a:noFill/>
              <a:miter lim="800000"/>
              <a:headEnd/>
              <a:tailEnd/>
            </a:ln>
            <a:effectLst/>
          </p:spPr>
          <p:txBody>
            <a:bodyPr anchor="ctr"/>
            <a:lstStyle/>
            <a:p>
              <a:pPr>
                <a:defRPr/>
              </a:pPr>
              <a:r>
                <a:rPr lang="th-TH" sz="3200" b="1" kern="0" dirty="0">
                  <a:solidFill>
                    <a:srgbClr val="FF00FF"/>
                  </a:solidFill>
                  <a:latin typeface="Angsana New" pitchFamily="18" charset="-34"/>
                  <a:cs typeface="Angsana New" panose="02020603050405020304" pitchFamily="18" charset="-34"/>
                </a:rPr>
                <a:t>เมื่อ </a:t>
              </a:r>
              <a:r>
                <a:rPr lang="en-US" sz="3200" b="1" kern="0" dirty="0">
                  <a:solidFill>
                    <a:srgbClr val="FF00FF"/>
                  </a:solidFill>
                  <a:latin typeface="Angsana New" pitchFamily="18" charset="-34"/>
                  <a:cs typeface="Angsana New" panose="02020603050405020304" pitchFamily="18" charset="-34"/>
                </a:rPr>
                <a:t>n</a:t>
              </a:r>
              <a:endParaRPr lang="th-TH" sz="3200" b="1" kern="0" dirty="0">
                <a:solidFill>
                  <a:srgbClr val="FF00FF"/>
                </a:solidFill>
                <a:latin typeface="Angsana New" pitchFamily="18" charset="-34"/>
                <a:ea typeface="+mj-ea"/>
                <a:cs typeface="Angsana New" panose="02020603050405020304" pitchFamily="18" charset="-34"/>
              </a:endParaRPr>
            </a:p>
          </p:txBody>
        </p:sp>
        <p:cxnSp>
          <p:nvCxnSpPr>
            <p:cNvPr id="26" name="Straight Arrow Connector 25"/>
            <p:cNvCxnSpPr/>
            <p:nvPr/>
          </p:nvCxnSpPr>
          <p:spPr>
            <a:xfrm>
              <a:off x="4625140" y="3653382"/>
              <a:ext cx="365772" cy="1588"/>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
            <p:cNvSpPr txBox="1">
              <a:spLocks noChangeArrowheads="1"/>
            </p:cNvSpPr>
            <p:nvPr/>
          </p:nvSpPr>
          <p:spPr bwMode="auto">
            <a:xfrm>
              <a:off x="4944369" y="3385374"/>
              <a:ext cx="533417" cy="516592"/>
            </a:xfrm>
            <a:prstGeom prst="rect">
              <a:avLst/>
            </a:prstGeom>
            <a:noFill/>
            <a:ln w="9525">
              <a:noFill/>
              <a:miter lim="800000"/>
              <a:headEnd/>
              <a:tailEnd/>
            </a:ln>
            <a:effectLst/>
          </p:spPr>
          <p:txBody>
            <a:bodyPr anchor="ctr"/>
            <a:lstStyle/>
            <a:p>
              <a:pPr>
                <a:defRPr/>
              </a:pPr>
              <a:r>
                <a:rPr lang="th-TH" sz="2400" b="1" kern="0" dirty="0">
                  <a:solidFill>
                    <a:srgbClr val="FF00FF"/>
                  </a:solidFill>
                  <a:latin typeface="Angsana New" panose="02020603050405020304" pitchFamily="18" charset="-34"/>
                  <a:cs typeface="Angsana New" panose="02020603050405020304" pitchFamily="18" charset="-34"/>
                  <a:sym typeface="Symbol"/>
                </a:rPr>
                <a:t></a:t>
              </a:r>
              <a:endParaRPr lang="th-TH" sz="2400" b="1" kern="0" dirty="0">
                <a:solidFill>
                  <a:srgbClr val="FF00FF"/>
                </a:solidFill>
                <a:latin typeface="Angsana New" pitchFamily="18" charset="-34"/>
                <a:ea typeface="+mj-ea"/>
                <a:cs typeface="Angsana New" panose="02020603050405020304" pitchFamily="18" charset="-34"/>
              </a:endParaRPr>
            </a:p>
          </p:txBody>
        </p:sp>
      </p:grpSp>
      <p:sp>
        <p:nvSpPr>
          <p:cNvPr id="28" name="Rectangle 2"/>
          <p:cNvSpPr txBox="1">
            <a:spLocks noChangeArrowheads="1"/>
          </p:cNvSpPr>
          <p:nvPr/>
        </p:nvSpPr>
        <p:spPr bwMode="auto">
          <a:xfrm>
            <a:off x="914558" y="4222532"/>
            <a:ext cx="7961713" cy="501868"/>
          </a:xfrm>
          <a:prstGeom prst="rect">
            <a:avLst/>
          </a:prstGeom>
          <a:noFill/>
          <a:ln w="9525">
            <a:noFill/>
            <a:miter lim="800000"/>
            <a:headEnd/>
            <a:tailEnd/>
          </a:ln>
          <a:effectLst/>
        </p:spPr>
        <p:txBody>
          <a:bodyPr anchor="t"/>
          <a:lstStyle/>
          <a:p>
            <a:pPr>
              <a:defRPr/>
            </a:pPr>
            <a:r>
              <a:rPr lang="th-TH" b="1" kern="0" dirty="0">
                <a:solidFill>
                  <a:srgbClr val="3333CC"/>
                </a:solidFill>
                <a:latin typeface="Angsana New" panose="02020603050405020304" pitchFamily="18" charset="-34"/>
                <a:ea typeface="+mj-ea"/>
                <a:cs typeface="Angsana New" panose="02020603050405020304" pitchFamily="18" charset="-34"/>
              </a:rPr>
              <a:t>ตัวอย่าง</a:t>
            </a:r>
            <a:r>
              <a:rPr lang="en-US" b="1" kern="0" dirty="0">
                <a:solidFill>
                  <a:srgbClr val="3333CC"/>
                </a:solidFill>
                <a:latin typeface="Angsana New" panose="02020603050405020304" pitchFamily="18" charset="-34"/>
                <a:ea typeface="+mj-ea"/>
                <a:cs typeface="Angsana New" panose="02020603050405020304" pitchFamily="18" charset="-34"/>
              </a:rPr>
              <a:t>: </a:t>
            </a:r>
            <a:r>
              <a:rPr lang="th-TH" b="1" kern="0" dirty="0">
                <a:solidFill>
                  <a:srgbClr val="3333CC"/>
                </a:solidFill>
                <a:latin typeface="Angsana New" panose="02020603050405020304" pitchFamily="18" charset="-34"/>
                <a:ea typeface="+mj-ea"/>
                <a:cs typeface="Angsana New" panose="02020603050405020304" pitchFamily="18" charset="-34"/>
              </a:rPr>
              <a:t>โยนเหรียญอันหนึ่งซึ่งเป็นเหรียญปกติไม่บิดเบี้ยว 3 ครั้ง</a:t>
            </a:r>
            <a:r>
              <a:rPr lang="th-TH" b="1" kern="0" dirty="0">
                <a:solidFill>
                  <a:srgbClr val="3333CC"/>
                </a:solidFill>
                <a:latin typeface="Angsana New" panose="02020603050405020304" pitchFamily="18" charset="-34"/>
              </a:rPr>
              <a:t>ผลลัพธ์เป็นดังนี้</a:t>
            </a:r>
          </a:p>
        </p:txBody>
      </p:sp>
      <p:graphicFrame>
        <p:nvGraphicFramePr>
          <p:cNvPr id="29" name="Table 28"/>
          <p:cNvGraphicFramePr>
            <a:graphicFrameLocks noGrp="1"/>
          </p:cNvGraphicFramePr>
          <p:nvPr>
            <p:extLst>
              <p:ext uri="{D42A27DB-BD31-4B8C-83A1-F6EECF244321}">
                <p14:modId xmlns:p14="http://schemas.microsoft.com/office/powerpoint/2010/main" val="107096919"/>
              </p:ext>
            </p:extLst>
          </p:nvPr>
        </p:nvGraphicFramePr>
        <p:xfrm>
          <a:off x="1143000" y="4887966"/>
          <a:ext cx="7543800" cy="1589034"/>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2098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381000">
                <a:tc>
                  <a:txBody>
                    <a:bodyPr/>
                    <a:lstStyle/>
                    <a:p>
                      <a:pPr algn="ctr"/>
                      <a:r>
                        <a:rPr lang="en-US" sz="2800" dirty="0">
                          <a:solidFill>
                            <a:srgbClr val="FF00FF"/>
                          </a:solidFill>
                          <a:latin typeface="Angsana New" pitchFamily="18" charset="-34"/>
                          <a:cs typeface="Angsana New" pitchFamily="18" charset="-34"/>
                        </a:rPr>
                        <a:t># H</a:t>
                      </a:r>
                      <a:endParaRPr lang="th-TH" sz="2800" dirty="0">
                        <a:solidFill>
                          <a:srgbClr val="FF00FF"/>
                        </a:solidFill>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dirty="0">
                          <a:solidFill>
                            <a:srgbClr val="FF00FF"/>
                          </a:solidFill>
                          <a:latin typeface="Angsana New" pitchFamily="18" charset="-34"/>
                          <a:cs typeface="Angsana New" pitchFamily="18" charset="-34"/>
                        </a:rPr>
                        <a:t>0</a:t>
                      </a:r>
                      <a:endParaRPr lang="th-TH" sz="2800" dirty="0">
                        <a:solidFill>
                          <a:srgbClr val="FF00FF"/>
                        </a:solidFill>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dirty="0">
                          <a:solidFill>
                            <a:srgbClr val="FF00FF"/>
                          </a:solidFill>
                          <a:latin typeface="Angsana New" pitchFamily="18" charset="-34"/>
                          <a:cs typeface="Angsana New" pitchFamily="18" charset="-34"/>
                        </a:rPr>
                        <a:t>1</a:t>
                      </a:r>
                      <a:endParaRPr lang="th-TH" sz="2800" dirty="0">
                        <a:solidFill>
                          <a:srgbClr val="FF00FF"/>
                        </a:solidFill>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dirty="0">
                          <a:solidFill>
                            <a:srgbClr val="FF00FF"/>
                          </a:solidFill>
                          <a:latin typeface="Angsana New" pitchFamily="18" charset="-34"/>
                          <a:cs typeface="Angsana New" pitchFamily="18" charset="-34"/>
                        </a:rPr>
                        <a:t>2</a:t>
                      </a:r>
                      <a:endParaRPr lang="th-TH" sz="2800" dirty="0">
                        <a:solidFill>
                          <a:srgbClr val="FF00FF"/>
                        </a:solidFill>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dirty="0">
                          <a:solidFill>
                            <a:srgbClr val="FF00FF"/>
                          </a:solidFill>
                          <a:latin typeface="Angsana New" pitchFamily="18" charset="-34"/>
                          <a:cs typeface="Angsana New" pitchFamily="18" charset="-34"/>
                        </a:rPr>
                        <a:t>3</a:t>
                      </a:r>
                      <a:endParaRPr lang="th-TH" sz="2800" dirty="0">
                        <a:solidFill>
                          <a:srgbClr val="FF00FF"/>
                        </a:solidFill>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52714">
                <a:tc>
                  <a:txBody>
                    <a:bodyPr/>
                    <a:lstStyle/>
                    <a:p>
                      <a:pPr algn="ctr"/>
                      <a:r>
                        <a:rPr lang="th-TH" sz="2800" b="1" dirty="0">
                          <a:solidFill>
                            <a:srgbClr val="008000"/>
                          </a:solidFill>
                          <a:latin typeface="Angsana New" panose="02020603050405020304" pitchFamily="18" charset="-34"/>
                          <a:cs typeface="Angsana New" panose="02020603050405020304" pitchFamily="18" charset="-34"/>
                        </a:rPr>
                        <a:t>ผลลัพธ์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1" dirty="0">
                          <a:solidFill>
                            <a:srgbClr val="008000"/>
                          </a:solidFill>
                          <a:latin typeface="Angsana New" pitchFamily="18" charset="-34"/>
                          <a:cs typeface="Angsana New" pitchFamily="18" charset="-34"/>
                        </a:rPr>
                        <a:t>TTT</a:t>
                      </a:r>
                      <a:endParaRPr lang="th-TH" sz="2800" b="1" dirty="0">
                        <a:solidFill>
                          <a:srgbClr val="008000"/>
                        </a:solidFill>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1" dirty="0">
                          <a:solidFill>
                            <a:srgbClr val="008000"/>
                          </a:solidFill>
                          <a:latin typeface="Angsana New" pitchFamily="18" charset="-34"/>
                          <a:cs typeface="Angsana New" pitchFamily="18" charset="-34"/>
                        </a:rPr>
                        <a:t>HTT, THT, TTH</a:t>
                      </a:r>
                      <a:endParaRPr lang="th-TH" sz="2800" b="1" dirty="0">
                        <a:solidFill>
                          <a:srgbClr val="008000"/>
                        </a:solidFill>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1" dirty="0">
                          <a:solidFill>
                            <a:srgbClr val="008000"/>
                          </a:solidFill>
                          <a:latin typeface="Angsana New" pitchFamily="18" charset="-34"/>
                          <a:cs typeface="Angsana New" pitchFamily="18" charset="-34"/>
                        </a:rPr>
                        <a:t>HHT, HTH, THH</a:t>
                      </a:r>
                      <a:endParaRPr lang="th-TH" sz="2800" b="1" dirty="0">
                        <a:solidFill>
                          <a:srgbClr val="008000"/>
                        </a:solidFill>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1" dirty="0">
                          <a:solidFill>
                            <a:srgbClr val="008000"/>
                          </a:solidFill>
                          <a:latin typeface="Angsana New" pitchFamily="18" charset="-34"/>
                          <a:cs typeface="Angsana New" pitchFamily="18" charset="-34"/>
                        </a:rPr>
                        <a:t>HHH</a:t>
                      </a:r>
                      <a:endParaRPr lang="th-TH" sz="2800" b="1" dirty="0">
                        <a:solidFill>
                          <a:srgbClr val="008000"/>
                        </a:solidFill>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4526">
                <a:tc>
                  <a:txBody>
                    <a:bodyPr/>
                    <a:lstStyle/>
                    <a:p>
                      <a:pPr algn="ctr"/>
                      <a:r>
                        <a:rPr lang="en-US" sz="2800" b="1" dirty="0">
                          <a:solidFill>
                            <a:srgbClr val="FF0000"/>
                          </a:solidFill>
                          <a:latin typeface="Angsana New" pitchFamily="18" charset="-34"/>
                          <a:cs typeface="Angsana New" pitchFamily="18" charset="-34"/>
                        </a:rPr>
                        <a:t>Prob.</a:t>
                      </a:r>
                      <a:endParaRPr lang="th-TH" sz="2800" b="1" dirty="0">
                        <a:solidFill>
                          <a:srgbClr val="FF0000"/>
                        </a:solidFill>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th-TH" sz="2800" dirty="0">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th-TH" sz="2800" dirty="0">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th-TH" sz="2800" dirty="0">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th-TH" sz="2800" dirty="0">
                        <a:latin typeface="Angsana New" pitchFamily="18" charset="-34"/>
                        <a:cs typeface="Angsana New" pitchFamily="18" charset="-3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30" name="กลุ่ม 40">
            <a:extLst>
              <a:ext uri="{FF2B5EF4-FFF2-40B4-BE49-F238E27FC236}">
                <a16:creationId xmlns:a16="http://schemas.microsoft.com/office/drawing/2014/main" id="{4A0E59ED-C7D5-4312-B846-E03A17F4F6D4}"/>
              </a:ext>
            </a:extLst>
          </p:cNvPr>
          <p:cNvGrpSpPr/>
          <p:nvPr/>
        </p:nvGrpSpPr>
        <p:grpSpPr>
          <a:xfrm>
            <a:off x="2438400" y="5990898"/>
            <a:ext cx="5943600" cy="652486"/>
            <a:chOff x="2438400" y="6115050"/>
            <a:chExt cx="5943600" cy="652486"/>
          </a:xfrm>
        </p:grpSpPr>
        <p:grpSp>
          <p:nvGrpSpPr>
            <p:cNvPr id="31" name="กลุ่ม 30">
              <a:extLst>
                <a:ext uri="{FF2B5EF4-FFF2-40B4-BE49-F238E27FC236}">
                  <a16:creationId xmlns:a16="http://schemas.microsoft.com/office/drawing/2014/main" id="{CB81195D-F001-48B2-943A-FB5B360A62C8}"/>
                </a:ext>
              </a:extLst>
            </p:cNvPr>
            <p:cNvGrpSpPr/>
            <p:nvPr/>
          </p:nvGrpSpPr>
          <p:grpSpPr>
            <a:xfrm>
              <a:off x="2438400" y="6115252"/>
              <a:ext cx="507132" cy="609398"/>
              <a:chOff x="7162800" y="1964918"/>
              <a:chExt cx="507132" cy="609398"/>
            </a:xfrm>
          </p:grpSpPr>
          <p:sp>
            <p:nvSpPr>
              <p:cNvPr id="41" name="กล่องข้อความ 1">
                <a:extLst>
                  <a:ext uri="{FF2B5EF4-FFF2-40B4-BE49-F238E27FC236}">
                    <a16:creationId xmlns:a16="http://schemas.microsoft.com/office/drawing/2014/main" id="{0C77E9E7-C4E8-4863-B8DE-64A6EF3A0913}"/>
                  </a:ext>
                </a:extLst>
              </p:cNvPr>
              <p:cNvSpPr txBox="1"/>
              <p:nvPr/>
            </p:nvSpPr>
            <p:spPr>
              <a:xfrm>
                <a:off x="7162800" y="1964918"/>
                <a:ext cx="507132" cy="609398"/>
              </a:xfrm>
              <a:prstGeom prst="rect">
                <a:avLst/>
              </a:prstGeom>
              <a:noFill/>
            </p:spPr>
            <p:txBody>
              <a:bodyPr wrap="square" rtlCol="0">
                <a:spAutoFit/>
              </a:bodyPr>
              <a:lstStyle/>
              <a:p>
                <a:pPr algn="ctr">
                  <a:lnSpc>
                    <a:spcPct val="60000"/>
                  </a:lnSpc>
                </a:pPr>
                <a:r>
                  <a:rPr lang="en-US" b="1" dirty="0">
                    <a:solidFill>
                      <a:srgbClr val="FF0000"/>
                    </a:solidFill>
                    <a:latin typeface="Angsana New" panose="02020603050405020304" pitchFamily="18" charset="-34"/>
                  </a:rPr>
                  <a:t>1</a:t>
                </a:r>
              </a:p>
              <a:p>
                <a:pPr algn="ctr">
                  <a:lnSpc>
                    <a:spcPct val="60000"/>
                  </a:lnSpc>
                </a:pPr>
                <a:r>
                  <a:rPr lang="en-US" b="1" dirty="0">
                    <a:solidFill>
                      <a:srgbClr val="FF0000"/>
                    </a:solidFill>
                    <a:latin typeface="Angsana New" panose="02020603050405020304" pitchFamily="18" charset="-34"/>
                  </a:rPr>
                  <a:t>8</a:t>
                </a:r>
              </a:p>
            </p:txBody>
          </p:sp>
          <p:cxnSp>
            <p:nvCxnSpPr>
              <p:cNvPr id="42" name="ตัวเชื่อมต่อตรง 29">
                <a:extLst>
                  <a:ext uri="{FF2B5EF4-FFF2-40B4-BE49-F238E27FC236}">
                    <a16:creationId xmlns:a16="http://schemas.microsoft.com/office/drawing/2014/main" id="{23E3BDEB-6AD8-48DB-9C1E-2B27B964DC88}"/>
                  </a:ext>
                </a:extLst>
              </p:cNvPr>
              <p:cNvCxnSpPr/>
              <p:nvPr/>
            </p:nvCxnSpPr>
            <p:spPr>
              <a:xfrm>
                <a:off x="7296150" y="2209800"/>
                <a:ext cx="236688"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2" name="กลุ่ม 31">
              <a:extLst>
                <a:ext uri="{FF2B5EF4-FFF2-40B4-BE49-F238E27FC236}">
                  <a16:creationId xmlns:a16="http://schemas.microsoft.com/office/drawing/2014/main" id="{C1C9ECDA-FDDA-4734-BD26-CFDF5CC9BB11}"/>
                </a:ext>
              </a:extLst>
            </p:cNvPr>
            <p:cNvGrpSpPr/>
            <p:nvPr/>
          </p:nvGrpSpPr>
          <p:grpSpPr>
            <a:xfrm>
              <a:off x="7874868" y="6115050"/>
              <a:ext cx="507132" cy="609398"/>
              <a:chOff x="7162800" y="1964918"/>
              <a:chExt cx="507132" cy="609398"/>
            </a:xfrm>
          </p:grpSpPr>
          <p:sp>
            <p:nvSpPr>
              <p:cNvPr id="39" name="กล่องข้อความ 32">
                <a:extLst>
                  <a:ext uri="{FF2B5EF4-FFF2-40B4-BE49-F238E27FC236}">
                    <a16:creationId xmlns:a16="http://schemas.microsoft.com/office/drawing/2014/main" id="{B7AEA643-8B91-4E19-B3D4-0D216E8A6624}"/>
                  </a:ext>
                </a:extLst>
              </p:cNvPr>
              <p:cNvSpPr txBox="1"/>
              <p:nvPr/>
            </p:nvSpPr>
            <p:spPr>
              <a:xfrm>
                <a:off x="7162800" y="1964918"/>
                <a:ext cx="507132" cy="609398"/>
              </a:xfrm>
              <a:prstGeom prst="rect">
                <a:avLst/>
              </a:prstGeom>
              <a:noFill/>
            </p:spPr>
            <p:txBody>
              <a:bodyPr wrap="square" rtlCol="0">
                <a:spAutoFit/>
              </a:bodyPr>
              <a:lstStyle/>
              <a:p>
                <a:pPr algn="ctr">
                  <a:lnSpc>
                    <a:spcPct val="60000"/>
                  </a:lnSpc>
                </a:pPr>
                <a:r>
                  <a:rPr lang="en-US" b="1" dirty="0">
                    <a:solidFill>
                      <a:srgbClr val="FF0000"/>
                    </a:solidFill>
                    <a:latin typeface="Angsana New" panose="02020603050405020304" pitchFamily="18" charset="-34"/>
                  </a:rPr>
                  <a:t>1</a:t>
                </a:r>
              </a:p>
              <a:p>
                <a:pPr algn="ctr">
                  <a:lnSpc>
                    <a:spcPct val="60000"/>
                  </a:lnSpc>
                </a:pPr>
                <a:r>
                  <a:rPr lang="en-US" b="1" dirty="0">
                    <a:solidFill>
                      <a:srgbClr val="FF0000"/>
                    </a:solidFill>
                    <a:latin typeface="Angsana New" panose="02020603050405020304" pitchFamily="18" charset="-34"/>
                  </a:rPr>
                  <a:t>8</a:t>
                </a:r>
              </a:p>
            </p:txBody>
          </p:sp>
          <p:cxnSp>
            <p:nvCxnSpPr>
              <p:cNvPr id="40" name="ตัวเชื่อมต่อตรง 33">
                <a:extLst>
                  <a:ext uri="{FF2B5EF4-FFF2-40B4-BE49-F238E27FC236}">
                    <a16:creationId xmlns:a16="http://schemas.microsoft.com/office/drawing/2014/main" id="{C73C945C-A88A-4B4E-B528-DEACB9D62A26}"/>
                  </a:ext>
                </a:extLst>
              </p:cNvPr>
              <p:cNvCxnSpPr/>
              <p:nvPr/>
            </p:nvCxnSpPr>
            <p:spPr>
              <a:xfrm>
                <a:off x="7296150" y="2209800"/>
                <a:ext cx="236688"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3" name="กลุ่ม 34">
              <a:extLst>
                <a:ext uri="{FF2B5EF4-FFF2-40B4-BE49-F238E27FC236}">
                  <a16:creationId xmlns:a16="http://schemas.microsoft.com/office/drawing/2014/main" id="{811AAA6D-5DE8-44AE-B673-82FB2129CA9A}"/>
                </a:ext>
              </a:extLst>
            </p:cNvPr>
            <p:cNvGrpSpPr/>
            <p:nvPr/>
          </p:nvGrpSpPr>
          <p:grpSpPr>
            <a:xfrm>
              <a:off x="3962400" y="6115050"/>
              <a:ext cx="507132" cy="652486"/>
              <a:chOff x="7162800" y="1964918"/>
              <a:chExt cx="507132" cy="652486"/>
            </a:xfrm>
          </p:grpSpPr>
          <p:sp>
            <p:nvSpPr>
              <p:cNvPr id="37" name="กล่องข้อความ 35">
                <a:extLst>
                  <a:ext uri="{FF2B5EF4-FFF2-40B4-BE49-F238E27FC236}">
                    <a16:creationId xmlns:a16="http://schemas.microsoft.com/office/drawing/2014/main" id="{6AF0DCA2-BC20-4AE7-93CF-1AD5AB60FEF1}"/>
                  </a:ext>
                </a:extLst>
              </p:cNvPr>
              <p:cNvSpPr txBox="1"/>
              <p:nvPr/>
            </p:nvSpPr>
            <p:spPr>
              <a:xfrm>
                <a:off x="7162800" y="1964918"/>
                <a:ext cx="507132" cy="652486"/>
              </a:xfrm>
              <a:prstGeom prst="rect">
                <a:avLst/>
              </a:prstGeom>
              <a:noFill/>
            </p:spPr>
            <p:txBody>
              <a:bodyPr wrap="square" rtlCol="0">
                <a:spAutoFit/>
              </a:bodyPr>
              <a:lstStyle/>
              <a:p>
                <a:pPr algn="ctr">
                  <a:lnSpc>
                    <a:spcPct val="60000"/>
                  </a:lnSpc>
                </a:pPr>
                <a:r>
                  <a:rPr lang="en-US" b="1" dirty="0">
                    <a:solidFill>
                      <a:srgbClr val="FF0000"/>
                    </a:solidFill>
                    <a:latin typeface="Angsana New" panose="02020603050405020304" pitchFamily="18" charset="-34"/>
                  </a:rPr>
                  <a:t>3</a:t>
                </a:r>
              </a:p>
              <a:p>
                <a:pPr algn="ctr">
                  <a:lnSpc>
                    <a:spcPct val="60000"/>
                  </a:lnSpc>
                </a:pPr>
                <a:r>
                  <a:rPr lang="en-US" b="1" dirty="0">
                    <a:solidFill>
                      <a:srgbClr val="FF0000"/>
                    </a:solidFill>
                    <a:latin typeface="Angsana New" panose="02020603050405020304" pitchFamily="18" charset="-34"/>
                  </a:rPr>
                  <a:t>8</a:t>
                </a:r>
              </a:p>
            </p:txBody>
          </p:sp>
          <p:cxnSp>
            <p:nvCxnSpPr>
              <p:cNvPr id="38" name="ตัวเชื่อมต่อตรง 36">
                <a:extLst>
                  <a:ext uri="{FF2B5EF4-FFF2-40B4-BE49-F238E27FC236}">
                    <a16:creationId xmlns:a16="http://schemas.microsoft.com/office/drawing/2014/main" id="{3966D6EA-587F-4DCC-BC8C-B4662AE5DBC9}"/>
                  </a:ext>
                </a:extLst>
              </p:cNvPr>
              <p:cNvCxnSpPr/>
              <p:nvPr/>
            </p:nvCxnSpPr>
            <p:spPr>
              <a:xfrm>
                <a:off x="7296150" y="2209800"/>
                <a:ext cx="236688"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4" name="กลุ่ม 37">
              <a:extLst>
                <a:ext uri="{FF2B5EF4-FFF2-40B4-BE49-F238E27FC236}">
                  <a16:creationId xmlns:a16="http://schemas.microsoft.com/office/drawing/2014/main" id="{A61262EE-A7E3-41ED-B3CF-87B4F13AA172}"/>
                </a:ext>
              </a:extLst>
            </p:cNvPr>
            <p:cNvGrpSpPr/>
            <p:nvPr/>
          </p:nvGrpSpPr>
          <p:grpSpPr>
            <a:xfrm>
              <a:off x="6198468" y="6115050"/>
              <a:ext cx="507132" cy="652486"/>
              <a:chOff x="7162800" y="1964918"/>
              <a:chExt cx="507132" cy="652486"/>
            </a:xfrm>
          </p:grpSpPr>
          <p:sp>
            <p:nvSpPr>
              <p:cNvPr id="35" name="กล่องข้อความ 38">
                <a:extLst>
                  <a:ext uri="{FF2B5EF4-FFF2-40B4-BE49-F238E27FC236}">
                    <a16:creationId xmlns:a16="http://schemas.microsoft.com/office/drawing/2014/main" id="{74372948-71CE-44DB-82F0-4F3EE8DB46E2}"/>
                  </a:ext>
                </a:extLst>
              </p:cNvPr>
              <p:cNvSpPr txBox="1"/>
              <p:nvPr/>
            </p:nvSpPr>
            <p:spPr>
              <a:xfrm>
                <a:off x="7162800" y="1964918"/>
                <a:ext cx="507132" cy="652486"/>
              </a:xfrm>
              <a:prstGeom prst="rect">
                <a:avLst/>
              </a:prstGeom>
              <a:noFill/>
            </p:spPr>
            <p:txBody>
              <a:bodyPr wrap="square" rtlCol="0">
                <a:spAutoFit/>
              </a:bodyPr>
              <a:lstStyle/>
              <a:p>
                <a:pPr algn="ctr">
                  <a:lnSpc>
                    <a:spcPct val="60000"/>
                  </a:lnSpc>
                </a:pPr>
                <a:r>
                  <a:rPr lang="en-US" b="1" dirty="0">
                    <a:solidFill>
                      <a:srgbClr val="FF0000"/>
                    </a:solidFill>
                    <a:latin typeface="Angsana New" panose="02020603050405020304" pitchFamily="18" charset="-34"/>
                  </a:rPr>
                  <a:t>3</a:t>
                </a:r>
              </a:p>
              <a:p>
                <a:pPr algn="ctr">
                  <a:lnSpc>
                    <a:spcPct val="60000"/>
                  </a:lnSpc>
                </a:pPr>
                <a:r>
                  <a:rPr lang="en-US" b="1" dirty="0">
                    <a:solidFill>
                      <a:srgbClr val="FF0000"/>
                    </a:solidFill>
                    <a:latin typeface="Angsana New" panose="02020603050405020304" pitchFamily="18" charset="-34"/>
                  </a:rPr>
                  <a:t>8</a:t>
                </a:r>
              </a:p>
            </p:txBody>
          </p:sp>
          <p:cxnSp>
            <p:nvCxnSpPr>
              <p:cNvPr id="36" name="ตัวเชื่อมต่อตรง 39">
                <a:extLst>
                  <a:ext uri="{FF2B5EF4-FFF2-40B4-BE49-F238E27FC236}">
                    <a16:creationId xmlns:a16="http://schemas.microsoft.com/office/drawing/2014/main" id="{8340344C-0172-4878-845D-01960A57D4D9}"/>
                  </a:ext>
                </a:extLst>
              </p:cNvPr>
              <p:cNvCxnSpPr/>
              <p:nvPr/>
            </p:nvCxnSpPr>
            <p:spPr>
              <a:xfrm>
                <a:off x="7296150" y="2209800"/>
                <a:ext cx="236688"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2" name="Slide Number Placeholder 1">
            <a:extLst>
              <a:ext uri="{FF2B5EF4-FFF2-40B4-BE49-F238E27FC236}">
                <a16:creationId xmlns:a16="http://schemas.microsoft.com/office/drawing/2014/main" id="{71950547-6C01-4E54-99E8-F9B6E7164EA0}"/>
              </a:ext>
            </a:extLst>
          </p:cNvPr>
          <p:cNvSpPr>
            <a:spLocks noGrp="1"/>
          </p:cNvSpPr>
          <p:nvPr>
            <p:ph type="sldNum" sz="quarter" idx="12"/>
          </p:nvPr>
        </p:nvSpPr>
        <p:spPr/>
        <p:txBody>
          <a:bodyPr/>
          <a:lstStyle/>
          <a:p>
            <a:pPr>
              <a:defRPr/>
            </a:pPr>
            <a:fld id="{0598EADD-7714-4E0A-AD4B-AC83F9F5DA12}" type="slidenum">
              <a:rPr lang="en-US" smtClean="0"/>
              <a:pPr>
                <a:defRPr/>
              </a:pPr>
              <a:t>12</a:t>
            </a:fld>
            <a:endParaRPr lang="th-TH"/>
          </a:p>
        </p:txBody>
      </p:sp>
    </p:spTree>
    <p:extLst>
      <p:ext uri="{BB962C8B-B14F-4D97-AF65-F5344CB8AC3E}">
        <p14:creationId xmlns:p14="http://schemas.microsoft.com/office/powerpoint/2010/main" val="1949606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300"/>
                                        <p:tgtEl>
                                          <p:spTgt spid="3"/>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wipe(left)">
                                      <p:cBhvr>
                                        <p:cTn id="11" dur="3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wipe(left)">
                                      <p:cBhvr>
                                        <p:cTn id="16" dur="300"/>
                                        <p:tgtEl>
                                          <p:spTgt spid="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300"/>
                                        <p:tgtEl>
                                          <p:spTgt spid="6"/>
                                        </p:tgtEl>
                                      </p:cBhvr>
                                    </p:animEffect>
                                  </p:childTnLst>
                                </p:cTn>
                              </p:par>
                            </p:childTnLst>
                          </p:cTn>
                        </p:par>
                        <p:par>
                          <p:cTn id="22" fill="hold">
                            <p:stCondLst>
                              <p:cond delay="300"/>
                            </p:stCondLst>
                            <p:childTnLst>
                              <p:par>
                                <p:cTn id="23" presetID="22" presetClass="entr" presetSubtype="8"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300"/>
                                        <p:tgtEl>
                                          <p:spTgt spid="7"/>
                                        </p:tgtEl>
                                      </p:cBhvr>
                                    </p:animEffect>
                                  </p:childTnLst>
                                </p:cTn>
                              </p:par>
                            </p:childTnLst>
                          </p:cTn>
                        </p:par>
                        <p:par>
                          <p:cTn id="26" fill="hold">
                            <p:stCondLst>
                              <p:cond delay="600"/>
                            </p:stCondLst>
                            <p:childTnLst>
                              <p:par>
                                <p:cTn id="27" presetID="9"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dissolve">
                                      <p:cBhvr>
                                        <p:cTn id="29" dur="3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left)">
                                      <p:cBhvr>
                                        <p:cTn id="34" dur="300"/>
                                        <p:tgtEl>
                                          <p:spTgt spid="18"/>
                                        </p:tgtEl>
                                      </p:cBhvr>
                                    </p:animEffect>
                                  </p:childTnLst>
                                </p:cTn>
                              </p:par>
                            </p:childTnLst>
                          </p:cTn>
                        </p:par>
                        <p:par>
                          <p:cTn id="35" fill="hold">
                            <p:stCondLst>
                              <p:cond delay="300"/>
                            </p:stCondLst>
                            <p:childTnLst>
                              <p:par>
                                <p:cTn id="36" presetID="9" presetClass="entr" presetSubtype="0" fill="hold" nodeType="after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dissolve">
                                      <p:cBhvr>
                                        <p:cTn id="38" dur="3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left)">
                                      <p:cBhvr>
                                        <p:cTn id="43" dur="300"/>
                                        <p:tgtEl>
                                          <p:spTgt spid="28"/>
                                        </p:tgtEl>
                                      </p:cBhvr>
                                    </p:animEffect>
                                  </p:childTnLst>
                                </p:cTn>
                              </p:par>
                            </p:childTnLst>
                          </p:cTn>
                        </p:par>
                        <p:par>
                          <p:cTn id="44" fill="hold">
                            <p:stCondLst>
                              <p:cond delay="300"/>
                            </p:stCondLst>
                            <p:childTnLst>
                              <p:par>
                                <p:cTn id="45" presetID="18" presetClass="entr" presetSubtype="3"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strips(upRight)">
                                      <p:cBhvr>
                                        <p:cTn id="47" dur="3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left)">
                                      <p:cBhvr>
                                        <p:cTn id="52" dur="3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build="p" autoUpdateAnimBg="0" advAuto="0"/>
      <p:bldP spid="5" grpId="0" build="p" autoUpdateAnimBg="0" advAuto="0"/>
      <p:bldP spid="6" grpId="0"/>
      <p:bldP spid="7" grpId="0" autoUpdateAnimBg="0"/>
      <p:bldP spid="18" grpId="0" autoUpdateAnimBg="0"/>
      <p:bldP spid="28"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ChangeArrowheads="1"/>
          </p:cNvSpPr>
          <p:nvPr/>
        </p:nvSpPr>
        <p:spPr bwMode="auto">
          <a:xfrm>
            <a:off x="76200" y="762000"/>
            <a:ext cx="8562975" cy="533400"/>
          </a:xfrm>
          <a:prstGeom prst="rect">
            <a:avLst/>
          </a:prstGeom>
          <a:noFill/>
          <a:ln w="9525">
            <a:noFill/>
            <a:miter lim="800000"/>
            <a:headEnd/>
            <a:tailEnd/>
          </a:ln>
        </p:spPr>
        <p:txBody>
          <a:bodyPr/>
          <a:lstStyle/>
          <a:p>
            <a:pPr>
              <a:tabLst>
                <a:tab pos="457200" algn="l"/>
              </a:tabLst>
            </a:pPr>
            <a:r>
              <a:rPr lang="en-US" b="1" dirty="0" err="1">
                <a:solidFill>
                  <a:srgbClr val="0000FF"/>
                </a:solidFill>
                <a:latin typeface="Angsana New" pitchFamily="18" charset="-34"/>
              </a:rPr>
              <a:t>ตัวแปรสุ่ม</a:t>
            </a:r>
            <a:r>
              <a:rPr lang="en-US" b="1" dirty="0">
                <a:solidFill>
                  <a:srgbClr val="0000FF"/>
                </a:solidFill>
                <a:latin typeface="Angsana New" pitchFamily="18" charset="-34"/>
              </a:rPr>
              <a:t> </a:t>
            </a:r>
            <a:r>
              <a:rPr lang="en-US" b="1" dirty="0" err="1">
                <a:solidFill>
                  <a:srgbClr val="0000FF"/>
                </a:solidFill>
                <a:latin typeface="Angsana New" pitchFamily="18" charset="-34"/>
              </a:rPr>
              <a:t>คือ</a:t>
            </a:r>
            <a:r>
              <a:rPr lang="en-US" b="1" dirty="0">
                <a:solidFill>
                  <a:srgbClr val="0000FF"/>
                </a:solidFill>
                <a:latin typeface="Angsana New" pitchFamily="18" charset="-34"/>
              </a:rPr>
              <a:t> </a:t>
            </a:r>
            <a:r>
              <a:rPr lang="en-US" b="1" dirty="0" err="1">
                <a:solidFill>
                  <a:srgbClr val="0000FF"/>
                </a:solidFill>
                <a:latin typeface="Angsana New" pitchFamily="18" charset="-34"/>
              </a:rPr>
              <a:t>ฟังก์ชันค่าจริง</a:t>
            </a:r>
            <a:r>
              <a:rPr lang="en-US" b="1" dirty="0">
                <a:solidFill>
                  <a:srgbClr val="0000FF"/>
                </a:solidFill>
                <a:latin typeface="Angsana New" pitchFamily="18" charset="-34"/>
              </a:rPr>
              <a:t> X </a:t>
            </a:r>
            <a:r>
              <a:rPr lang="en-US" b="1" dirty="0">
                <a:solidFill>
                  <a:srgbClr val="D88100"/>
                </a:solidFill>
                <a:latin typeface="Angsana New" pitchFamily="18" charset="-34"/>
              </a:rPr>
              <a:t>(</a:t>
            </a:r>
            <a:r>
              <a:rPr lang="en-US" b="1" dirty="0" err="1">
                <a:solidFill>
                  <a:srgbClr val="D88100"/>
                </a:solidFill>
                <a:latin typeface="Angsana New" pitchFamily="18" charset="-34"/>
              </a:rPr>
              <a:t>ตัวพิมพ์ใหญ่</a:t>
            </a:r>
            <a:r>
              <a:rPr lang="en-US" b="1" dirty="0">
                <a:solidFill>
                  <a:srgbClr val="D88100"/>
                </a:solidFill>
                <a:latin typeface="Angsana New" pitchFamily="18" charset="-34"/>
              </a:rPr>
              <a:t>)</a:t>
            </a:r>
            <a:r>
              <a:rPr lang="en-US" b="1" dirty="0">
                <a:solidFill>
                  <a:srgbClr val="0000FF"/>
                </a:solidFill>
                <a:latin typeface="Angsana New" pitchFamily="18" charset="-34"/>
              </a:rPr>
              <a:t>  </a:t>
            </a:r>
            <a:r>
              <a:rPr lang="en-US" b="1" dirty="0">
                <a:solidFill>
                  <a:srgbClr val="0000FF"/>
                </a:solidFill>
                <a:latin typeface="Angsana New" pitchFamily="18" charset="-34"/>
                <a:sym typeface="Symbol" pitchFamily="18" charset="2"/>
              </a:rPr>
              <a:t> </a:t>
            </a:r>
          </a:p>
        </p:txBody>
      </p:sp>
      <p:sp>
        <p:nvSpPr>
          <p:cNvPr id="13316" name="Rectangle 4"/>
          <p:cNvSpPr>
            <a:spLocks noChangeArrowheads="1"/>
          </p:cNvSpPr>
          <p:nvPr/>
        </p:nvSpPr>
        <p:spPr bwMode="auto">
          <a:xfrm>
            <a:off x="2076994" y="1308463"/>
            <a:ext cx="4267200" cy="533400"/>
          </a:xfrm>
          <a:prstGeom prst="rect">
            <a:avLst/>
          </a:prstGeom>
          <a:noFill/>
          <a:ln w="9525">
            <a:noFill/>
            <a:miter lim="800000"/>
            <a:headEnd/>
            <a:tailEnd/>
          </a:ln>
        </p:spPr>
        <p:txBody>
          <a:bodyPr/>
          <a:lstStyle/>
          <a:p>
            <a:pPr>
              <a:tabLst>
                <a:tab pos="457200" algn="l"/>
              </a:tabLst>
            </a:pPr>
            <a:r>
              <a:rPr lang="en-US" b="1" dirty="0">
                <a:solidFill>
                  <a:srgbClr val="5A3600"/>
                </a:solidFill>
                <a:latin typeface="Angsana New" pitchFamily="18" charset="-34"/>
              </a:rPr>
              <a:t>X : S</a:t>
            </a:r>
            <a:r>
              <a:rPr lang="en-US" b="1" dirty="0">
                <a:solidFill>
                  <a:srgbClr val="5A3600"/>
                </a:solidFill>
                <a:latin typeface="Angsana New" pitchFamily="18" charset="-34"/>
                <a:sym typeface="Symbol" pitchFamily="18" charset="2"/>
              </a:rPr>
              <a:t>    </a:t>
            </a:r>
            <a:r>
              <a:rPr lang="en-US" sz="2400" b="1" dirty="0">
                <a:solidFill>
                  <a:srgbClr val="5A3600"/>
                </a:solidFill>
                <a:latin typeface="Angsana New" pitchFamily="18" charset="-34"/>
                <a:sym typeface="Symbol" pitchFamily="18" charset="2"/>
              </a:rPr>
              <a:t></a:t>
            </a:r>
            <a:r>
              <a:rPr lang="en-US" b="1" dirty="0">
                <a:solidFill>
                  <a:srgbClr val="5A3600"/>
                </a:solidFill>
                <a:latin typeface="Angsana New" pitchFamily="18" charset="-34"/>
                <a:sym typeface="Symbol" pitchFamily="18" charset="2"/>
              </a:rPr>
              <a:t> </a:t>
            </a:r>
            <a:r>
              <a:rPr lang="en-US" b="1" dirty="0">
                <a:solidFill>
                  <a:srgbClr val="D88100"/>
                </a:solidFill>
                <a:latin typeface="Angsana New" pitchFamily="18" charset="-34"/>
                <a:sym typeface="Symbol" pitchFamily="18" charset="2"/>
              </a:rPr>
              <a:t>= </a:t>
            </a:r>
            <a:r>
              <a:rPr lang="en-US" b="1" dirty="0" err="1">
                <a:solidFill>
                  <a:srgbClr val="D88100"/>
                </a:solidFill>
                <a:latin typeface="Angsana New" pitchFamily="18" charset="-34"/>
                <a:sym typeface="Symbol" pitchFamily="18" charset="2"/>
              </a:rPr>
              <a:t>เซทของจำนวนจริง</a:t>
            </a:r>
            <a:endParaRPr lang="en-US" b="1" dirty="0">
              <a:solidFill>
                <a:srgbClr val="D88100"/>
              </a:solidFill>
              <a:latin typeface="Angsana New" pitchFamily="18" charset="-34"/>
              <a:sym typeface="Symbol" pitchFamily="18" charset="2"/>
            </a:endParaRPr>
          </a:p>
        </p:txBody>
      </p:sp>
      <p:sp>
        <p:nvSpPr>
          <p:cNvPr id="13318" name="Rectangle 6"/>
          <p:cNvSpPr>
            <a:spLocks noChangeArrowheads="1"/>
          </p:cNvSpPr>
          <p:nvPr/>
        </p:nvSpPr>
        <p:spPr bwMode="auto">
          <a:xfrm>
            <a:off x="152400" y="2133600"/>
            <a:ext cx="7772400" cy="533400"/>
          </a:xfrm>
          <a:prstGeom prst="rect">
            <a:avLst/>
          </a:prstGeom>
          <a:noFill/>
          <a:ln w="9525">
            <a:noFill/>
            <a:miter lim="800000"/>
            <a:headEnd/>
            <a:tailEnd/>
          </a:ln>
        </p:spPr>
        <p:txBody>
          <a:bodyPr/>
          <a:lstStyle/>
          <a:p>
            <a:pPr>
              <a:tabLst>
                <a:tab pos="457200" algn="l"/>
              </a:tabLst>
            </a:pPr>
            <a:r>
              <a:rPr lang="en-US" b="1">
                <a:solidFill>
                  <a:srgbClr val="006600"/>
                </a:solidFill>
                <a:latin typeface="Angsana New" pitchFamily="18" charset="-34"/>
              </a:rPr>
              <a:t>1. โยนเหรียญ 1 อัน :  X(H) = 0 , X(T) = 1</a:t>
            </a:r>
            <a:r>
              <a:rPr lang="en-US" b="1">
                <a:solidFill>
                  <a:srgbClr val="006600"/>
                </a:solidFill>
                <a:latin typeface="Angsana New" pitchFamily="18" charset="-34"/>
                <a:sym typeface="Symbol" pitchFamily="18" charset="2"/>
              </a:rPr>
              <a:t> </a:t>
            </a:r>
          </a:p>
        </p:txBody>
      </p:sp>
      <p:sp>
        <p:nvSpPr>
          <p:cNvPr id="13320" name="Rectangle 8"/>
          <p:cNvSpPr>
            <a:spLocks noChangeArrowheads="1"/>
          </p:cNvSpPr>
          <p:nvPr/>
        </p:nvSpPr>
        <p:spPr bwMode="auto">
          <a:xfrm>
            <a:off x="152400" y="2667000"/>
            <a:ext cx="8610600" cy="533400"/>
          </a:xfrm>
          <a:prstGeom prst="rect">
            <a:avLst/>
          </a:prstGeom>
          <a:noFill/>
          <a:ln w="9525">
            <a:noFill/>
            <a:miter lim="800000"/>
            <a:headEnd/>
            <a:tailEnd/>
          </a:ln>
        </p:spPr>
        <p:txBody>
          <a:bodyPr/>
          <a:lstStyle/>
          <a:p>
            <a:pPr>
              <a:tabLst>
                <a:tab pos="457200" algn="l"/>
              </a:tabLst>
            </a:pPr>
            <a:r>
              <a:rPr lang="en-US" b="1" dirty="0">
                <a:solidFill>
                  <a:srgbClr val="6600FF"/>
                </a:solidFill>
                <a:latin typeface="Angsana New" pitchFamily="18" charset="-34"/>
              </a:rPr>
              <a:t>2. </a:t>
            </a:r>
            <a:r>
              <a:rPr lang="en-US" b="1" dirty="0" err="1">
                <a:solidFill>
                  <a:srgbClr val="6600FF"/>
                </a:solidFill>
                <a:latin typeface="Angsana New" pitchFamily="18" charset="-34"/>
              </a:rPr>
              <a:t>โยนเหรียญ</a:t>
            </a:r>
            <a:r>
              <a:rPr lang="en-US" b="1" dirty="0">
                <a:solidFill>
                  <a:srgbClr val="6600FF"/>
                </a:solidFill>
                <a:latin typeface="Angsana New" pitchFamily="18" charset="-34"/>
              </a:rPr>
              <a:t> 3 </a:t>
            </a:r>
            <a:r>
              <a:rPr lang="en-US" b="1" dirty="0" err="1">
                <a:solidFill>
                  <a:srgbClr val="6600FF"/>
                </a:solidFill>
                <a:latin typeface="Angsana New" pitchFamily="18" charset="-34"/>
              </a:rPr>
              <a:t>อัน</a:t>
            </a:r>
            <a:r>
              <a:rPr lang="en-US" b="1" dirty="0">
                <a:solidFill>
                  <a:srgbClr val="6600FF"/>
                </a:solidFill>
                <a:latin typeface="Angsana New" pitchFamily="18" charset="-34"/>
              </a:rPr>
              <a:t> : </a:t>
            </a:r>
            <a:r>
              <a:rPr lang="en-US" b="1" dirty="0" err="1">
                <a:solidFill>
                  <a:srgbClr val="6600FF"/>
                </a:solidFill>
                <a:latin typeface="Angsana New" pitchFamily="18" charset="-34"/>
              </a:rPr>
              <a:t>ให้</a:t>
            </a:r>
            <a:r>
              <a:rPr lang="en-US" b="1" dirty="0">
                <a:solidFill>
                  <a:srgbClr val="6600FF"/>
                </a:solidFill>
                <a:latin typeface="Angsana New" pitchFamily="18" charset="-34"/>
              </a:rPr>
              <a:t>  X </a:t>
            </a:r>
            <a:r>
              <a:rPr lang="en-US" b="1" dirty="0" err="1">
                <a:solidFill>
                  <a:srgbClr val="6600FF"/>
                </a:solidFill>
                <a:latin typeface="Angsana New" pitchFamily="18" charset="-34"/>
              </a:rPr>
              <a:t>แทน</a:t>
            </a:r>
            <a:r>
              <a:rPr lang="en-US" b="1" dirty="0">
                <a:solidFill>
                  <a:srgbClr val="6600FF"/>
                </a:solidFill>
                <a:latin typeface="Angsana New" pitchFamily="18" charset="-34"/>
              </a:rPr>
              <a:t> </a:t>
            </a:r>
            <a:r>
              <a:rPr lang="en-US" b="1" dirty="0" err="1">
                <a:solidFill>
                  <a:srgbClr val="6600FF"/>
                </a:solidFill>
                <a:latin typeface="Angsana New" pitchFamily="18" charset="-34"/>
              </a:rPr>
              <a:t>จำนวน</a:t>
            </a:r>
            <a:r>
              <a:rPr lang="en-US" b="1" dirty="0">
                <a:solidFill>
                  <a:srgbClr val="6600FF"/>
                </a:solidFill>
                <a:latin typeface="Angsana New" pitchFamily="18" charset="-34"/>
              </a:rPr>
              <a:t> H </a:t>
            </a:r>
            <a:r>
              <a:rPr lang="en-US" b="1" dirty="0" err="1">
                <a:solidFill>
                  <a:srgbClr val="6600FF"/>
                </a:solidFill>
                <a:latin typeface="Angsana New" pitchFamily="18" charset="-34"/>
              </a:rPr>
              <a:t>ที่ได้</a:t>
            </a:r>
            <a:endParaRPr lang="en-US" b="1" dirty="0">
              <a:solidFill>
                <a:srgbClr val="6600FF"/>
              </a:solidFill>
              <a:latin typeface="Angsana New" pitchFamily="18" charset="-34"/>
            </a:endParaRPr>
          </a:p>
        </p:txBody>
      </p:sp>
      <p:sp>
        <p:nvSpPr>
          <p:cNvPr id="13321" name="Rectangle 9"/>
          <p:cNvSpPr>
            <a:spLocks noChangeArrowheads="1"/>
          </p:cNvSpPr>
          <p:nvPr/>
        </p:nvSpPr>
        <p:spPr bwMode="auto">
          <a:xfrm>
            <a:off x="457200" y="3124200"/>
            <a:ext cx="7086600" cy="484909"/>
          </a:xfrm>
          <a:prstGeom prst="rect">
            <a:avLst/>
          </a:prstGeom>
          <a:noFill/>
          <a:ln w="9525">
            <a:noFill/>
            <a:miter lim="800000"/>
            <a:headEnd/>
            <a:tailEnd/>
          </a:ln>
        </p:spPr>
        <p:txBody>
          <a:bodyPr/>
          <a:lstStyle/>
          <a:p>
            <a:pPr>
              <a:tabLst>
                <a:tab pos="457200" algn="l"/>
              </a:tabLst>
            </a:pPr>
            <a:r>
              <a:rPr lang="en-US" b="1" dirty="0" err="1">
                <a:solidFill>
                  <a:srgbClr val="6600FF"/>
                </a:solidFill>
                <a:latin typeface="Angsana New" pitchFamily="18" charset="-34"/>
              </a:rPr>
              <a:t>ค่าของ</a:t>
            </a:r>
            <a:r>
              <a:rPr lang="en-US" b="1" dirty="0">
                <a:solidFill>
                  <a:srgbClr val="6600FF"/>
                </a:solidFill>
                <a:latin typeface="Angsana New" pitchFamily="18" charset="-34"/>
              </a:rPr>
              <a:t>  X </a:t>
            </a:r>
            <a:r>
              <a:rPr lang="en-US" b="1" dirty="0" err="1">
                <a:solidFill>
                  <a:srgbClr val="6600FF"/>
                </a:solidFill>
                <a:latin typeface="Angsana New" pitchFamily="18" charset="-34"/>
              </a:rPr>
              <a:t>ที่เป็นไปได้</a:t>
            </a:r>
            <a:r>
              <a:rPr lang="en-US" b="1" dirty="0">
                <a:solidFill>
                  <a:srgbClr val="6600FF"/>
                </a:solidFill>
                <a:latin typeface="Angsana New" pitchFamily="18" charset="-34"/>
              </a:rPr>
              <a:t> (</a:t>
            </a:r>
            <a:r>
              <a:rPr lang="en-US" b="1" i="1" dirty="0">
                <a:solidFill>
                  <a:srgbClr val="6600FF"/>
                </a:solidFill>
                <a:latin typeface="Angsana New" pitchFamily="18" charset="-34"/>
              </a:rPr>
              <a:t>x</a:t>
            </a:r>
            <a:r>
              <a:rPr lang="en-US" b="1" dirty="0">
                <a:solidFill>
                  <a:srgbClr val="6600FF"/>
                </a:solidFill>
                <a:latin typeface="Angsana New" pitchFamily="18" charset="-34"/>
              </a:rPr>
              <a:t>) </a:t>
            </a:r>
            <a:r>
              <a:rPr lang="en-US" b="1" dirty="0" err="1">
                <a:solidFill>
                  <a:srgbClr val="6600FF"/>
                </a:solidFill>
                <a:latin typeface="Angsana New" pitchFamily="18" charset="-34"/>
              </a:rPr>
              <a:t>คือ</a:t>
            </a:r>
            <a:r>
              <a:rPr lang="en-US" b="1" dirty="0">
                <a:solidFill>
                  <a:srgbClr val="6600FF"/>
                </a:solidFill>
                <a:latin typeface="Angsana New" pitchFamily="18" charset="-34"/>
              </a:rPr>
              <a:t> 0 , 1 , 2 , 3 </a:t>
            </a:r>
          </a:p>
        </p:txBody>
      </p:sp>
      <p:sp>
        <p:nvSpPr>
          <p:cNvPr id="13323" name="Rectangle 11"/>
          <p:cNvSpPr>
            <a:spLocks noGrp="1" noChangeArrowheads="1"/>
          </p:cNvSpPr>
          <p:nvPr>
            <p:ph type="ctrTitle"/>
          </p:nvPr>
        </p:nvSpPr>
        <p:spPr>
          <a:xfrm>
            <a:off x="685800" y="152400"/>
            <a:ext cx="7772400" cy="678872"/>
          </a:xfrm>
          <a:noFill/>
        </p:spPr>
        <p:txBody>
          <a:bodyPr/>
          <a:lstStyle/>
          <a:p>
            <a:pPr eaLnBrk="1" hangingPunct="1">
              <a:lnSpc>
                <a:spcPct val="90000"/>
              </a:lnSpc>
            </a:pPr>
            <a:r>
              <a:rPr lang="en-US" sz="3200" b="1" dirty="0" err="1">
                <a:solidFill>
                  <a:srgbClr val="CC00FF"/>
                </a:solidFill>
                <a:latin typeface="Angsana New" pitchFamily="18" charset="-34"/>
              </a:rPr>
              <a:t>ตัวแปรสุ่ม</a:t>
            </a:r>
            <a:r>
              <a:rPr lang="en-US" sz="3200" b="1" dirty="0">
                <a:solidFill>
                  <a:srgbClr val="CC00FF"/>
                </a:solidFill>
                <a:latin typeface="Angsana New" pitchFamily="18" charset="-34"/>
              </a:rPr>
              <a:t> (Random Variable)</a:t>
            </a:r>
          </a:p>
        </p:txBody>
      </p:sp>
      <p:sp>
        <p:nvSpPr>
          <p:cNvPr id="13324" name="Rectangle 12"/>
          <p:cNvSpPr>
            <a:spLocks noChangeArrowheads="1"/>
          </p:cNvSpPr>
          <p:nvPr/>
        </p:nvSpPr>
        <p:spPr bwMode="auto">
          <a:xfrm>
            <a:off x="152400" y="1752600"/>
            <a:ext cx="1905000" cy="533400"/>
          </a:xfrm>
          <a:prstGeom prst="rect">
            <a:avLst/>
          </a:prstGeom>
          <a:noFill/>
          <a:ln w="9525">
            <a:noFill/>
            <a:miter lim="800000"/>
            <a:headEnd/>
            <a:tailEnd/>
          </a:ln>
        </p:spPr>
        <p:txBody>
          <a:bodyPr/>
          <a:lstStyle/>
          <a:p>
            <a:pPr>
              <a:tabLst>
                <a:tab pos="457200" algn="l"/>
              </a:tabLst>
            </a:pPr>
            <a:r>
              <a:rPr lang="th-TH" b="1">
                <a:solidFill>
                  <a:srgbClr val="FF0000"/>
                </a:solidFill>
                <a:latin typeface="Angsana New" pitchFamily="18" charset="-34"/>
              </a:rPr>
              <a:t>ตัวอย่าง</a:t>
            </a:r>
            <a:r>
              <a:rPr lang="en-US" b="1">
                <a:solidFill>
                  <a:srgbClr val="006600"/>
                </a:solidFill>
                <a:latin typeface="Angsana New" pitchFamily="18" charset="-34"/>
                <a:sym typeface="Symbol" pitchFamily="18" charset="2"/>
              </a:rPr>
              <a:t> </a:t>
            </a:r>
          </a:p>
        </p:txBody>
      </p:sp>
      <p:sp>
        <p:nvSpPr>
          <p:cNvPr id="13325" name="Rectangle 13"/>
          <p:cNvSpPr>
            <a:spLocks noChangeArrowheads="1"/>
          </p:cNvSpPr>
          <p:nvPr/>
        </p:nvSpPr>
        <p:spPr bwMode="auto">
          <a:xfrm>
            <a:off x="152400" y="3581400"/>
            <a:ext cx="8610600" cy="484909"/>
          </a:xfrm>
          <a:prstGeom prst="rect">
            <a:avLst/>
          </a:prstGeom>
          <a:noFill/>
          <a:ln w="9525">
            <a:noFill/>
            <a:miter lim="800000"/>
            <a:headEnd/>
            <a:tailEnd/>
          </a:ln>
        </p:spPr>
        <p:txBody>
          <a:bodyPr/>
          <a:lstStyle/>
          <a:p>
            <a:pPr>
              <a:lnSpc>
                <a:spcPct val="90000"/>
              </a:lnSpc>
              <a:tabLst>
                <a:tab pos="457200" algn="l"/>
              </a:tabLst>
            </a:pPr>
            <a:r>
              <a:rPr lang="en-US" b="1" dirty="0">
                <a:solidFill>
                  <a:srgbClr val="22458A"/>
                </a:solidFill>
                <a:latin typeface="Angsana New" pitchFamily="18" charset="-34"/>
              </a:rPr>
              <a:t>3. </a:t>
            </a:r>
            <a:r>
              <a:rPr lang="en-US" b="1" dirty="0" err="1">
                <a:solidFill>
                  <a:srgbClr val="22458A"/>
                </a:solidFill>
                <a:latin typeface="Angsana New" pitchFamily="18" charset="-34"/>
              </a:rPr>
              <a:t>ให้</a:t>
            </a:r>
            <a:r>
              <a:rPr lang="en-US" b="1" dirty="0">
                <a:solidFill>
                  <a:srgbClr val="22458A"/>
                </a:solidFill>
                <a:latin typeface="Angsana New" pitchFamily="18" charset="-34"/>
              </a:rPr>
              <a:t> X </a:t>
            </a:r>
            <a:r>
              <a:rPr lang="en-US" b="1" dirty="0" err="1">
                <a:solidFill>
                  <a:srgbClr val="22458A"/>
                </a:solidFill>
                <a:latin typeface="Angsana New" pitchFamily="18" charset="-34"/>
              </a:rPr>
              <a:t>แทน</a:t>
            </a:r>
            <a:r>
              <a:rPr lang="en-US" b="1" dirty="0">
                <a:solidFill>
                  <a:srgbClr val="22458A"/>
                </a:solidFill>
                <a:latin typeface="Angsana New" pitchFamily="18" charset="-34"/>
              </a:rPr>
              <a:t> </a:t>
            </a:r>
            <a:r>
              <a:rPr lang="en-US" b="1" dirty="0" err="1">
                <a:solidFill>
                  <a:srgbClr val="22458A"/>
                </a:solidFill>
                <a:latin typeface="Angsana New" pitchFamily="18" charset="-34"/>
              </a:rPr>
              <a:t>จำนวนอุบัติเหตุ</a:t>
            </a:r>
            <a:r>
              <a:rPr lang="en-US" b="1" dirty="0">
                <a:solidFill>
                  <a:srgbClr val="22458A"/>
                </a:solidFill>
                <a:latin typeface="Angsana New" pitchFamily="18" charset="-34"/>
              </a:rPr>
              <a:t> : </a:t>
            </a:r>
            <a:r>
              <a:rPr lang="en-US" b="1" i="1" dirty="0">
                <a:solidFill>
                  <a:srgbClr val="22458A"/>
                </a:solidFill>
                <a:latin typeface="Angsana New" pitchFamily="18" charset="-34"/>
              </a:rPr>
              <a:t>x</a:t>
            </a:r>
            <a:r>
              <a:rPr lang="en-US" b="1" dirty="0">
                <a:solidFill>
                  <a:srgbClr val="22458A"/>
                </a:solidFill>
                <a:latin typeface="Angsana New" pitchFamily="18" charset="-34"/>
              </a:rPr>
              <a:t>  =  0 , 1 , 2 , …</a:t>
            </a:r>
            <a:endParaRPr lang="en-US" b="1" dirty="0">
              <a:solidFill>
                <a:srgbClr val="22458A"/>
              </a:solidFill>
              <a:latin typeface="Angsana New" pitchFamily="18" charset="-34"/>
              <a:sym typeface="Symbol" pitchFamily="18" charset="2"/>
            </a:endParaRPr>
          </a:p>
        </p:txBody>
      </p:sp>
      <p:sp>
        <p:nvSpPr>
          <p:cNvPr id="13326" name="Rectangle 14"/>
          <p:cNvSpPr>
            <a:spLocks noChangeArrowheads="1"/>
          </p:cNvSpPr>
          <p:nvPr/>
        </p:nvSpPr>
        <p:spPr bwMode="auto">
          <a:xfrm>
            <a:off x="123825" y="4038600"/>
            <a:ext cx="8839200" cy="474807"/>
          </a:xfrm>
          <a:prstGeom prst="rect">
            <a:avLst/>
          </a:prstGeom>
          <a:noFill/>
          <a:ln w="9525">
            <a:noFill/>
            <a:miter lim="800000"/>
            <a:headEnd/>
            <a:tailEnd/>
          </a:ln>
        </p:spPr>
        <p:txBody>
          <a:bodyPr/>
          <a:lstStyle/>
          <a:p>
            <a:pPr>
              <a:lnSpc>
                <a:spcPct val="90000"/>
              </a:lnSpc>
              <a:tabLst>
                <a:tab pos="457200" algn="l"/>
              </a:tabLst>
            </a:pPr>
            <a:r>
              <a:rPr lang="en-US" b="1" dirty="0">
                <a:solidFill>
                  <a:srgbClr val="FF00FF"/>
                </a:solidFill>
                <a:latin typeface="Angsana New" pitchFamily="18" charset="-34"/>
              </a:rPr>
              <a:t>4. </a:t>
            </a:r>
            <a:r>
              <a:rPr lang="en-US" b="1" dirty="0" err="1">
                <a:solidFill>
                  <a:srgbClr val="FF00FF"/>
                </a:solidFill>
                <a:latin typeface="Angsana New" pitchFamily="18" charset="-34"/>
              </a:rPr>
              <a:t>ให้</a:t>
            </a:r>
            <a:r>
              <a:rPr lang="en-US" b="1" dirty="0">
                <a:solidFill>
                  <a:srgbClr val="FF00FF"/>
                </a:solidFill>
                <a:latin typeface="Angsana New" pitchFamily="18" charset="-34"/>
              </a:rPr>
              <a:t> X </a:t>
            </a:r>
            <a:r>
              <a:rPr lang="en-US" b="1" dirty="0" err="1">
                <a:solidFill>
                  <a:srgbClr val="FF00FF"/>
                </a:solidFill>
                <a:latin typeface="Angsana New" pitchFamily="18" charset="-34"/>
              </a:rPr>
              <a:t>แทน</a:t>
            </a:r>
            <a:r>
              <a:rPr lang="en-US" b="1" dirty="0">
                <a:solidFill>
                  <a:srgbClr val="FF00FF"/>
                </a:solidFill>
                <a:latin typeface="Angsana New" pitchFamily="18" charset="-34"/>
              </a:rPr>
              <a:t> </a:t>
            </a:r>
            <a:r>
              <a:rPr lang="en-US" b="1" dirty="0" err="1">
                <a:solidFill>
                  <a:srgbClr val="FF00FF"/>
                </a:solidFill>
                <a:latin typeface="Angsana New" pitchFamily="18" charset="-34"/>
              </a:rPr>
              <a:t>อายุของหลอดไฟ</a:t>
            </a:r>
            <a:r>
              <a:rPr lang="en-US" b="1" dirty="0">
                <a:solidFill>
                  <a:srgbClr val="FF00FF"/>
                </a:solidFill>
                <a:latin typeface="Angsana New" pitchFamily="18" charset="-34"/>
              </a:rPr>
              <a:t>: 0 &lt; </a:t>
            </a:r>
            <a:r>
              <a:rPr lang="en-US" b="1" i="1" dirty="0">
                <a:solidFill>
                  <a:srgbClr val="FF00FF"/>
                </a:solidFill>
                <a:latin typeface="Angsana New" pitchFamily="18" charset="-34"/>
              </a:rPr>
              <a:t>x</a:t>
            </a:r>
            <a:r>
              <a:rPr lang="en-US" b="1" dirty="0">
                <a:solidFill>
                  <a:srgbClr val="FF00FF"/>
                </a:solidFill>
                <a:latin typeface="Angsana New" pitchFamily="18" charset="-34"/>
              </a:rPr>
              <a:t> </a:t>
            </a:r>
            <a:r>
              <a:rPr lang="en-US" b="1" u="sng" dirty="0">
                <a:solidFill>
                  <a:srgbClr val="FF00FF"/>
                </a:solidFill>
                <a:latin typeface="Angsana New" pitchFamily="18" charset="-34"/>
              </a:rPr>
              <a:t>&lt;</a:t>
            </a:r>
            <a:r>
              <a:rPr lang="en-US" b="1" dirty="0">
                <a:solidFill>
                  <a:srgbClr val="FF00FF"/>
                </a:solidFill>
                <a:latin typeface="Angsana New" pitchFamily="18" charset="-34"/>
              </a:rPr>
              <a:t> 200 </a:t>
            </a:r>
            <a:r>
              <a:rPr lang="en-US" b="1" dirty="0" err="1">
                <a:solidFill>
                  <a:srgbClr val="FF00FF"/>
                </a:solidFill>
                <a:latin typeface="Angsana New" pitchFamily="18" charset="-34"/>
              </a:rPr>
              <a:t>ชั่วโมง</a:t>
            </a:r>
            <a:endParaRPr lang="en-US" b="1" dirty="0">
              <a:solidFill>
                <a:srgbClr val="FF00FF"/>
              </a:solidFill>
              <a:latin typeface="Angsana New" pitchFamily="18" charset="-34"/>
              <a:sym typeface="Symbol" pitchFamily="18" charset="2"/>
            </a:endParaRPr>
          </a:p>
        </p:txBody>
      </p:sp>
      <p:sp>
        <p:nvSpPr>
          <p:cNvPr id="11" name="Rectangle 2"/>
          <p:cNvSpPr txBox="1">
            <a:spLocks noChangeArrowheads="1"/>
          </p:cNvSpPr>
          <p:nvPr/>
        </p:nvSpPr>
        <p:spPr bwMode="auto">
          <a:xfrm>
            <a:off x="120650" y="4876800"/>
            <a:ext cx="8899525" cy="55659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eaLnBrk="1" hangingPunct="1">
              <a:lnSpc>
                <a:spcPct val="90000"/>
              </a:lnSpc>
            </a:pPr>
            <a:r>
              <a:rPr lang="th-TH" sz="3200" b="1" kern="0" dirty="0">
                <a:solidFill>
                  <a:srgbClr val="CC00FF"/>
                </a:solidFill>
                <a:latin typeface="Angsana New" panose="02020603050405020304" pitchFamily="18" charset="-34"/>
                <a:cs typeface="Angsana New" panose="02020603050405020304" pitchFamily="18" charset="-34"/>
              </a:rPr>
              <a:t>ประเภทของตัวแปรสุ่ม</a:t>
            </a:r>
          </a:p>
        </p:txBody>
      </p:sp>
      <p:sp>
        <p:nvSpPr>
          <p:cNvPr id="12" name="Rectangle 3"/>
          <p:cNvSpPr>
            <a:spLocks noChangeArrowheads="1"/>
          </p:cNvSpPr>
          <p:nvPr/>
        </p:nvSpPr>
        <p:spPr bwMode="auto">
          <a:xfrm>
            <a:off x="838200" y="5486400"/>
            <a:ext cx="7496175" cy="533400"/>
          </a:xfrm>
          <a:prstGeom prst="rect">
            <a:avLst/>
          </a:prstGeom>
          <a:noFill/>
          <a:ln w="9525">
            <a:noFill/>
            <a:miter lim="800000"/>
            <a:headEnd/>
            <a:tailEnd/>
          </a:ln>
        </p:spPr>
        <p:txBody>
          <a:bodyPr/>
          <a:lstStyle/>
          <a:p>
            <a:pPr>
              <a:tabLst>
                <a:tab pos="457200" algn="l"/>
              </a:tabLst>
            </a:pPr>
            <a:r>
              <a:rPr lang="en-US" b="1" dirty="0">
                <a:solidFill>
                  <a:srgbClr val="0000FF"/>
                </a:solidFill>
                <a:latin typeface="Angsana New" panose="02020603050405020304" pitchFamily="18" charset="-34"/>
              </a:rPr>
              <a:t>1. </a:t>
            </a:r>
            <a:r>
              <a:rPr lang="en-US" b="1" dirty="0" err="1">
                <a:solidFill>
                  <a:srgbClr val="0000FF"/>
                </a:solidFill>
                <a:latin typeface="Angsana New" panose="02020603050405020304" pitchFamily="18" charset="-34"/>
              </a:rPr>
              <a:t>ตัวแปรสุ่มแบบไม่ต่อเนื่อง</a:t>
            </a:r>
            <a:r>
              <a:rPr lang="en-US" b="1" dirty="0">
                <a:solidFill>
                  <a:srgbClr val="0000FF"/>
                </a:solidFill>
                <a:latin typeface="Angsana New" panose="02020603050405020304" pitchFamily="18" charset="-34"/>
              </a:rPr>
              <a:t> (Discrete Random Variable)</a:t>
            </a:r>
            <a:endParaRPr lang="en-US" b="1" dirty="0">
              <a:solidFill>
                <a:srgbClr val="0000FF"/>
              </a:solidFill>
              <a:latin typeface="Angsana New" pitchFamily="18" charset="-34"/>
              <a:sym typeface="Symbol" pitchFamily="18" charset="2"/>
            </a:endParaRPr>
          </a:p>
        </p:txBody>
      </p:sp>
      <p:sp>
        <p:nvSpPr>
          <p:cNvPr id="13" name="Rectangle 6"/>
          <p:cNvSpPr>
            <a:spLocks noChangeArrowheads="1"/>
          </p:cNvSpPr>
          <p:nvPr/>
        </p:nvSpPr>
        <p:spPr bwMode="auto">
          <a:xfrm>
            <a:off x="838200" y="6019800"/>
            <a:ext cx="7496175" cy="533400"/>
          </a:xfrm>
          <a:prstGeom prst="rect">
            <a:avLst/>
          </a:prstGeom>
          <a:noFill/>
          <a:ln w="9525">
            <a:noFill/>
            <a:miter lim="800000"/>
            <a:headEnd/>
            <a:tailEnd/>
          </a:ln>
        </p:spPr>
        <p:txBody>
          <a:bodyPr/>
          <a:lstStyle/>
          <a:p>
            <a:pPr>
              <a:tabLst>
                <a:tab pos="457200" algn="l"/>
              </a:tabLst>
            </a:pPr>
            <a:r>
              <a:rPr lang="en-US" b="1" dirty="0">
                <a:solidFill>
                  <a:srgbClr val="008000"/>
                </a:solidFill>
                <a:latin typeface="Angsana New" panose="02020603050405020304" pitchFamily="18" charset="-34"/>
              </a:rPr>
              <a:t>2. </a:t>
            </a:r>
            <a:r>
              <a:rPr lang="en-US" b="1" dirty="0" err="1">
                <a:solidFill>
                  <a:srgbClr val="008000"/>
                </a:solidFill>
                <a:latin typeface="Angsana New" panose="02020603050405020304" pitchFamily="18" charset="-34"/>
              </a:rPr>
              <a:t>ตัวแปรสุ่มแบบต่อเนื่อง</a:t>
            </a:r>
            <a:r>
              <a:rPr lang="en-US" b="1" dirty="0">
                <a:solidFill>
                  <a:srgbClr val="008000"/>
                </a:solidFill>
                <a:latin typeface="Angsana New" panose="02020603050405020304" pitchFamily="18" charset="-34"/>
              </a:rPr>
              <a:t> (Continuous Random Variable)</a:t>
            </a:r>
            <a:endParaRPr lang="en-US" b="1" dirty="0">
              <a:solidFill>
                <a:srgbClr val="008000"/>
              </a:solidFill>
              <a:latin typeface="Angsana New" pitchFamily="18" charset="-34"/>
              <a:sym typeface="Symbol" pitchFamily="18" charset="2"/>
            </a:endParaRPr>
          </a:p>
        </p:txBody>
      </p:sp>
      <p:sp>
        <p:nvSpPr>
          <p:cNvPr id="2" name="Slide Number Placeholder 1">
            <a:extLst>
              <a:ext uri="{FF2B5EF4-FFF2-40B4-BE49-F238E27FC236}">
                <a16:creationId xmlns:a16="http://schemas.microsoft.com/office/drawing/2014/main" id="{298D925F-FED6-424F-A4DA-29C7A96BEC4A}"/>
              </a:ext>
            </a:extLst>
          </p:cNvPr>
          <p:cNvSpPr>
            <a:spLocks noGrp="1"/>
          </p:cNvSpPr>
          <p:nvPr>
            <p:ph type="sldNum" sz="quarter" idx="12"/>
          </p:nvPr>
        </p:nvSpPr>
        <p:spPr/>
        <p:txBody>
          <a:bodyPr/>
          <a:lstStyle/>
          <a:p>
            <a:pPr>
              <a:defRPr/>
            </a:pPr>
            <a:fld id="{0598EADD-7714-4E0A-AD4B-AC83F9F5DA12}" type="slidenum">
              <a:rPr lang="en-US" smtClean="0"/>
              <a:pPr>
                <a:defRPr/>
              </a:pPr>
              <a:t>13</a:t>
            </a:fld>
            <a:endParaRPr lang="th-TH"/>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3323"/>
                                        </p:tgtEl>
                                        <p:attrNameLst>
                                          <p:attrName>style.visibility</p:attrName>
                                        </p:attrNameLst>
                                      </p:cBhvr>
                                      <p:to>
                                        <p:strVal val="visible"/>
                                      </p:to>
                                    </p:set>
                                    <p:animEffect transition="in" filter="dissolve">
                                      <p:cBhvr>
                                        <p:cTn id="7" dur="300"/>
                                        <p:tgtEl>
                                          <p:spTgt spid="13323"/>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13315">
                                            <p:txEl>
                                              <p:pRg st="0" end="0"/>
                                            </p:txEl>
                                          </p:spTgt>
                                        </p:tgtEl>
                                        <p:attrNameLst>
                                          <p:attrName>style.visibility</p:attrName>
                                        </p:attrNameLst>
                                      </p:cBhvr>
                                      <p:to>
                                        <p:strVal val="visible"/>
                                      </p:to>
                                    </p:set>
                                    <p:animEffect transition="in" filter="wipe(left)">
                                      <p:cBhvr>
                                        <p:cTn id="11" dur="300"/>
                                        <p:tgtEl>
                                          <p:spTgt spid="13315">
                                            <p:txEl>
                                              <p:pRg st="0" end="0"/>
                                            </p:txEl>
                                          </p:spTgt>
                                        </p:tgtEl>
                                      </p:cBhvr>
                                    </p:animEffect>
                                  </p:childTnLst>
                                </p:cTn>
                              </p:par>
                            </p:childTnLst>
                          </p:cTn>
                        </p:par>
                        <p:par>
                          <p:cTn id="12" fill="hold">
                            <p:stCondLst>
                              <p:cond delay="600"/>
                            </p:stCondLst>
                            <p:childTnLst>
                              <p:par>
                                <p:cTn id="13" presetID="22" presetClass="entr" presetSubtype="8" fill="hold" grpId="0" nodeType="afterEffect">
                                  <p:stCondLst>
                                    <p:cond delay="0"/>
                                  </p:stCondLst>
                                  <p:childTnLst>
                                    <p:set>
                                      <p:cBhvr>
                                        <p:cTn id="14" dur="1" fill="hold">
                                          <p:stCondLst>
                                            <p:cond delay="0"/>
                                          </p:stCondLst>
                                        </p:cTn>
                                        <p:tgtEl>
                                          <p:spTgt spid="13316">
                                            <p:txEl>
                                              <p:pRg st="0" end="0"/>
                                            </p:txEl>
                                          </p:spTgt>
                                        </p:tgtEl>
                                        <p:attrNameLst>
                                          <p:attrName>style.visibility</p:attrName>
                                        </p:attrNameLst>
                                      </p:cBhvr>
                                      <p:to>
                                        <p:strVal val="visible"/>
                                      </p:to>
                                    </p:set>
                                    <p:animEffect transition="in" filter="wipe(left)">
                                      <p:cBhvr>
                                        <p:cTn id="15" dur="300"/>
                                        <p:tgtEl>
                                          <p:spTgt spid="1331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324">
                                            <p:txEl>
                                              <p:pRg st="0" end="0"/>
                                            </p:txEl>
                                          </p:spTgt>
                                        </p:tgtEl>
                                        <p:attrNameLst>
                                          <p:attrName>style.visibility</p:attrName>
                                        </p:attrNameLst>
                                      </p:cBhvr>
                                      <p:to>
                                        <p:strVal val="visible"/>
                                      </p:to>
                                    </p:set>
                                    <p:animEffect transition="in" filter="wipe(left)">
                                      <p:cBhvr>
                                        <p:cTn id="20" dur="300"/>
                                        <p:tgtEl>
                                          <p:spTgt spid="13324">
                                            <p:txEl>
                                              <p:pRg st="0" end="0"/>
                                            </p:txEl>
                                          </p:spTgt>
                                        </p:tgtEl>
                                      </p:cBhvr>
                                    </p:animEffect>
                                  </p:childTnLst>
                                </p:cTn>
                              </p:par>
                            </p:childTnLst>
                          </p:cTn>
                        </p:par>
                        <p:par>
                          <p:cTn id="21" fill="hold">
                            <p:stCondLst>
                              <p:cond delay="300"/>
                            </p:stCondLst>
                            <p:childTnLst>
                              <p:par>
                                <p:cTn id="22" presetID="22" presetClass="entr" presetSubtype="8" fill="hold" grpId="0" nodeType="afterEffect">
                                  <p:stCondLst>
                                    <p:cond delay="0"/>
                                  </p:stCondLst>
                                  <p:childTnLst>
                                    <p:set>
                                      <p:cBhvr>
                                        <p:cTn id="23" dur="1" fill="hold">
                                          <p:stCondLst>
                                            <p:cond delay="0"/>
                                          </p:stCondLst>
                                        </p:cTn>
                                        <p:tgtEl>
                                          <p:spTgt spid="13318">
                                            <p:txEl>
                                              <p:pRg st="0" end="0"/>
                                            </p:txEl>
                                          </p:spTgt>
                                        </p:tgtEl>
                                        <p:attrNameLst>
                                          <p:attrName>style.visibility</p:attrName>
                                        </p:attrNameLst>
                                      </p:cBhvr>
                                      <p:to>
                                        <p:strVal val="visible"/>
                                      </p:to>
                                    </p:set>
                                    <p:animEffect transition="in" filter="wipe(left)">
                                      <p:cBhvr>
                                        <p:cTn id="24" dur="300"/>
                                        <p:tgtEl>
                                          <p:spTgt spid="13318">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320">
                                            <p:txEl>
                                              <p:pRg st="0" end="0"/>
                                            </p:txEl>
                                          </p:spTgt>
                                        </p:tgtEl>
                                        <p:attrNameLst>
                                          <p:attrName>style.visibility</p:attrName>
                                        </p:attrNameLst>
                                      </p:cBhvr>
                                      <p:to>
                                        <p:strVal val="visible"/>
                                      </p:to>
                                    </p:set>
                                    <p:animEffect transition="in" filter="wipe(left)">
                                      <p:cBhvr>
                                        <p:cTn id="29" dur="300"/>
                                        <p:tgtEl>
                                          <p:spTgt spid="13320">
                                            <p:txEl>
                                              <p:pRg st="0" end="0"/>
                                            </p:txEl>
                                          </p:spTgt>
                                        </p:tgtEl>
                                      </p:cBhvr>
                                    </p:animEffect>
                                  </p:childTnLst>
                                </p:cTn>
                              </p:par>
                            </p:childTnLst>
                          </p:cTn>
                        </p:par>
                        <p:par>
                          <p:cTn id="30" fill="hold">
                            <p:stCondLst>
                              <p:cond delay="300"/>
                            </p:stCondLst>
                            <p:childTnLst>
                              <p:par>
                                <p:cTn id="31" presetID="22" presetClass="entr" presetSubtype="8" fill="hold" grpId="0" nodeType="afterEffect">
                                  <p:stCondLst>
                                    <p:cond delay="0"/>
                                  </p:stCondLst>
                                  <p:childTnLst>
                                    <p:set>
                                      <p:cBhvr>
                                        <p:cTn id="32" dur="1" fill="hold">
                                          <p:stCondLst>
                                            <p:cond delay="0"/>
                                          </p:stCondLst>
                                        </p:cTn>
                                        <p:tgtEl>
                                          <p:spTgt spid="13321">
                                            <p:txEl>
                                              <p:pRg st="0" end="0"/>
                                            </p:txEl>
                                          </p:spTgt>
                                        </p:tgtEl>
                                        <p:attrNameLst>
                                          <p:attrName>style.visibility</p:attrName>
                                        </p:attrNameLst>
                                      </p:cBhvr>
                                      <p:to>
                                        <p:strVal val="visible"/>
                                      </p:to>
                                    </p:set>
                                    <p:animEffect transition="in" filter="wipe(left)">
                                      <p:cBhvr>
                                        <p:cTn id="33" dur="300"/>
                                        <p:tgtEl>
                                          <p:spTgt spid="13321">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325">
                                            <p:txEl>
                                              <p:pRg st="0" end="0"/>
                                            </p:txEl>
                                          </p:spTgt>
                                        </p:tgtEl>
                                        <p:attrNameLst>
                                          <p:attrName>style.visibility</p:attrName>
                                        </p:attrNameLst>
                                      </p:cBhvr>
                                      <p:to>
                                        <p:strVal val="visible"/>
                                      </p:to>
                                    </p:set>
                                    <p:animEffect transition="in" filter="wipe(left)">
                                      <p:cBhvr>
                                        <p:cTn id="38" dur="300"/>
                                        <p:tgtEl>
                                          <p:spTgt spid="13325">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326">
                                            <p:txEl>
                                              <p:pRg st="0" end="0"/>
                                            </p:txEl>
                                          </p:spTgt>
                                        </p:tgtEl>
                                        <p:attrNameLst>
                                          <p:attrName>style.visibility</p:attrName>
                                        </p:attrNameLst>
                                      </p:cBhvr>
                                      <p:to>
                                        <p:strVal val="visible"/>
                                      </p:to>
                                    </p:set>
                                    <p:animEffect transition="in" filter="wipe(left)">
                                      <p:cBhvr>
                                        <p:cTn id="43" dur="300"/>
                                        <p:tgtEl>
                                          <p:spTgt spid="13326">
                                            <p:txEl>
                                              <p:pRg st="0" end="0"/>
                                            </p:txEl>
                                          </p:spTgt>
                                        </p:tgtEl>
                                      </p:cBhvr>
                                    </p:animEffect>
                                  </p:childTnLst>
                                </p:cTn>
                              </p:par>
                            </p:childTnLst>
                          </p:cTn>
                        </p:par>
                        <p:par>
                          <p:cTn id="44" fill="hold">
                            <p:stCondLst>
                              <p:cond delay="300"/>
                            </p:stCondLst>
                            <p:childTnLst>
                              <p:par>
                                <p:cTn id="45" presetID="9" presetClass="entr" presetSubtype="0" fill="hold" grpId="0" nodeType="after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dissolve">
                                      <p:cBhvr>
                                        <p:cTn id="47" dur="300"/>
                                        <p:tgtEl>
                                          <p:spTgt spid="11"/>
                                        </p:tgtEl>
                                      </p:cBhvr>
                                    </p:animEffect>
                                  </p:childTnLst>
                                </p:cTn>
                              </p:par>
                            </p:childTnLst>
                          </p:cTn>
                        </p:par>
                        <p:par>
                          <p:cTn id="48" fill="hold">
                            <p:stCondLst>
                              <p:cond delay="600"/>
                            </p:stCondLst>
                            <p:childTnLst>
                              <p:par>
                                <p:cTn id="49" presetID="22" presetClass="entr" presetSubtype="8" fill="hold" grpId="0" nodeType="afterEffect">
                                  <p:stCondLst>
                                    <p:cond delay="0"/>
                                  </p:stCondLst>
                                  <p:childTnLst>
                                    <p:set>
                                      <p:cBhvr>
                                        <p:cTn id="50" dur="1" fill="hold">
                                          <p:stCondLst>
                                            <p:cond delay="0"/>
                                          </p:stCondLst>
                                        </p:cTn>
                                        <p:tgtEl>
                                          <p:spTgt spid="12">
                                            <p:txEl>
                                              <p:pRg st="0" end="0"/>
                                            </p:txEl>
                                          </p:spTgt>
                                        </p:tgtEl>
                                        <p:attrNameLst>
                                          <p:attrName>style.visibility</p:attrName>
                                        </p:attrNameLst>
                                      </p:cBhvr>
                                      <p:to>
                                        <p:strVal val="visible"/>
                                      </p:to>
                                    </p:set>
                                    <p:animEffect transition="in" filter="wipe(left)">
                                      <p:cBhvr>
                                        <p:cTn id="51" dur="300"/>
                                        <p:tgtEl>
                                          <p:spTgt spid="12">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3">
                                            <p:txEl>
                                              <p:pRg st="0" end="0"/>
                                            </p:txEl>
                                          </p:spTgt>
                                        </p:tgtEl>
                                        <p:attrNameLst>
                                          <p:attrName>style.visibility</p:attrName>
                                        </p:attrNameLst>
                                      </p:cBhvr>
                                      <p:to>
                                        <p:strVal val="visible"/>
                                      </p:to>
                                    </p:set>
                                    <p:animEffect transition="in" filter="wipe(left)">
                                      <p:cBhvr>
                                        <p:cTn id="56" dur="3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utoUpdateAnimBg="0" advAuto="0"/>
      <p:bldP spid="13316" grpId="0" build="p" autoUpdateAnimBg="0" advAuto="0"/>
      <p:bldP spid="13318" grpId="0" build="p" autoUpdateAnimBg="0" advAuto="0"/>
      <p:bldP spid="13320" grpId="0" build="p" autoUpdateAnimBg="0" advAuto="0"/>
      <p:bldP spid="13321" grpId="0" build="p" autoUpdateAnimBg="0" advAuto="0"/>
      <p:bldP spid="13323" grpId="0" autoUpdateAnimBg="0"/>
      <p:bldP spid="13324" grpId="0" build="p" autoUpdateAnimBg="0" advAuto="0"/>
      <p:bldP spid="13325" grpId="0" build="p" autoUpdateAnimBg="0" advAuto="0"/>
      <p:bldP spid="13326" grpId="0" build="p" autoUpdateAnimBg="0" advAuto="0"/>
      <p:bldP spid="11" grpId="0" autoUpdateAnimBg="0"/>
      <p:bldP spid="12" grpId="0" build="p" autoUpdateAnimBg="0" advAuto="0"/>
      <p:bldP spid="13" grpId="0" build="p" autoUpdateAnimBg="0"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120650" y="13063"/>
            <a:ext cx="8899525" cy="609600"/>
          </a:xfrm>
        </p:spPr>
        <p:txBody>
          <a:bodyPr/>
          <a:lstStyle/>
          <a:p>
            <a:pPr eaLnBrk="1" hangingPunct="1">
              <a:lnSpc>
                <a:spcPct val="90000"/>
              </a:lnSpc>
            </a:pPr>
            <a:r>
              <a:rPr lang="th-TH" sz="3200" b="1" dirty="0">
                <a:solidFill>
                  <a:srgbClr val="CC00FF"/>
                </a:solidFill>
                <a:latin typeface="Angsana New" panose="02020603050405020304" pitchFamily="18" charset="-34"/>
                <a:cs typeface="Angsana New" panose="02020603050405020304" pitchFamily="18" charset="-34"/>
              </a:rPr>
              <a:t>ตัวแปรสุ่มแบบไม่ต่อเนื่อง</a:t>
            </a:r>
          </a:p>
        </p:txBody>
      </p:sp>
      <p:sp>
        <p:nvSpPr>
          <p:cNvPr id="14339" name="Rectangle 3"/>
          <p:cNvSpPr>
            <a:spLocks noChangeArrowheads="1"/>
          </p:cNvSpPr>
          <p:nvPr/>
        </p:nvSpPr>
        <p:spPr bwMode="auto">
          <a:xfrm>
            <a:off x="152400" y="558114"/>
            <a:ext cx="8809038" cy="533400"/>
          </a:xfrm>
          <a:prstGeom prst="rect">
            <a:avLst/>
          </a:prstGeom>
          <a:noFill/>
          <a:ln w="9525">
            <a:noFill/>
            <a:miter lim="800000"/>
            <a:headEnd/>
            <a:tailEnd/>
          </a:ln>
        </p:spPr>
        <p:txBody>
          <a:bodyPr/>
          <a:lstStyle/>
          <a:p>
            <a:pPr marL="457200" indent="-457200">
              <a:tabLst>
                <a:tab pos="457200" algn="l"/>
              </a:tabLst>
            </a:pPr>
            <a:r>
              <a:rPr lang="en-US" b="1" dirty="0">
                <a:solidFill>
                  <a:srgbClr val="0000FF"/>
                </a:solidFill>
                <a:latin typeface="Angsana New" panose="02020603050405020304" pitchFamily="18" charset="-34"/>
              </a:rPr>
              <a:t>1. </a:t>
            </a:r>
            <a:r>
              <a:rPr lang="en-US" b="1" dirty="0" err="1">
                <a:solidFill>
                  <a:srgbClr val="0000FF"/>
                </a:solidFill>
                <a:latin typeface="Angsana New" panose="02020603050405020304" pitchFamily="18" charset="-34"/>
              </a:rPr>
              <a:t>ฟังก์ชันความน่าจะเป็นของตัวแปรสุ่มไม่ต่อเนื่อง</a:t>
            </a:r>
            <a:r>
              <a:rPr lang="en-US" b="1" dirty="0">
                <a:solidFill>
                  <a:srgbClr val="0000FF"/>
                </a:solidFill>
                <a:latin typeface="Angsana New" panose="02020603050405020304" pitchFamily="18" charset="-34"/>
              </a:rPr>
              <a:t> : </a:t>
            </a:r>
            <a:r>
              <a:rPr lang="en-US" b="1" dirty="0" err="1">
                <a:solidFill>
                  <a:srgbClr val="008000"/>
                </a:solidFill>
                <a:latin typeface="Angsana New" pitchFamily="18" charset="-34"/>
              </a:rPr>
              <a:t>p</a:t>
            </a:r>
            <a:r>
              <a:rPr lang="en-US" b="1" baseline="-25000" dirty="0" err="1">
                <a:solidFill>
                  <a:srgbClr val="008000"/>
                </a:solidFill>
                <a:latin typeface="Angsana New" pitchFamily="18" charset="-34"/>
              </a:rPr>
              <a:t>X</a:t>
            </a:r>
            <a:r>
              <a:rPr lang="en-US" b="1" dirty="0">
                <a:solidFill>
                  <a:srgbClr val="008000"/>
                </a:solidFill>
                <a:latin typeface="Angsana New" pitchFamily="18" charset="-34"/>
              </a:rPr>
              <a:t>(</a:t>
            </a:r>
            <a:r>
              <a:rPr lang="en-US" b="1" i="1" dirty="0">
                <a:solidFill>
                  <a:srgbClr val="008000"/>
                </a:solidFill>
                <a:latin typeface="Angsana New" pitchFamily="18" charset="-34"/>
              </a:rPr>
              <a:t>x</a:t>
            </a:r>
            <a:r>
              <a:rPr lang="en-US" b="1" dirty="0">
                <a:solidFill>
                  <a:srgbClr val="008000"/>
                </a:solidFill>
                <a:latin typeface="Angsana New" pitchFamily="18" charset="-34"/>
              </a:rPr>
              <a:t>)  =  P(X = </a:t>
            </a:r>
            <a:r>
              <a:rPr lang="en-US" b="1" i="1" dirty="0">
                <a:solidFill>
                  <a:srgbClr val="008000"/>
                </a:solidFill>
                <a:latin typeface="Angsana New" pitchFamily="18" charset="-34"/>
              </a:rPr>
              <a:t>x</a:t>
            </a:r>
            <a:r>
              <a:rPr lang="en-US" b="1" dirty="0">
                <a:solidFill>
                  <a:srgbClr val="008000"/>
                </a:solidFill>
                <a:latin typeface="Angsana New" pitchFamily="18" charset="-34"/>
              </a:rPr>
              <a:t>)</a:t>
            </a:r>
          </a:p>
        </p:txBody>
      </p:sp>
      <p:sp>
        <p:nvSpPr>
          <p:cNvPr id="14341" name="Rectangle 5"/>
          <p:cNvSpPr>
            <a:spLocks noChangeArrowheads="1"/>
          </p:cNvSpPr>
          <p:nvPr/>
        </p:nvSpPr>
        <p:spPr bwMode="auto">
          <a:xfrm>
            <a:off x="4572000" y="1101431"/>
            <a:ext cx="3200400" cy="419100"/>
          </a:xfrm>
          <a:prstGeom prst="rect">
            <a:avLst/>
          </a:prstGeom>
          <a:noFill/>
          <a:ln w="9525">
            <a:noFill/>
            <a:miter lim="800000"/>
            <a:headEnd/>
            <a:tailEnd/>
          </a:ln>
        </p:spPr>
        <p:txBody>
          <a:bodyPr/>
          <a:lstStyle/>
          <a:p>
            <a:pPr>
              <a:tabLst>
                <a:tab pos="457200" algn="l"/>
              </a:tabLst>
            </a:pPr>
            <a:r>
              <a:rPr lang="en-US" b="1" dirty="0">
                <a:solidFill>
                  <a:srgbClr val="663300"/>
                </a:solidFill>
                <a:latin typeface="Angsana New" panose="02020603050405020304" pitchFamily="18" charset="-34"/>
              </a:rPr>
              <a:t>(1)  </a:t>
            </a:r>
            <a:r>
              <a:rPr lang="en-US" b="1" dirty="0" err="1">
                <a:solidFill>
                  <a:srgbClr val="663300"/>
                </a:solidFill>
                <a:latin typeface="Angsana New" panose="02020603050405020304" pitchFamily="18" charset="-34"/>
              </a:rPr>
              <a:t>p</a:t>
            </a:r>
            <a:r>
              <a:rPr lang="en-US" b="1" baseline="-25000" dirty="0" err="1">
                <a:solidFill>
                  <a:srgbClr val="663300"/>
                </a:solidFill>
                <a:latin typeface="Angsana New" pitchFamily="18" charset="-34"/>
              </a:rPr>
              <a:t>X</a:t>
            </a:r>
            <a:r>
              <a:rPr lang="en-US" b="1" dirty="0">
                <a:solidFill>
                  <a:srgbClr val="663300"/>
                </a:solidFill>
                <a:latin typeface="Angsana New" pitchFamily="18" charset="-34"/>
              </a:rPr>
              <a:t>(</a:t>
            </a:r>
            <a:r>
              <a:rPr lang="en-US" b="1" i="1" dirty="0">
                <a:solidFill>
                  <a:srgbClr val="663300"/>
                </a:solidFill>
                <a:latin typeface="Angsana New" pitchFamily="18" charset="-34"/>
              </a:rPr>
              <a:t>x</a:t>
            </a:r>
            <a:r>
              <a:rPr lang="en-US" b="1" dirty="0">
                <a:solidFill>
                  <a:srgbClr val="663300"/>
                </a:solidFill>
                <a:latin typeface="Angsana New" pitchFamily="18" charset="-34"/>
              </a:rPr>
              <a:t>)  </a:t>
            </a:r>
            <a:r>
              <a:rPr lang="en-US" b="1" u="sng" dirty="0">
                <a:solidFill>
                  <a:srgbClr val="663300"/>
                </a:solidFill>
                <a:latin typeface="Angsana New" pitchFamily="18" charset="-34"/>
              </a:rPr>
              <a:t>&gt;</a:t>
            </a:r>
            <a:r>
              <a:rPr lang="en-US" b="1" dirty="0">
                <a:solidFill>
                  <a:srgbClr val="663300"/>
                </a:solidFill>
                <a:latin typeface="Angsana New" pitchFamily="18" charset="-34"/>
              </a:rPr>
              <a:t>  0 </a:t>
            </a:r>
            <a:r>
              <a:rPr lang="en-US" sz="2200" b="1" dirty="0">
                <a:solidFill>
                  <a:srgbClr val="663300"/>
                </a:solidFill>
                <a:latin typeface="Angsana New" pitchFamily="18" charset="-34"/>
                <a:sym typeface="Symbol" pitchFamily="18" charset="2"/>
              </a:rPr>
              <a:t></a:t>
            </a:r>
            <a:r>
              <a:rPr lang="en-US" b="1" i="1" dirty="0">
                <a:solidFill>
                  <a:srgbClr val="663300"/>
                </a:solidFill>
                <a:latin typeface="Angsana New" pitchFamily="18" charset="-34"/>
                <a:sym typeface="Symbol" pitchFamily="18" charset="2"/>
              </a:rPr>
              <a:t>x</a:t>
            </a:r>
            <a:r>
              <a:rPr lang="en-US" b="1" dirty="0">
                <a:solidFill>
                  <a:srgbClr val="663300"/>
                </a:solidFill>
                <a:latin typeface="Angsana New" pitchFamily="18" charset="-34"/>
                <a:sym typeface="Symbol" pitchFamily="18" charset="2"/>
              </a:rPr>
              <a:t> </a:t>
            </a:r>
            <a:r>
              <a:rPr lang="en-US" sz="2200" b="1" dirty="0">
                <a:solidFill>
                  <a:srgbClr val="663300"/>
                </a:solidFill>
                <a:latin typeface="Angsana New" pitchFamily="18" charset="-34"/>
                <a:sym typeface="Symbol" pitchFamily="18" charset="2"/>
              </a:rPr>
              <a:t> </a:t>
            </a:r>
          </a:p>
        </p:txBody>
      </p:sp>
      <p:grpSp>
        <p:nvGrpSpPr>
          <p:cNvPr id="2" name="Group 7"/>
          <p:cNvGrpSpPr>
            <a:grpSpLocks/>
          </p:cNvGrpSpPr>
          <p:nvPr/>
        </p:nvGrpSpPr>
        <p:grpSpPr bwMode="auto">
          <a:xfrm>
            <a:off x="4572000" y="1629569"/>
            <a:ext cx="1981865" cy="716756"/>
            <a:chOff x="528" y="2304"/>
            <a:chExt cx="1167" cy="903"/>
          </a:xfrm>
        </p:grpSpPr>
        <p:sp>
          <p:nvSpPr>
            <p:cNvPr id="19464" name="Rectangle 4"/>
            <p:cNvSpPr>
              <a:spLocks noChangeArrowheads="1"/>
            </p:cNvSpPr>
            <p:nvPr/>
          </p:nvSpPr>
          <p:spPr bwMode="auto">
            <a:xfrm>
              <a:off x="528" y="2304"/>
              <a:ext cx="1167" cy="528"/>
            </a:xfrm>
            <a:prstGeom prst="rect">
              <a:avLst/>
            </a:prstGeom>
            <a:noFill/>
            <a:ln w="9525">
              <a:noFill/>
              <a:miter lim="800000"/>
              <a:headEnd/>
              <a:tailEnd/>
            </a:ln>
          </p:spPr>
          <p:txBody>
            <a:bodyPr/>
            <a:lstStyle/>
            <a:p>
              <a:pPr>
                <a:tabLst>
                  <a:tab pos="457200" algn="l"/>
                </a:tabLst>
              </a:pPr>
              <a:r>
                <a:rPr lang="en-US" b="1" dirty="0">
                  <a:solidFill>
                    <a:srgbClr val="663300"/>
                  </a:solidFill>
                  <a:latin typeface="Angsana New" panose="02020603050405020304" pitchFamily="18" charset="-34"/>
                  <a:sym typeface="Symbol" pitchFamily="18" charset="2"/>
                </a:rPr>
                <a:t>(2)  </a:t>
              </a:r>
              <a:r>
                <a:rPr lang="en-US" sz="2000" b="1" dirty="0">
                  <a:solidFill>
                    <a:srgbClr val="663300"/>
                  </a:solidFill>
                  <a:latin typeface="Angsana New" panose="02020603050405020304" pitchFamily="18" charset="-34"/>
                  <a:sym typeface="Symbol" pitchFamily="18" charset="2"/>
                </a:rPr>
                <a:t></a:t>
              </a:r>
              <a:r>
                <a:rPr lang="en-US" b="1" dirty="0">
                  <a:solidFill>
                    <a:srgbClr val="663300"/>
                  </a:solidFill>
                  <a:latin typeface="Angsana New" panose="02020603050405020304" pitchFamily="18" charset="-34"/>
                  <a:sym typeface="Symbol" pitchFamily="18" charset="2"/>
                </a:rPr>
                <a:t> </a:t>
              </a:r>
              <a:r>
                <a:rPr lang="en-US" b="1" dirty="0" err="1">
                  <a:solidFill>
                    <a:srgbClr val="663300"/>
                  </a:solidFill>
                  <a:latin typeface="Angsana New" pitchFamily="18" charset="-34"/>
                </a:rPr>
                <a:t>p</a:t>
              </a:r>
              <a:r>
                <a:rPr lang="en-US" b="1" baseline="-25000" dirty="0" err="1">
                  <a:solidFill>
                    <a:srgbClr val="663300"/>
                  </a:solidFill>
                  <a:latin typeface="Angsana New" pitchFamily="18" charset="-34"/>
                </a:rPr>
                <a:t>X</a:t>
              </a:r>
              <a:r>
                <a:rPr lang="en-US" b="1" dirty="0">
                  <a:solidFill>
                    <a:srgbClr val="663300"/>
                  </a:solidFill>
                  <a:latin typeface="Angsana New" pitchFamily="18" charset="-34"/>
                </a:rPr>
                <a:t>(</a:t>
              </a:r>
              <a:r>
                <a:rPr lang="en-US" b="1" i="1" dirty="0">
                  <a:solidFill>
                    <a:srgbClr val="663300"/>
                  </a:solidFill>
                  <a:latin typeface="Angsana New" pitchFamily="18" charset="-34"/>
                </a:rPr>
                <a:t>x</a:t>
              </a:r>
              <a:r>
                <a:rPr lang="en-US" b="1" dirty="0">
                  <a:solidFill>
                    <a:srgbClr val="663300"/>
                  </a:solidFill>
                  <a:latin typeface="Angsana New" pitchFamily="18" charset="-34"/>
                </a:rPr>
                <a:t>)  =  1</a:t>
              </a:r>
            </a:p>
          </p:txBody>
        </p:sp>
        <p:sp>
          <p:nvSpPr>
            <p:cNvPr id="19465" name="Text Box 6"/>
            <p:cNvSpPr txBox="1">
              <a:spLocks noChangeArrowheads="1"/>
            </p:cNvSpPr>
            <p:nvPr/>
          </p:nvSpPr>
          <p:spPr bwMode="auto">
            <a:xfrm>
              <a:off x="766" y="2664"/>
              <a:ext cx="360" cy="543"/>
            </a:xfrm>
            <a:prstGeom prst="rect">
              <a:avLst/>
            </a:prstGeom>
            <a:noFill/>
            <a:ln w="9525">
              <a:noFill/>
              <a:miter lim="800000"/>
              <a:headEnd/>
              <a:tailEnd/>
            </a:ln>
          </p:spPr>
          <p:txBody>
            <a:bodyPr wrap="square">
              <a:spAutoFit/>
            </a:bodyPr>
            <a:lstStyle/>
            <a:p>
              <a:pPr>
                <a:spcBef>
                  <a:spcPct val="50000"/>
                </a:spcBef>
              </a:pPr>
              <a:r>
                <a:rPr lang="en-US" sz="2200" b="1" dirty="0">
                  <a:solidFill>
                    <a:srgbClr val="663300"/>
                  </a:solidFill>
                  <a:latin typeface="Angsana New" panose="02020603050405020304" pitchFamily="18" charset="-34"/>
                </a:rPr>
                <a:t>all </a:t>
              </a:r>
              <a:r>
                <a:rPr lang="en-US" sz="2200" b="1" i="1" dirty="0">
                  <a:solidFill>
                    <a:srgbClr val="663300"/>
                  </a:solidFill>
                  <a:latin typeface="Angsana New" pitchFamily="18" charset="-34"/>
                </a:rPr>
                <a:t>x</a:t>
              </a:r>
            </a:p>
          </p:txBody>
        </p:sp>
      </p:grpSp>
      <p:sp>
        <p:nvSpPr>
          <p:cNvPr id="14344" name="Text Box 8"/>
          <p:cNvSpPr txBox="1">
            <a:spLocks noChangeArrowheads="1"/>
          </p:cNvSpPr>
          <p:nvPr/>
        </p:nvSpPr>
        <p:spPr bwMode="auto">
          <a:xfrm>
            <a:off x="762000" y="1105754"/>
            <a:ext cx="4191000" cy="523220"/>
          </a:xfrm>
          <a:prstGeom prst="rect">
            <a:avLst/>
          </a:prstGeom>
          <a:noFill/>
          <a:ln w="9525">
            <a:noFill/>
            <a:miter lim="800000"/>
            <a:headEnd/>
            <a:tailEnd/>
          </a:ln>
        </p:spPr>
        <p:txBody>
          <a:bodyPr wrap="square">
            <a:spAutoFit/>
          </a:bodyPr>
          <a:lstStyle/>
          <a:p>
            <a:pPr>
              <a:spcBef>
                <a:spcPct val="50000"/>
              </a:spcBef>
            </a:pPr>
            <a:r>
              <a:rPr lang="th-TH" b="1" dirty="0">
                <a:solidFill>
                  <a:srgbClr val="663300"/>
                </a:solidFill>
                <a:latin typeface="Angsana New" panose="02020603050405020304" pitchFamily="18" charset="-34"/>
              </a:rPr>
              <a:t>สมบัติของฟังก์ชันความน่าจะเป็น</a:t>
            </a:r>
          </a:p>
        </p:txBody>
      </p:sp>
      <p:sp>
        <p:nvSpPr>
          <p:cNvPr id="14345" name="Rectangle 9"/>
          <p:cNvSpPr>
            <a:spLocks noChangeArrowheads="1"/>
          </p:cNvSpPr>
          <p:nvPr/>
        </p:nvSpPr>
        <p:spPr bwMode="auto">
          <a:xfrm>
            <a:off x="150222" y="2386914"/>
            <a:ext cx="8686800" cy="457200"/>
          </a:xfrm>
          <a:prstGeom prst="rect">
            <a:avLst/>
          </a:prstGeom>
          <a:noFill/>
          <a:ln w="9525">
            <a:noFill/>
            <a:miter lim="800000"/>
            <a:headEnd/>
            <a:tailEnd/>
          </a:ln>
        </p:spPr>
        <p:txBody>
          <a:bodyPr/>
          <a:lstStyle/>
          <a:p>
            <a:pPr marL="457200" indent="-457200">
              <a:lnSpc>
                <a:spcPct val="80000"/>
              </a:lnSpc>
              <a:tabLst>
                <a:tab pos="457200" algn="l"/>
              </a:tabLst>
            </a:pPr>
            <a:r>
              <a:rPr lang="en-US" b="1" dirty="0">
                <a:solidFill>
                  <a:srgbClr val="0000FF"/>
                </a:solidFill>
                <a:latin typeface="Angsana New" panose="02020603050405020304" pitchFamily="18" charset="-34"/>
              </a:rPr>
              <a:t>2. </a:t>
            </a:r>
            <a:r>
              <a:rPr lang="en-US" b="1" dirty="0" err="1">
                <a:solidFill>
                  <a:srgbClr val="0000FF"/>
                </a:solidFill>
                <a:latin typeface="Angsana New" panose="02020603050405020304" pitchFamily="18" charset="-34"/>
              </a:rPr>
              <a:t>เรียกฟังก์ชัน</a:t>
            </a:r>
            <a:r>
              <a:rPr lang="en-US" b="1" dirty="0">
                <a:solidFill>
                  <a:srgbClr val="0000FF"/>
                </a:solidFill>
                <a:latin typeface="Angsana New" panose="02020603050405020304" pitchFamily="18" charset="-34"/>
              </a:rPr>
              <a:t>  </a:t>
            </a:r>
            <a:r>
              <a:rPr lang="en-US" b="1" dirty="0" err="1">
                <a:solidFill>
                  <a:srgbClr val="008000"/>
                </a:solidFill>
                <a:latin typeface="Angsana New" pitchFamily="18" charset="-34"/>
              </a:rPr>
              <a:t>p</a:t>
            </a:r>
            <a:r>
              <a:rPr lang="en-US" b="1" baseline="-25000" dirty="0" err="1">
                <a:solidFill>
                  <a:srgbClr val="008000"/>
                </a:solidFill>
                <a:latin typeface="Angsana New" pitchFamily="18" charset="-34"/>
              </a:rPr>
              <a:t>X</a:t>
            </a:r>
            <a:r>
              <a:rPr lang="en-US" b="1" dirty="0">
                <a:solidFill>
                  <a:srgbClr val="008000"/>
                </a:solidFill>
                <a:latin typeface="Angsana New" pitchFamily="18" charset="-34"/>
              </a:rPr>
              <a:t>(</a:t>
            </a:r>
            <a:r>
              <a:rPr lang="en-US" b="1" i="1" dirty="0">
                <a:solidFill>
                  <a:srgbClr val="008000"/>
                </a:solidFill>
                <a:latin typeface="Angsana New" pitchFamily="18" charset="-34"/>
              </a:rPr>
              <a:t>x</a:t>
            </a:r>
            <a:r>
              <a:rPr lang="en-US" b="1" dirty="0">
                <a:solidFill>
                  <a:srgbClr val="008000"/>
                </a:solidFill>
                <a:latin typeface="Angsana New" pitchFamily="18" charset="-34"/>
              </a:rPr>
              <a:t>)</a:t>
            </a:r>
            <a:r>
              <a:rPr lang="en-US" b="1" dirty="0">
                <a:solidFill>
                  <a:srgbClr val="0033CC"/>
                </a:solidFill>
                <a:latin typeface="Angsana New" pitchFamily="18" charset="-34"/>
              </a:rPr>
              <a:t>  </a:t>
            </a:r>
            <a:r>
              <a:rPr lang="en-US" b="1" dirty="0" err="1">
                <a:solidFill>
                  <a:srgbClr val="0000FF"/>
                </a:solidFill>
                <a:latin typeface="Angsana New" pitchFamily="18" charset="-34"/>
              </a:rPr>
              <a:t>ว่า</a:t>
            </a:r>
            <a:r>
              <a:rPr lang="en-US" b="1" dirty="0">
                <a:solidFill>
                  <a:srgbClr val="0000FF"/>
                </a:solidFill>
                <a:latin typeface="Angsana New" pitchFamily="18" charset="-34"/>
              </a:rPr>
              <a:t>  Probability mass function (</a:t>
            </a:r>
            <a:r>
              <a:rPr lang="en-US" b="1" dirty="0" err="1">
                <a:solidFill>
                  <a:srgbClr val="0000FF"/>
                </a:solidFill>
                <a:latin typeface="Angsana New" pitchFamily="18" charset="-34"/>
              </a:rPr>
              <a:t>pmf</a:t>
            </a:r>
            <a:r>
              <a:rPr lang="en-US" b="1" dirty="0">
                <a:solidFill>
                  <a:srgbClr val="0000FF"/>
                </a:solidFill>
                <a:latin typeface="Angsana New" pitchFamily="18" charset="-34"/>
              </a:rPr>
              <a:t>.)</a:t>
            </a:r>
          </a:p>
        </p:txBody>
      </p:sp>
      <p:sp>
        <p:nvSpPr>
          <p:cNvPr id="10" name="Rectangle 3"/>
          <p:cNvSpPr>
            <a:spLocks noChangeArrowheads="1"/>
          </p:cNvSpPr>
          <p:nvPr/>
        </p:nvSpPr>
        <p:spPr bwMode="auto">
          <a:xfrm>
            <a:off x="381000" y="2971800"/>
            <a:ext cx="8153400" cy="457200"/>
          </a:xfrm>
          <a:prstGeom prst="rect">
            <a:avLst/>
          </a:prstGeom>
          <a:noFill/>
          <a:ln w="9525">
            <a:noFill/>
            <a:miter lim="800000"/>
            <a:headEnd/>
            <a:tailEnd/>
          </a:ln>
        </p:spPr>
        <p:txBody>
          <a:bodyPr/>
          <a:lstStyle/>
          <a:p>
            <a:pPr>
              <a:lnSpc>
                <a:spcPct val="80000"/>
              </a:lnSpc>
            </a:pPr>
            <a:r>
              <a:rPr lang="th-TH" b="1" dirty="0">
                <a:solidFill>
                  <a:srgbClr val="FF0000"/>
                </a:solidFill>
                <a:latin typeface="Angsana New" pitchFamily="18" charset="-34"/>
              </a:rPr>
              <a:t>ตัวอย่าง</a:t>
            </a:r>
            <a:r>
              <a:rPr lang="th-TH" b="1" dirty="0">
                <a:solidFill>
                  <a:srgbClr val="0000FF"/>
                </a:solidFill>
                <a:latin typeface="Angsana New" pitchFamily="18" charset="-34"/>
              </a:rPr>
              <a:t> เขียนเลข 1</a:t>
            </a:r>
            <a:r>
              <a:rPr lang="en-US" b="1" dirty="0">
                <a:solidFill>
                  <a:srgbClr val="0000FF"/>
                </a:solidFill>
                <a:latin typeface="Angsana New" pitchFamily="18" charset="-34"/>
              </a:rPr>
              <a:t>, 2, 3, 4, 5 </a:t>
            </a:r>
            <a:r>
              <a:rPr lang="th-TH" b="1" dirty="0">
                <a:solidFill>
                  <a:srgbClr val="0000FF"/>
                </a:solidFill>
                <a:latin typeface="Angsana New" pitchFamily="18" charset="-34"/>
              </a:rPr>
              <a:t>บนสลาก </a:t>
            </a:r>
            <a:r>
              <a:rPr lang="th-TH" b="1" dirty="0">
                <a:solidFill>
                  <a:srgbClr val="FF0000"/>
                </a:solidFill>
                <a:latin typeface="Angsana New" pitchFamily="18" charset="-34"/>
              </a:rPr>
              <a:t>5</a:t>
            </a:r>
            <a:r>
              <a:rPr lang="th-TH" b="1" dirty="0">
                <a:solidFill>
                  <a:srgbClr val="0000FF"/>
                </a:solidFill>
                <a:latin typeface="Angsana New" pitchFamily="18" charset="-34"/>
              </a:rPr>
              <a:t> ใบ ๆ ละ 1 ตัว ใส่ในกล่อง แล้วสุ่มมา 1 ใบ</a:t>
            </a:r>
            <a:endParaRPr lang="en-US" b="1" dirty="0">
              <a:solidFill>
                <a:srgbClr val="008000"/>
              </a:solidFill>
              <a:latin typeface="Angsana New" pitchFamily="18" charset="-34"/>
            </a:endParaRPr>
          </a:p>
        </p:txBody>
      </p:sp>
      <p:sp>
        <p:nvSpPr>
          <p:cNvPr id="11" name="Text Box 8"/>
          <p:cNvSpPr txBox="1">
            <a:spLocks noChangeArrowheads="1"/>
          </p:cNvSpPr>
          <p:nvPr/>
        </p:nvSpPr>
        <p:spPr bwMode="auto">
          <a:xfrm>
            <a:off x="1752600" y="3301425"/>
            <a:ext cx="4953000" cy="523220"/>
          </a:xfrm>
          <a:prstGeom prst="rect">
            <a:avLst/>
          </a:prstGeom>
          <a:noFill/>
          <a:ln w="9525">
            <a:noFill/>
            <a:miter lim="800000"/>
            <a:headEnd/>
            <a:tailEnd/>
          </a:ln>
        </p:spPr>
        <p:txBody>
          <a:bodyPr wrap="square">
            <a:spAutoFit/>
          </a:bodyPr>
          <a:lstStyle/>
          <a:p>
            <a:pPr>
              <a:spcBef>
                <a:spcPct val="50000"/>
              </a:spcBef>
            </a:pPr>
            <a:r>
              <a:rPr lang="en-US" b="1" dirty="0" err="1">
                <a:solidFill>
                  <a:srgbClr val="663300"/>
                </a:solidFill>
                <a:latin typeface="Angsana New" panose="02020603050405020304" pitchFamily="18" charset="-34"/>
              </a:rPr>
              <a:t>p</a:t>
            </a:r>
            <a:r>
              <a:rPr lang="en-US" b="1" baseline="-25000" dirty="0" err="1">
                <a:solidFill>
                  <a:srgbClr val="663300"/>
                </a:solidFill>
                <a:latin typeface="Angsana New" pitchFamily="18" charset="-34"/>
              </a:rPr>
              <a:t>X</a:t>
            </a:r>
            <a:r>
              <a:rPr lang="en-US" b="1" dirty="0">
                <a:solidFill>
                  <a:srgbClr val="663300"/>
                </a:solidFill>
                <a:latin typeface="Angsana New" pitchFamily="18" charset="-34"/>
              </a:rPr>
              <a:t>(</a:t>
            </a:r>
            <a:r>
              <a:rPr lang="en-US" b="1" i="1" dirty="0">
                <a:solidFill>
                  <a:srgbClr val="663300"/>
                </a:solidFill>
                <a:latin typeface="Angsana New" pitchFamily="18" charset="-34"/>
              </a:rPr>
              <a:t>x</a:t>
            </a:r>
            <a:r>
              <a:rPr lang="en-US" b="1" dirty="0">
                <a:solidFill>
                  <a:srgbClr val="663300"/>
                </a:solidFill>
                <a:latin typeface="Angsana New" pitchFamily="18" charset="-34"/>
              </a:rPr>
              <a:t>) = P(X = </a:t>
            </a:r>
            <a:r>
              <a:rPr lang="en-US" b="1" i="1" dirty="0">
                <a:solidFill>
                  <a:srgbClr val="663300"/>
                </a:solidFill>
                <a:latin typeface="Angsana New" pitchFamily="18" charset="-34"/>
              </a:rPr>
              <a:t>x</a:t>
            </a:r>
            <a:r>
              <a:rPr lang="en-US" b="1" dirty="0">
                <a:solidFill>
                  <a:srgbClr val="663300"/>
                </a:solidFill>
                <a:latin typeface="Angsana New" pitchFamily="18" charset="-34"/>
              </a:rPr>
              <a:t>) = 1/</a:t>
            </a:r>
            <a:r>
              <a:rPr lang="en-US" b="1" dirty="0">
                <a:solidFill>
                  <a:srgbClr val="FF0000"/>
                </a:solidFill>
                <a:latin typeface="Angsana New" pitchFamily="18" charset="-34"/>
              </a:rPr>
              <a:t>5</a:t>
            </a:r>
            <a:r>
              <a:rPr lang="en-US" b="1" dirty="0">
                <a:solidFill>
                  <a:srgbClr val="663300"/>
                </a:solidFill>
                <a:latin typeface="Angsana New" pitchFamily="18" charset="-34"/>
              </a:rPr>
              <a:t> </a:t>
            </a:r>
            <a:r>
              <a:rPr lang="en-US" sz="2200" b="1" dirty="0">
                <a:solidFill>
                  <a:srgbClr val="663300"/>
                </a:solidFill>
                <a:latin typeface="Angsana New" pitchFamily="18" charset="-34"/>
                <a:sym typeface="Symbol" pitchFamily="18" charset="2"/>
              </a:rPr>
              <a:t></a:t>
            </a:r>
            <a:r>
              <a:rPr lang="en-US" b="1" dirty="0">
                <a:solidFill>
                  <a:srgbClr val="663300"/>
                </a:solidFill>
                <a:latin typeface="Angsana New" pitchFamily="18" charset="-34"/>
                <a:sym typeface="Symbol" pitchFamily="18" charset="2"/>
              </a:rPr>
              <a:t> </a:t>
            </a:r>
            <a:r>
              <a:rPr lang="en-US" b="1" i="1" dirty="0">
                <a:solidFill>
                  <a:srgbClr val="663300"/>
                </a:solidFill>
                <a:latin typeface="Angsana New" pitchFamily="18" charset="-34"/>
                <a:sym typeface="Symbol" pitchFamily="18" charset="2"/>
              </a:rPr>
              <a:t>x</a:t>
            </a:r>
            <a:r>
              <a:rPr lang="en-US" dirty="0">
                <a:latin typeface="Angsana New" pitchFamily="18" charset="-34"/>
                <a:sym typeface="Symbol" pitchFamily="18" charset="2"/>
              </a:rPr>
              <a:t> </a:t>
            </a:r>
            <a:r>
              <a:rPr lang="en-US" b="1" dirty="0">
                <a:solidFill>
                  <a:srgbClr val="663300"/>
                </a:solidFill>
                <a:latin typeface="Angsana New" pitchFamily="18" charset="-34"/>
                <a:sym typeface="Symbol" pitchFamily="18" charset="2"/>
              </a:rPr>
              <a:t>= </a:t>
            </a:r>
            <a:r>
              <a:rPr lang="en-US" b="1" dirty="0">
                <a:solidFill>
                  <a:srgbClr val="0000FF"/>
                </a:solidFill>
                <a:latin typeface="Angsana New" pitchFamily="18" charset="-34"/>
                <a:sym typeface="Symbol" pitchFamily="18" charset="2"/>
              </a:rPr>
              <a:t>1</a:t>
            </a:r>
            <a:r>
              <a:rPr lang="en-US" b="1" dirty="0">
                <a:solidFill>
                  <a:srgbClr val="663300"/>
                </a:solidFill>
                <a:latin typeface="Angsana New" pitchFamily="18" charset="-34"/>
                <a:sym typeface="Symbol" pitchFamily="18" charset="2"/>
              </a:rPr>
              <a:t>, </a:t>
            </a:r>
            <a:r>
              <a:rPr lang="en-US" b="1" dirty="0">
                <a:solidFill>
                  <a:srgbClr val="0000FF"/>
                </a:solidFill>
                <a:latin typeface="Angsana New" pitchFamily="18" charset="-34"/>
                <a:sym typeface="Symbol" pitchFamily="18" charset="2"/>
              </a:rPr>
              <a:t>2</a:t>
            </a:r>
            <a:r>
              <a:rPr lang="en-US" b="1" dirty="0">
                <a:solidFill>
                  <a:srgbClr val="663300"/>
                </a:solidFill>
                <a:latin typeface="Angsana New" pitchFamily="18" charset="-34"/>
                <a:sym typeface="Symbol" pitchFamily="18" charset="2"/>
              </a:rPr>
              <a:t>, </a:t>
            </a:r>
            <a:r>
              <a:rPr lang="en-US" b="1" dirty="0">
                <a:solidFill>
                  <a:srgbClr val="0000FF"/>
                </a:solidFill>
                <a:latin typeface="Angsana New" pitchFamily="18" charset="-34"/>
                <a:sym typeface="Symbol" pitchFamily="18" charset="2"/>
              </a:rPr>
              <a:t>3</a:t>
            </a:r>
            <a:r>
              <a:rPr lang="en-US" b="1" dirty="0">
                <a:solidFill>
                  <a:srgbClr val="663300"/>
                </a:solidFill>
                <a:latin typeface="Angsana New" pitchFamily="18" charset="-34"/>
                <a:sym typeface="Symbol" pitchFamily="18" charset="2"/>
              </a:rPr>
              <a:t>, </a:t>
            </a:r>
            <a:r>
              <a:rPr lang="en-US" b="1" dirty="0">
                <a:solidFill>
                  <a:srgbClr val="0000FF"/>
                </a:solidFill>
                <a:latin typeface="Angsana New" pitchFamily="18" charset="-34"/>
                <a:sym typeface="Symbol" pitchFamily="18" charset="2"/>
              </a:rPr>
              <a:t>4</a:t>
            </a:r>
            <a:r>
              <a:rPr lang="en-US" b="1" dirty="0">
                <a:solidFill>
                  <a:srgbClr val="663300"/>
                </a:solidFill>
                <a:latin typeface="Angsana New" pitchFamily="18" charset="-34"/>
                <a:sym typeface="Symbol" pitchFamily="18" charset="2"/>
              </a:rPr>
              <a:t>, </a:t>
            </a:r>
            <a:r>
              <a:rPr lang="en-US" b="1" dirty="0">
                <a:solidFill>
                  <a:srgbClr val="0000FF"/>
                </a:solidFill>
                <a:latin typeface="Angsana New" pitchFamily="18" charset="-34"/>
                <a:sym typeface="Symbol" pitchFamily="18" charset="2"/>
              </a:rPr>
              <a:t>5</a:t>
            </a:r>
          </a:p>
        </p:txBody>
      </p:sp>
      <p:sp>
        <p:nvSpPr>
          <p:cNvPr id="12" name="Text Box 10"/>
          <p:cNvSpPr txBox="1">
            <a:spLocks noChangeArrowheads="1"/>
          </p:cNvSpPr>
          <p:nvPr/>
        </p:nvSpPr>
        <p:spPr bwMode="auto">
          <a:xfrm>
            <a:off x="457200" y="4343400"/>
            <a:ext cx="6019800" cy="523220"/>
          </a:xfrm>
          <a:prstGeom prst="rect">
            <a:avLst/>
          </a:prstGeom>
          <a:noFill/>
          <a:ln w="9525">
            <a:noFill/>
            <a:miter lim="800000"/>
            <a:headEnd/>
            <a:tailEnd/>
          </a:ln>
        </p:spPr>
        <p:txBody>
          <a:bodyPr wrap="square">
            <a:spAutoFit/>
          </a:bodyPr>
          <a:lstStyle/>
          <a:p>
            <a:pPr>
              <a:spcBef>
                <a:spcPct val="50000"/>
              </a:spcBef>
            </a:pPr>
            <a:r>
              <a:rPr lang="en-US" b="1" dirty="0">
                <a:solidFill>
                  <a:srgbClr val="006600"/>
                </a:solidFill>
                <a:latin typeface="Angsana New" panose="02020603050405020304" pitchFamily="18" charset="-34"/>
              </a:rPr>
              <a:t>=&gt;  </a:t>
            </a:r>
            <a:r>
              <a:rPr lang="en-US" b="1" dirty="0" err="1">
                <a:solidFill>
                  <a:srgbClr val="006600"/>
                </a:solidFill>
                <a:latin typeface="Angsana New" panose="02020603050405020304" pitchFamily="18" charset="-34"/>
              </a:rPr>
              <a:t>ค่าเฉลี่ย</a:t>
            </a:r>
            <a:r>
              <a:rPr lang="en-US" b="1" dirty="0">
                <a:solidFill>
                  <a:srgbClr val="006600"/>
                </a:solidFill>
                <a:latin typeface="Angsana New" panose="02020603050405020304" pitchFamily="18" charset="-34"/>
              </a:rPr>
              <a:t> = E(X) = (</a:t>
            </a:r>
            <a:r>
              <a:rPr lang="en-US" b="1" dirty="0">
                <a:solidFill>
                  <a:srgbClr val="0000FF"/>
                </a:solidFill>
                <a:latin typeface="Angsana New" pitchFamily="18" charset="-34"/>
              </a:rPr>
              <a:t>1</a:t>
            </a:r>
            <a:r>
              <a:rPr lang="en-US" b="1" dirty="0">
                <a:solidFill>
                  <a:srgbClr val="006600"/>
                </a:solidFill>
                <a:latin typeface="Angsana New" pitchFamily="18" charset="-34"/>
              </a:rPr>
              <a:t>+</a:t>
            </a:r>
            <a:r>
              <a:rPr lang="en-US" b="1" dirty="0">
                <a:solidFill>
                  <a:srgbClr val="0000FF"/>
                </a:solidFill>
                <a:latin typeface="Angsana New" pitchFamily="18" charset="-34"/>
              </a:rPr>
              <a:t>2</a:t>
            </a:r>
            <a:r>
              <a:rPr lang="en-US" b="1" dirty="0">
                <a:solidFill>
                  <a:srgbClr val="006600"/>
                </a:solidFill>
                <a:latin typeface="Angsana New" pitchFamily="18" charset="-34"/>
              </a:rPr>
              <a:t>+</a:t>
            </a:r>
            <a:r>
              <a:rPr lang="en-US" b="1" dirty="0">
                <a:solidFill>
                  <a:srgbClr val="0000FF"/>
                </a:solidFill>
                <a:latin typeface="Angsana New" pitchFamily="18" charset="-34"/>
              </a:rPr>
              <a:t>3</a:t>
            </a:r>
            <a:r>
              <a:rPr lang="en-US" b="1" dirty="0">
                <a:solidFill>
                  <a:srgbClr val="006600"/>
                </a:solidFill>
                <a:latin typeface="Angsana New" pitchFamily="18" charset="-34"/>
              </a:rPr>
              <a:t>+</a:t>
            </a:r>
            <a:r>
              <a:rPr lang="en-US" b="1" dirty="0">
                <a:solidFill>
                  <a:srgbClr val="0000FF"/>
                </a:solidFill>
                <a:latin typeface="Angsana New" pitchFamily="18" charset="-34"/>
              </a:rPr>
              <a:t>4</a:t>
            </a:r>
            <a:r>
              <a:rPr lang="en-US" b="1" dirty="0">
                <a:solidFill>
                  <a:srgbClr val="006600"/>
                </a:solidFill>
                <a:latin typeface="Angsana New" pitchFamily="18" charset="-34"/>
              </a:rPr>
              <a:t>+</a:t>
            </a:r>
            <a:r>
              <a:rPr lang="en-US" b="1" dirty="0">
                <a:solidFill>
                  <a:srgbClr val="0000FF"/>
                </a:solidFill>
                <a:latin typeface="Angsana New" pitchFamily="18" charset="-34"/>
              </a:rPr>
              <a:t>5</a:t>
            </a:r>
            <a:r>
              <a:rPr lang="en-US" b="1" dirty="0">
                <a:solidFill>
                  <a:srgbClr val="006600"/>
                </a:solidFill>
                <a:latin typeface="Angsana New" pitchFamily="18" charset="-34"/>
              </a:rPr>
              <a:t>)/</a:t>
            </a:r>
            <a:r>
              <a:rPr lang="en-US" b="1" dirty="0">
                <a:solidFill>
                  <a:srgbClr val="FF0000"/>
                </a:solidFill>
                <a:latin typeface="Angsana New" pitchFamily="18" charset="-34"/>
              </a:rPr>
              <a:t>5</a:t>
            </a:r>
            <a:r>
              <a:rPr lang="en-US" b="1" dirty="0">
                <a:solidFill>
                  <a:srgbClr val="006600"/>
                </a:solidFill>
                <a:latin typeface="Angsana New" pitchFamily="18" charset="-34"/>
              </a:rPr>
              <a:t> =  3  =  </a:t>
            </a:r>
            <a:r>
              <a:rPr lang="en-US" sz="2400" b="1" dirty="0">
                <a:solidFill>
                  <a:srgbClr val="006600"/>
                </a:solidFill>
                <a:latin typeface="Angsana New" pitchFamily="18" charset="-34"/>
                <a:sym typeface="Symbol"/>
              </a:rPr>
              <a:t></a:t>
            </a:r>
            <a:endParaRPr lang="en-US" sz="2400" b="1" dirty="0">
              <a:solidFill>
                <a:srgbClr val="006600"/>
              </a:solidFill>
              <a:latin typeface="Angsana New" pitchFamily="18" charset="-34"/>
            </a:endParaRPr>
          </a:p>
        </p:txBody>
      </p:sp>
      <p:sp>
        <p:nvSpPr>
          <p:cNvPr id="13" name="Text Box 12"/>
          <p:cNvSpPr txBox="1">
            <a:spLocks noChangeArrowheads="1"/>
          </p:cNvSpPr>
          <p:nvPr/>
        </p:nvSpPr>
        <p:spPr bwMode="auto">
          <a:xfrm>
            <a:off x="2399271" y="5658957"/>
            <a:ext cx="6567125" cy="437043"/>
          </a:xfrm>
          <a:prstGeom prst="rect">
            <a:avLst/>
          </a:prstGeom>
          <a:noFill/>
          <a:ln w="9525">
            <a:noFill/>
            <a:miter lim="800000"/>
            <a:headEnd/>
            <a:tailEnd/>
          </a:ln>
        </p:spPr>
        <p:txBody>
          <a:bodyPr wrap="square">
            <a:spAutoFit/>
          </a:bodyPr>
          <a:lstStyle/>
          <a:p>
            <a:pPr>
              <a:lnSpc>
                <a:spcPct val="80000"/>
              </a:lnSpc>
            </a:pPr>
            <a:r>
              <a:rPr lang="en-US" b="1" dirty="0">
                <a:solidFill>
                  <a:srgbClr val="6600CC"/>
                </a:solidFill>
                <a:latin typeface="Angsana New" panose="02020603050405020304" pitchFamily="18" charset="-34"/>
              </a:rPr>
              <a:t>= [(</a:t>
            </a:r>
            <a:r>
              <a:rPr lang="en-US" b="1" dirty="0">
                <a:solidFill>
                  <a:srgbClr val="0000FF"/>
                </a:solidFill>
                <a:latin typeface="Angsana New" pitchFamily="18" charset="-34"/>
              </a:rPr>
              <a:t>1</a:t>
            </a:r>
            <a:r>
              <a:rPr lang="en-US" b="1" dirty="0">
                <a:solidFill>
                  <a:srgbClr val="6600CC"/>
                </a:solidFill>
                <a:latin typeface="Angsana New" pitchFamily="18" charset="-34"/>
              </a:rPr>
              <a:t> – </a:t>
            </a:r>
            <a:r>
              <a:rPr lang="en-US" b="1" dirty="0">
                <a:solidFill>
                  <a:srgbClr val="006600"/>
                </a:solidFill>
                <a:latin typeface="Angsana New" pitchFamily="18" charset="-34"/>
              </a:rPr>
              <a:t>3</a:t>
            </a:r>
            <a:r>
              <a:rPr lang="en-US" b="1" dirty="0">
                <a:solidFill>
                  <a:srgbClr val="6600CC"/>
                </a:solidFill>
                <a:latin typeface="Angsana New" pitchFamily="18" charset="-34"/>
              </a:rPr>
              <a:t>)</a:t>
            </a:r>
            <a:r>
              <a:rPr lang="en-US" b="1" baseline="30000" dirty="0">
                <a:solidFill>
                  <a:srgbClr val="6600CC"/>
                </a:solidFill>
                <a:latin typeface="Angsana New" pitchFamily="18" charset="-34"/>
              </a:rPr>
              <a:t>2</a:t>
            </a:r>
            <a:r>
              <a:rPr lang="en-US" b="1" dirty="0">
                <a:solidFill>
                  <a:srgbClr val="6600CC"/>
                </a:solidFill>
                <a:latin typeface="Angsana New" pitchFamily="18" charset="-34"/>
              </a:rPr>
              <a:t>+ (</a:t>
            </a:r>
            <a:r>
              <a:rPr lang="en-US" b="1" dirty="0">
                <a:solidFill>
                  <a:srgbClr val="0000FF"/>
                </a:solidFill>
                <a:latin typeface="Angsana New" pitchFamily="18" charset="-34"/>
              </a:rPr>
              <a:t>2</a:t>
            </a:r>
            <a:r>
              <a:rPr lang="en-US" b="1" dirty="0">
                <a:solidFill>
                  <a:srgbClr val="6600CC"/>
                </a:solidFill>
                <a:latin typeface="Angsana New" pitchFamily="18" charset="-34"/>
              </a:rPr>
              <a:t> – </a:t>
            </a:r>
            <a:r>
              <a:rPr lang="en-US" b="1" dirty="0">
                <a:solidFill>
                  <a:srgbClr val="006600"/>
                </a:solidFill>
                <a:latin typeface="Angsana New" pitchFamily="18" charset="-34"/>
              </a:rPr>
              <a:t>3</a:t>
            </a:r>
            <a:r>
              <a:rPr lang="en-US" b="1" dirty="0">
                <a:solidFill>
                  <a:srgbClr val="6600CC"/>
                </a:solidFill>
                <a:latin typeface="Angsana New" pitchFamily="18" charset="-34"/>
              </a:rPr>
              <a:t>)</a:t>
            </a:r>
            <a:r>
              <a:rPr lang="en-US" b="1" baseline="30000" dirty="0">
                <a:solidFill>
                  <a:srgbClr val="6600CC"/>
                </a:solidFill>
                <a:latin typeface="Angsana New" pitchFamily="18" charset="-34"/>
              </a:rPr>
              <a:t>2</a:t>
            </a:r>
            <a:r>
              <a:rPr lang="en-US" b="1" dirty="0">
                <a:solidFill>
                  <a:srgbClr val="6600CC"/>
                </a:solidFill>
                <a:latin typeface="Angsana New" pitchFamily="18" charset="-34"/>
              </a:rPr>
              <a:t>+ (</a:t>
            </a:r>
            <a:r>
              <a:rPr lang="en-US" b="1" dirty="0">
                <a:solidFill>
                  <a:srgbClr val="0000FF"/>
                </a:solidFill>
                <a:latin typeface="Angsana New" pitchFamily="18" charset="-34"/>
              </a:rPr>
              <a:t>3</a:t>
            </a:r>
            <a:r>
              <a:rPr lang="en-US" b="1" dirty="0">
                <a:solidFill>
                  <a:srgbClr val="6600CC"/>
                </a:solidFill>
                <a:latin typeface="Angsana New" pitchFamily="18" charset="-34"/>
              </a:rPr>
              <a:t> – </a:t>
            </a:r>
            <a:r>
              <a:rPr lang="en-US" b="1" dirty="0">
                <a:solidFill>
                  <a:srgbClr val="006600"/>
                </a:solidFill>
                <a:latin typeface="Angsana New" pitchFamily="18" charset="-34"/>
              </a:rPr>
              <a:t>3</a:t>
            </a:r>
            <a:r>
              <a:rPr lang="en-US" b="1" dirty="0">
                <a:solidFill>
                  <a:srgbClr val="6600CC"/>
                </a:solidFill>
                <a:latin typeface="Angsana New" pitchFamily="18" charset="-34"/>
              </a:rPr>
              <a:t>)</a:t>
            </a:r>
            <a:r>
              <a:rPr lang="en-US" b="1" baseline="30000" dirty="0">
                <a:solidFill>
                  <a:srgbClr val="6600CC"/>
                </a:solidFill>
                <a:latin typeface="Angsana New" pitchFamily="18" charset="-34"/>
              </a:rPr>
              <a:t>2</a:t>
            </a:r>
            <a:r>
              <a:rPr lang="en-US" b="1" dirty="0">
                <a:solidFill>
                  <a:srgbClr val="6600CC"/>
                </a:solidFill>
                <a:latin typeface="Angsana New" pitchFamily="18" charset="-34"/>
              </a:rPr>
              <a:t>+ (</a:t>
            </a:r>
            <a:r>
              <a:rPr lang="en-US" b="1" dirty="0">
                <a:solidFill>
                  <a:srgbClr val="0000FF"/>
                </a:solidFill>
                <a:latin typeface="Angsana New" pitchFamily="18" charset="-34"/>
              </a:rPr>
              <a:t>4</a:t>
            </a:r>
            <a:r>
              <a:rPr lang="en-US" b="1" dirty="0">
                <a:solidFill>
                  <a:srgbClr val="6600CC"/>
                </a:solidFill>
                <a:latin typeface="Angsana New" pitchFamily="18" charset="-34"/>
              </a:rPr>
              <a:t> – </a:t>
            </a:r>
            <a:r>
              <a:rPr lang="en-US" b="1" dirty="0">
                <a:solidFill>
                  <a:srgbClr val="006600"/>
                </a:solidFill>
                <a:latin typeface="Angsana New" pitchFamily="18" charset="-34"/>
              </a:rPr>
              <a:t>3</a:t>
            </a:r>
            <a:r>
              <a:rPr lang="en-US" b="1" dirty="0">
                <a:solidFill>
                  <a:srgbClr val="6600CC"/>
                </a:solidFill>
                <a:latin typeface="Angsana New" pitchFamily="18" charset="-34"/>
              </a:rPr>
              <a:t>)</a:t>
            </a:r>
            <a:r>
              <a:rPr lang="en-US" b="1" baseline="30000" dirty="0">
                <a:solidFill>
                  <a:srgbClr val="6600CC"/>
                </a:solidFill>
                <a:latin typeface="Angsana New" pitchFamily="18" charset="-34"/>
              </a:rPr>
              <a:t>2</a:t>
            </a:r>
            <a:r>
              <a:rPr lang="en-US" b="1" dirty="0">
                <a:solidFill>
                  <a:srgbClr val="6600CC"/>
                </a:solidFill>
                <a:latin typeface="Angsana New" pitchFamily="18" charset="-34"/>
              </a:rPr>
              <a:t>+ (</a:t>
            </a:r>
            <a:r>
              <a:rPr lang="en-US" b="1" dirty="0">
                <a:solidFill>
                  <a:srgbClr val="0000FF"/>
                </a:solidFill>
                <a:latin typeface="Angsana New" pitchFamily="18" charset="-34"/>
              </a:rPr>
              <a:t>5</a:t>
            </a:r>
            <a:r>
              <a:rPr lang="en-US" b="1" dirty="0">
                <a:solidFill>
                  <a:srgbClr val="6600CC"/>
                </a:solidFill>
                <a:latin typeface="Angsana New" pitchFamily="18" charset="-34"/>
              </a:rPr>
              <a:t> – </a:t>
            </a:r>
            <a:r>
              <a:rPr lang="en-US" b="1" dirty="0">
                <a:solidFill>
                  <a:srgbClr val="006600"/>
                </a:solidFill>
                <a:latin typeface="Angsana New" pitchFamily="18" charset="-34"/>
              </a:rPr>
              <a:t>3</a:t>
            </a:r>
            <a:r>
              <a:rPr lang="en-US" b="1" dirty="0">
                <a:solidFill>
                  <a:srgbClr val="6600CC"/>
                </a:solidFill>
                <a:latin typeface="Angsana New" pitchFamily="18" charset="-34"/>
              </a:rPr>
              <a:t>)</a:t>
            </a:r>
            <a:r>
              <a:rPr lang="en-US" b="1" baseline="30000" dirty="0">
                <a:solidFill>
                  <a:srgbClr val="6600CC"/>
                </a:solidFill>
                <a:latin typeface="Angsana New" pitchFamily="18" charset="-34"/>
              </a:rPr>
              <a:t>2</a:t>
            </a:r>
            <a:r>
              <a:rPr lang="en-US" b="1" dirty="0">
                <a:solidFill>
                  <a:srgbClr val="6600CC"/>
                </a:solidFill>
                <a:latin typeface="Angsana New" pitchFamily="18" charset="-34"/>
              </a:rPr>
              <a:t>]/</a:t>
            </a:r>
            <a:r>
              <a:rPr lang="en-US" b="1" dirty="0">
                <a:solidFill>
                  <a:srgbClr val="FF0000"/>
                </a:solidFill>
                <a:latin typeface="Angsana New" pitchFamily="18" charset="-34"/>
              </a:rPr>
              <a:t>5  </a:t>
            </a:r>
            <a:r>
              <a:rPr lang="en-US" b="1" dirty="0">
                <a:solidFill>
                  <a:srgbClr val="7030A0"/>
                </a:solidFill>
                <a:latin typeface="Angsana New" pitchFamily="18" charset="-34"/>
              </a:rPr>
              <a:t>= 2</a:t>
            </a:r>
          </a:p>
        </p:txBody>
      </p:sp>
      <p:grpSp>
        <p:nvGrpSpPr>
          <p:cNvPr id="15" name="Group 19"/>
          <p:cNvGrpSpPr>
            <a:grpSpLocks/>
          </p:cNvGrpSpPr>
          <p:nvPr/>
        </p:nvGrpSpPr>
        <p:grpSpPr bwMode="auto">
          <a:xfrm>
            <a:off x="457200" y="4832354"/>
            <a:ext cx="7086600" cy="787401"/>
            <a:chOff x="96" y="2668"/>
            <a:chExt cx="3839" cy="496"/>
          </a:xfrm>
        </p:grpSpPr>
        <p:sp>
          <p:nvSpPr>
            <p:cNvPr id="16" name="Text Box 11"/>
            <p:cNvSpPr txBox="1">
              <a:spLocks noChangeArrowheads="1"/>
            </p:cNvSpPr>
            <p:nvPr/>
          </p:nvSpPr>
          <p:spPr bwMode="auto">
            <a:xfrm>
              <a:off x="96" y="2784"/>
              <a:ext cx="3839" cy="275"/>
            </a:xfrm>
            <a:prstGeom prst="rect">
              <a:avLst/>
            </a:prstGeom>
            <a:noFill/>
            <a:ln w="9525">
              <a:noFill/>
              <a:miter lim="800000"/>
              <a:headEnd/>
              <a:tailEnd/>
            </a:ln>
          </p:spPr>
          <p:txBody>
            <a:bodyPr wrap="square">
              <a:spAutoFit/>
            </a:bodyPr>
            <a:lstStyle/>
            <a:p>
              <a:pPr>
                <a:lnSpc>
                  <a:spcPct val="80000"/>
                </a:lnSpc>
              </a:pPr>
              <a:r>
                <a:rPr lang="en-US" b="1" dirty="0">
                  <a:solidFill>
                    <a:srgbClr val="6600CC"/>
                  </a:solidFill>
                  <a:latin typeface="Angsana New" panose="02020603050405020304" pitchFamily="18" charset="-34"/>
                </a:rPr>
                <a:t>=&gt;  </a:t>
              </a:r>
              <a:r>
                <a:rPr lang="en-US" b="1" dirty="0" err="1">
                  <a:solidFill>
                    <a:srgbClr val="6600CC"/>
                  </a:solidFill>
                  <a:latin typeface="Angsana New" panose="02020603050405020304" pitchFamily="18" charset="-34"/>
                </a:rPr>
                <a:t>ความแปรปรวน</a:t>
              </a:r>
              <a:r>
                <a:rPr lang="en-US" b="1" dirty="0">
                  <a:solidFill>
                    <a:srgbClr val="6600CC"/>
                  </a:solidFill>
                  <a:latin typeface="Angsana New" panose="02020603050405020304" pitchFamily="18" charset="-34"/>
                </a:rPr>
                <a:t> = V(X)  =  </a:t>
              </a:r>
              <a:r>
                <a:rPr lang="en-US" sz="2400" b="1" dirty="0">
                  <a:solidFill>
                    <a:srgbClr val="6600CC"/>
                  </a:solidFill>
                  <a:latin typeface="Angsana New" panose="02020603050405020304" pitchFamily="18" charset="-34"/>
                  <a:sym typeface="Symbol"/>
                </a:rPr>
                <a:t></a:t>
              </a:r>
              <a:r>
                <a:rPr lang="en-US" b="1" baseline="30000" dirty="0">
                  <a:solidFill>
                    <a:srgbClr val="6600CC"/>
                  </a:solidFill>
                  <a:latin typeface="Angsana New" panose="02020603050405020304" pitchFamily="18" charset="-34"/>
                  <a:sym typeface="Symbol"/>
                </a:rPr>
                <a:t>2</a:t>
              </a:r>
              <a:r>
                <a:rPr lang="en-US" b="1" dirty="0">
                  <a:solidFill>
                    <a:srgbClr val="6600CC"/>
                  </a:solidFill>
                  <a:latin typeface="Angsana New" panose="02020603050405020304" pitchFamily="18" charset="-34"/>
                </a:rPr>
                <a:t>  =   </a:t>
              </a:r>
              <a:r>
                <a:rPr lang="en-US" sz="2000" b="1" dirty="0">
                  <a:solidFill>
                    <a:srgbClr val="6600CC"/>
                  </a:solidFill>
                  <a:latin typeface="Angsana New" pitchFamily="18" charset="-34"/>
                  <a:sym typeface="Symbol" pitchFamily="18" charset="2"/>
                </a:rPr>
                <a:t></a:t>
              </a:r>
              <a:r>
                <a:rPr lang="en-US" b="1" dirty="0">
                  <a:solidFill>
                    <a:srgbClr val="6600CC"/>
                  </a:solidFill>
                  <a:latin typeface="Angsana New" pitchFamily="18" charset="-34"/>
                  <a:sym typeface="Symbol" pitchFamily="18" charset="2"/>
                </a:rPr>
                <a:t> (</a:t>
              </a:r>
              <a:r>
                <a:rPr lang="en-US" b="1" i="1" dirty="0">
                  <a:solidFill>
                    <a:srgbClr val="3333FF"/>
                  </a:solidFill>
                  <a:latin typeface="Angsana New" pitchFamily="18" charset="-34"/>
                  <a:sym typeface="Symbol" pitchFamily="18" charset="2"/>
                </a:rPr>
                <a:t>x</a:t>
              </a:r>
              <a:r>
                <a:rPr lang="en-US" b="1" dirty="0">
                  <a:solidFill>
                    <a:srgbClr val="6600CC"/>
                  </a:solidFill>
                  <a:latin typeface="Angsana New" pitchFamily="18" charset="-34"/>
                  <a:sym typeface="Symbol" pitchFamily="18" charset="2"/>
                </a:rPr>
                <a:t> – </a:t>
              </a:r>
              <a:r>
                <a:rPr lang="en-US" sz="2400" b="1" dirty="0">
                  <a:solidFill>
                    <a:srgbClr val="006600"/>
                  </a:solidFill>
                  <a:latin typeface="Angsana New" pitchFamily="18" charset="-34"/>
                  <a:sym typeface="Symbol"/>
                </a:rPr>
                <a:t></a:t>
              </a:r>
              <a:r>
                <a:rPr lang="en-US" b="1" dirty="0">
                  <a:solidFill>
                    <a:srgbClr val="6600CC"/>
                  </a:solidFill>
                  <a:latin typeface="Angsana New" pitchFamily="18" charset="-34"/>
                  <a:sym typeface="Symbol" pitchFamily="18" charset="2"/>
                </a:rPr>
                <a:t>)</a:t>
              </a:r>
              <a:r>
                <a:rPr lang="en-US" b="1" baseline="30000" dirty="0">
                  <a:solidFill>
                    <a:srgbClr val="6600CC"/>
                  </a:solidFill>
                  <a:latin typeface="Angsana New" pitchFamily="18" charset="-34"/>
                  <a:sym typeface="Symbol" pitchFamily="18" charset="2"/>
                </a:rPr>
                <a:t>2</a:t>
              </a:r>
              <a:r>
                <a:rPr lang="en-US" b="1" dirty="0">
                  <a:solidFill>
                    <a:srgbClr val="6600CC"/>
                  </a:solidFill>
                  <a:latin typeface="Angsana New" pitchFamily="18" charset="-34"/>
                  <a:sym typeface="Symbol" pitchFamily="18" charset="2"/>
                </a:rPr>
                <a:t>/</a:t>
              </a:r>
              <a:r>
                <a:rPr lang="en-US" b="1" dirty="0">
                  <a:solidFill>
                    <a:srgbClr val="FF0000"/>
                  </a:solidFill>
                  <a:latin typeface="Angsana New" pitchFamily="18" charset="-34"/>
                  <a:sym typeface="Symbol" pitchFamily="18" charset="2"/>
                </a:rPr>
                <a:t>5</a:t>
              </a:r>
              <a:endParaRPr lang="en-US" b="1" dirty="0">
                <a:solidFill>
                  <a:srgbClr val="6600CC"/>
                </a:solidFill>
                <a:latin typeface="Angsana New" pitchFamily="18" charset="-34"/>
                <a:sym typeface="Symbol" pitchFamily="18" charset="2"/>
              </a:endParaRPr>
            </a:p>
          </p:txBody>
        </p:sp>
        <p:sp>
          <p:nvSpPr>
            <p:cNvPr id="18" name="Text Box 17"/>
            <p:cNvSpPr txBox="1">
              <a:spLocks noChangeArrowheads="1"/>
            </p:cNvSpPr>
            <p:nvPr/>
          </p:nvSpPr>
          <p:spPr bwMode="auto">
            <a:xfrm>
              <a:off x="2070" y="2912"/>
              <a:ext cx="420" cy="252"/>
            </a:xfrm>
            <a:prstGeom prst="rect">
              <a:avLst/>
            </a:prstGeom>
            <a:noFill/>
            <a:ln w="9525">
              <a:noFill/>
              <a:miter lim="800000"/>
              <a:headEnd/>
              <a:tailEnd/>
            </a:ln>
          </p:spPr>
          <p:txBody>
            <a:bodyPr wrap="square">
              <a:spAutoFit/>
            </a:bodyPr>
            <a:lstStyle/>
            <a:p>
              <a:pPr>
                <a:spcBef>
                  <a:spcPct val="50000"/>
                </a:spcBef>
              </a:pPr>
              <a:r>
                <a:rPr lang="en-US" sz="2000" b="1" i="1" dirty="0">
                  <a:solidFill>
                    <a:srgbClr val="3333FF"/>
                  </a:solidFill>
                  <a:latin typeface="Angsana New" panose="02020603050405020304" pitchFamily="18" charset="-34"/>
                </a:rPr>
                <a:t>x</a:t>
              </a:r>
              <a:r>
                <a:rPr lang="en-US" sz="2000" b="1" dirty="0">
                  <a:solidFill>
                    <a:srgbClr val="3333FF"/>
                  </a:solidFill>
                  <a:latin typeface="Angsana New" panose="02020603050405020304" pitchFamily="18" charset="-34"/>
                </a:rPr>
                <a:t> = 1</a:t>
              </a:r>
            </a:p>
          </p:txBody>
        </p:sp>
        <p:sp>
          <p:nvSpPr>
            <p:cNvPr id="19" name="Text Box 18"/>
            <p:cNvSpPr txBox="1">
              <a:spLocks noChangeArrowheads="1"/>
            </p:cNvSpPr>
            <p:nvPr/>
          </p:nvSpPr>
          <p:spPr bwMode="auto">
            <a:xfrm>
              <a:off x="2140" y="2668"/>
              <a:ext cx="144" cy="252"/>
            </a:xfrm>
            <a:prstGeom prst="rect">
              <a:avLst/>
            </a:prstGeom>
            <a:noFill/>
            <a:ln w="9525">
              <a:noFill/>
              <a:miter lim="800000"/>
              <a:headEnd/>
              <a:tailEnd/>
            </a:ln>
          </p:spPr>
          <p:txBody>
            <a:bodyPr wrap="square">
              <a:spAutoFit/>
            </a:bodyPr>
            <a:lstStyle/>
            <a:p>
              <a:pPr>
                <a:spcBef>
                  <a:spcPct val="50000"/>
                </a:spcBef>
              </a:pPr>
              <a:r>
                <a:rPr lang="en-US" sz="2000" b="1" dirty="0">
                  <a:solidFill>
                    <a:srgbClr val="3333FF"/>
                  </a:solidFill>
                  <a:latin typeface="Angsana New" panose="02020603050405020304" pitchFamily="18" charset="-34"/>
                </a:rPr>
                <a:t>5</a:t>
              </a:r>
            </a:p>
          </p:txBody>
        </p:sp>
      </p:grpSp>
      <p:sp>
        <p:nvSpPr>
          <p:cNvPr id="20" name="Text Box 20"/>
          <p:cNvSpPr txBox="1">
            <a:spLocks noChangeArrowheads="1"/>
          </p:cNvSpPr>
          <p:nvPr/>
        </p:nvSpPr>
        <p:spPr bwMode="auto">
          <a:xfrm>
            <a:off x="1219200" y="3733800"/>
            <a:ext cx="6553200" cy="523220"/>
          </a:xfrm>
          <a:prstGeom prst="rect">
            <a:avLst/>
          </a:prstGeom>
          <a:noFill/>
          <a:ln w="9525">
            <a:noFill/>
            <a:miter lim="800000"/>
            <a:headEnd/>
            <a:tailEnd/>
          </a:ln>
        </p:spPr>
        <p:txBody>
          <a:bodyPr wrap="square">
            <a:spAutoFit/>
          </a:bodyPr>
          <a:lstStyle/>
          <a:p>
            <a:pPr>
              <a:spcBef>
                <a:spcPct val="50000"/>
              </a:spcBef>
            </a:pPr>
            <a:r>
              <a:rPr lang="en-US" b="1" dirty="0">
                <a:solidFill>
                  <a:srgbClr val="FF00FF"/>
                </a:solidFill>
                <a:latin typeface="Angsana New" panose="02020603050405020304" pitchFamily="18" charset="-34"/>
              </a:rPr>
              <a:t>=&gt; </a:t>
            </a:r>
            <a:r>
              <a:rPr lang="en-US" b="1" dirty="0" err="1">
                <a:solidFill>
                  <a:srgbClr val="FF00FF"/>
                </a:solidFill>
                <a:latin typeface="Angsana New" panose="02020603050405020304" pitchFamily="18" charset="-34"/>
              </a:rPr>
              <a:t>เรียกว่า</a:t>
            </a:r>
            <a:r>
              <a:rPr lang="en-US" b="1" dirty="0">
                <a:solidFill>
                  <a:srgbClr val="FF00FF"/>
                </a:solidFill>
                <a:latin typeface="Angsana New" panose="02020603050405020304" pitchFamily="18" charset="-34"/>
              </a:rPr>
              <a:t> </a:t>
            </a:r>
            <a:r>
              <a:rPr lang="en-US" b="1" dirty="0" err="1">
                <a:solidFill>
                  <a:srgbClr val="FF00FF"/>
                </a:solidFill>
                <a:latin typeface="Angsana New" panose="02020603050405020304" pitchFamily="18" charset="-34"/>
              </a:rPr>
              <a:t>การแจกแจงเอกรูป</a:t>
            </a:r>
            <a:r>
              <a:rPr lang="en-US" b="1" dirty="0">
                <a:solidFill>
                  <a:srgbClr val="FF00FF"/>
                </a:solidFill>
                <a:latin typeface="Angsana New" panose="02020603050405020304" pitchFamily="18" charset="-34"/>
              </a:rPr>
              <a:t> (Uniform distribution)</a:t>
            </a:r>
          </a:p>
        </p:txBody>
      </p:sp>
      <p:sp>
        <p:nvSpPr>
          <p:cNvPr id="3" name="Slide Number Placeholder 2">
            <a:extLst>
              <a:ext uri="{FF2B5EF4-FFF2-40B4-BE49-F238E27FC236}">
                <a16:creationId xmlns:a16="http://schemas.microsoft.com/office/drawing/2014/main" id="{56EEFFB1-9EFF-44B8-B23C-616DDE134F43}"/>
              </a:ext>
            </a:extLst>
          </p:cNvPr>
          <p:cNvSpPr>
            <a:spLocks noGrp="1"/>
          </p:cNvSpPr>
          <p:nvPr>
            <p:ph type="sldNum" sz="quarter" idx="12"/>
          </p:nvPr>
        </p:nvSpPr>
        <p:spPr/>
        <p:txBody>
          <a:bodyPr/>
          <a:lstStyle/>
          <a:p>
            <a:pPr>
              <a:defRPr/>
            </a:pPr>
            <a:fld id="{0598EADD-7714-4E0A-AD4B-AC83F9F5DA12}" type="slidenum">
              <a:rPr lang="en-US" smtClean="0"/>
              <a:pPr>
                <a:defRPr/>
              </a:pPr>
              <a:t>14</a:t>
            </a:fld>
            <a:endParaRPr lang="th-TH"/>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dissolve">
                                      <p:cBhvr>
                                        <p:cTn id="7" dur="300"/>
                                        <p:tgtEl>
                                          <p:spTgt spid="14338"/>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14339">
                                            <p:txEl>
                                              <p:pRg st="0" end="0"/>
                                            </p:txEl>
                                          </p:spTgt>
                                        </p:tgtEl>
                                        <p:attrNameLst>
                                          <p:attrName>style.visibility</p:attrName>
                                        </p:attrNameLst>
                                      </p:cBhvr>
                                      <p:to>
                                        <p:strVal val="visible"/>
                                      </p:to>
                                    </p:set>
                                    <p:animEffect transition="in" filter="wipe(left)">
                                      <p:cBhvr>
                                        <p:cTn id="11" dur="300"/>
                                        <p:tgtEl>
                                          <p:spTgt spid="1433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4344"/>
                                        </p:tgtEl>
                                        <p:attrNameLst>
                                          <p:attrName>style.visibility</p:attrName>
                                        </p:attrNameLst>
                                      </p:cBhvr>
                                      <p:to>
                                        <p:strVal val="visible"/>
                                      </p:to>
                                    </p:set>
                                    <p:animEffect transition="in" filter="dissolve">
                                      <p:cBhvr>
                                        <p:cTn id="16" dur="300"/>
                                        <p:tgtEl>
                                          <p:spTgt spid="14344"/>
                                        </p:tgtEl>
                                      </p:cBhvr>
                                    </p:animEffect>
                                  </p:childTnLst>
                                </p:cTn>
                              </p:par>
                            </p:childTnLst>
                          </p:cTn>
                        </p:par>
                        <p:par>
                          <p:cTn id="17" fill="hold">
                            <p:stCondLst>
                              <p:cond delay="300"/>
                            </p:stCondLst>
                            <p:childTnLst>
                              <p:par>
                                <p:cTn id="18" presetID="22" presetClass="entr" presetSubtype="8" fill="hold" grpId="0" nodeType="afterEffect">
                                  <p:stCondLst>
                                    <p:cond delay="0"/>
                                  </p:stCondLst>
                                  <p:childTnLst>
                                    <p:set>
                                      <p:cBhvr>
                                        <p:cTn id="19" dur="1" fill="hold">
                                          <p:stCondLst>
                                            <p:cond delay="0"/>
                                          </p:stCondLst>
                                        </p:cTn>
                                        <p:tgtEl>
                                          <p:spTgt spid="14341">
                                            <p:txEl>
                                              <p:pRg st="0" end="0"/>
                                            </p:txEl>
                                          </p:spTgt>
                                        </p:tgtEl>
                                        <p:attrNameLst>
                                          <p:attrName>style.visibility</p:attrName>
                                        </p:attrNameLst>
                                      </p:cBhvr>
                                      <p:to>
                                        <p:strVal val="visible"/>
                                      </p:to>
                                    </p:set>
                                    <p:animEffect transition="in" filter="wipe(left)">
                                      <p:cBhvr>
                                        <p:cTn id="20" dur="300"/>
                                        <p:tgtEl>
                                          <p:spTgt spid="14341">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3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345">
                                            <p:txEl>
                                              <p:pRg st="0" end="0"/>
                                            </p:txEl>
                                          </p:spTgt>
                                        </p:tgtEl>
                                        <p:attrNameLst>
                                          <p:attrName>style.visibility</p:attrName>
                                        </p:attrNameLst>
                                      </p:cBhvr>
                                      <p:to>
                                        <p:strVal val="visible"/>
                                      </p:to>
                                    </p:set>
                                    <p:animEffect transition="in" filter="wipe(left)">
                                      <p:cBhvr>
                                        <p:cTn id="30" dur="300"/>
                                        <p:tgtEl>
                                          <p:spTgt spid="14345">
                                            <p:txEl>
                                              <p:pRg st="0" end="0"/>
                                            </p:txEl>
                                          </p:spTgt>
                                        </p:tgtEl>
                                      </p:cBhvr>
                                    </p:animEffect>
                                  </p:childTnLst>
                                </p:cTn>
                              </p:par>
                            </p:childTnLst>
                          </p:cTn>
                        </p:par>
                        <p:par>
                          <p:cTn id="31" fill="hold">
                            <p:stCondLst>
                              <p:cond delay="300"/>
                            </p:stCondLst>
                            <p:childTnLst>
                              <p:par>
                                <p:cTn id="32" presetID="22" presetClass="entr" presetSubtype="8" fill="hold" grpId="0" nodeType="afterEffect">
                                  <p:stCondLst>
                                    <p:cond delay="0"/>
                                  </p:stCondLst>
                                  <p:childTnLst>
                                    <p:set>
                                      <p:cBhvr>
                                        <p:cTn id="33" dur="1" fill="hold">
                                          <p:stCondLst>
                                            <p:cond delay="0"/>
                                          </p:stCondLst>
                                        </p:cTn>
                                        <p:tgtEl>
                                          <p:spTgt spid="10">
                                            <p:txEl>
                                              <p:pRg st="0" end="0"/>
                                            </p:txEl>
                                          </p:spTgt>
                                        </p:tgtEl>
                                        <p:attrNameLst>
                                          <p:attrName>style.visibility</p:attrName>
                                        </p:attrNameLst>
                                      </p:cBhvr>
                                      <p:to>
                                        <p:strVal val="visible"/>
                                      </p:to>
                                    </p:set>
                                    <p:animEffect transition="in" filter="wipe(left)">
                                      <p:cBhvr>
                                        <p:cTn id="34" dur="300"/>
                                        <p:tgtEl>
                                          <p:spTgt spid="10">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300"/>
                                        <p:tgtEl>
                                          <p:spTgt spid="11"/>
                                        </p:tgtEl>
                                      </p:cBhvr>
                                    </p:animEffect>
                                  </p:childTnLst>
                                </p:cTn>
                              </p:par>
                            </p:childTnLst>
                          </p:cTn>
                        </p:par>
                        <p:par>
                          <p:cTn id="40" fill="hold">
                            <p:stCondLst>
                              <p:cond delay="300"/>
                            </p:stCondLst>
                            <p:childTnLst>
                              <p:par>
                                <p:cTn id="41" presetID="9" presetClass="entr" presetSubtype="0"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dissolve">
                                      <p:cBhvr>
                                        <p:cTn id="43" dur="3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ipe(left)">
                                      <p:cBhvr>
                                        <p:cTn id="48" dur="300"/>
                                        <p:tgtEl>
                                          <p:spTgt spid="1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left)">
                                      <p:cBhvr>
                                        <p:cTn id="53" dur="300"/>
                                        <p:tgtEl>
                                          <p:spTgt spid="15"/>
                                        </p:tgtEl>
                                      </p:cBhvr>
                                    </p:animEffect>
                                  </p:childTnLst>
                                </p:cTn>
                              </p:par>
                            </p:childTnLst>
                          </p:cTn>
                        </p:par>
                        <p:par>
                          <p:cTn id="54" fill="hold">
                            <p:stCondLst>
                              <p:cond delay="300"/>
                            </p:stCondLst>
                            <p:childTnLst>
                              <p:par>
                                <p:cTn id="55" presetID="22" presetClass="entr" presetSubtype="8" fill="hold" grpId="0" nodeType="after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build="p" autoUpdateAnimBg="0" advAuto="0"/>
      <p:bldP spid="14341" grpId="0" build="p" autoUpdateAnimBg="0" advAuto="0"/>
      <p:bldP spid="14344" grpId="0"/>
      <p:bldP spid="14345" grpId="0" build="p" autoUpdateAnimBg="0" advAuto="0"/>
      <p:bldP spid="10" grpId="0" build="p" autoUpdateAnimBg="0" advAuto="0"/>
      <p:bldP spid="11" grpId="0"/>
      <p:bldP spid="12" grpId="0"/>
      <p:bldP spid="13"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120650" y="13063"/>
            <a:ext cx="8899525" cy="609600"/>
          </a:xfrm>
        </p:spPr>
        <p:txBody>
          <a:bodyPr/>
          <a:lstStyle/>
          <a:p>
            <a:pPr eaLnBrk="1" hangingPunct="1">
              <a:lnSpc>
                <a:spcPct val="90000"/>
              </a:lnSpc>
            </a:pPr>
            <a:r>
              <a:rPr lang="th-TH" sz="4000" b="1" dirty="0">
                <a:solidFill>
                  <a:srgbClr val="CC00FF"/>
                </a:solidFill>
                <a:latin typeface="Angsana New" panose="02020603050405020304" pitchFamily="18" charset="-34"/>
                <a:cs typeface="Angsana New" panose="02020603050405020304" pitchFamily="18" charset="-34"/>
              </a:rPr>
              <a:t>ค่าเฉลี่ยและความแปรปรวนของตัวแปรสุ่มแบบไม่ต่อเนื่อง</a:t>
            </a:r>
          </a:p>
        </p:txBody>
      </p:sp>
      <p:sp>
        <p:nvSpPr>
          <p:cNvPr id="14339" name="Rectangle 3"/>
          <p:cNvSpPr>
            <a:spLocks noChangeArrowheads="1"/>
          </p:cNvSpPr>
          <p:nvPr/>
        </p:nvSpPr>
        <p:spPr bwMode="auto">
          <a:xfrm>
            <a:off x="152400" y="506104"/>
            <a:ext cx="8809038" cy="533400"/>
          </a:xfrm>
          <a:prstGeom prst="rect">
            <a:avLst/>
          </a:prstGeom>
          <a:noFill/>
          <a:ln w="9525">
            <a:noFill/>
            <a:miter lim="800000"/>
            <a:headEnd/>
            <a:tailEnd/>
          </a:ln>
        </p:spPr>
        <p:txBody>
          <a:bodyPr/>
          <a:lstStyle/>
          <a:p>
            <a:pPr marL="457200" indent="-457200">
              <a:tabLst>
                <a:tab pos="457200" algn="l"/>
              </a:tabLst>
            </a:pPr>
            <a:r>
              <a:rPr lang="en-US" sz="3200" b="1" dirty="0">
                <a:solidFill>
                  <a:srgbClr val="0000FF"/>
                </a:solidFill>
                <a:latin typeface="Angsana New" panose="02020603050405020304" pitchFamily="18" charset="-34"/>
              </a:rPr>
              <a:t>1. </a:t>
            </a:r>
            <a:r>
              <a:rPr lang="th-TH" sz="3200" b="1" dirty="0">
                <a:solidFill>
                  <a:srgbClr val="0000FF"/>
                </a:solidFill>
                <a:latin typeface="Angsana New" panose="02020603050405020304" pitchFamily="18" charset="-34"/>
              </a:rPr>
              <a:t>ค่าเฉลี่ย (ค่าคาดหมาย </a:t>
            </a:r>
            <a:r>
              <a:rPr lang="en-US" sz="3200" b="1" dirty="0">
                <a:solidFill>
                  <a:srgbClr val="0000FF"/>
                </a:solidFill>
                <a:latin typeface="Angsana New" panose="02020603050405020304" pitchFamily="18" charset="-34"/>
              </a:rPr>
              <a:t>= Expectation</a:t>
            </a:r>
            <a:r>
              <a:rPr lang="th-TH" sz="3200" b="1" dirty="0">
                <a:solidFill>
                  <a:srgbClr val="0000FF"/>
                </a:solidFill>
                <a:latin typeface="Angsana New" panose="02020603050405020304" pitchFamily="18" charset="-34"/>
              </a:rPr>
              <a:t>) </a:t>
            </a:r>
            <a:r>
              <a:rPr lang="en-US" sz="3200" b="1" dirty="0" err="1">
                <a:solidFill>
                  <a:srgbClr val="0000FF"/>
                </a:solidFill>
                <a:latin typeface="Angsana New" panose="02020603050405020304" pitchFamily="18" charset="-34"/>
              </a:rPr>
              <a:t>ของตัวแปรสุ่ม</a:t>
            </a:r>
            <a:r>
              <a:rPr lang="th-TH" sz="3200" b="1" dirty="0">
                <a:solidFill>
                  <a:srgbClr val="0000FF"/>
                </a:solidFill>
                <a:latin typeface="Angsana New" panose="02020603050405020304" pitchFamily="18" charset="-34"/>
              </a:rPr>
              <a:t> </a:t>
            </a:r>
            <a:r>
              <a:rPr lang="en-US" sz="3200" b="1" dirty="0">
                <a:solidFill>
                  <a:srgbClr val="0000FF"/>
                </a:solidFill>
                <a:latin typeface="Angsana New" panose="02020603050405020304" pitchFamily="18" charset="-34"/>
              </a:rPr>
              <a:t>X </a:t>
            </a:r>
            <a:r>
              <a:rPr lang="th-TH" sz="3200" b="1" dirty="0">
                <a:solidFill>
                  <a:srgbClr val="0000FF"/>
                </a:solidFill>
                <a:latin typeface="Angsana New" panose="02020603050405020304" pitchFamily="18" charset="-34"/>
              </a:rPr>
              <a:t>แบบ</a:t>
            </a:r>
            <a:r>
              <a:rPr lang="en-US" sz="3200" b="1" dirty="0" err="1">
                <a:solidFill>
                  <a:srgbClr val="0000FF"/>
                </a:solidFill>
                <a:latin typeface="Angsana New" panose="02020603050405020304" pitchFamily="18" charset="-34"/>
              </a:rPr>
              <a:t>ไม่ต่อเนื่อง</a:t>
            </a:r>
            <a:endParaRPr lang="en-US" sz="3200" b="1" dirty="0">
              <a:solidFill>
                <a:srgbClr val="008000"/>
              </a:solidFill>
              <a:latin typeface="Angsana New" pitchFamily="18" charset="-34"/>
            </a:endParaRPr>
          </a:p>
        </p:txBody>
      </p:sp>
      <p:grpSp>
        <p:nvGrpSpPr>
          <p:cNvPr id="21" name="Group 20"/>
          <p:cNvGrpSpPr/>
          <p:nvPr/>
        </p:nvGrpSpPr>
        <p:grpSpPr>
          <a:xfrm>
            <a:off x="1213512" y="881416"/>
            <a:ext cx="3323232" cy="806412"/>
            <a:chOff x="4572000" y="1676400"/>
            <a:chExt cx="3323232" cy="806412"/>
          </a:xfrm>
        </p:grpSpPr>
        <p:sp>
          <p:nvSpPr>
            <p:cNvPr id="19464" name="Rectangle 4"/>
            <p:cNvSpPr>
              <a:spLocks noChangeArrowheads="1"/>
            </p:cNvSpPr>
            <p:nvPr/>
          </p:nvSpPr>
          <p:spPr bwMode="auto">
            <a:xfrm>
              <a:off x="4572000" y="1676400"/>
              <a:ext cx="3323232" cy="609600"/>
            </a:xfrm>
            <a:prstGeom prst="rect">
              <a:avLst/>
            </a:prstGeom>
            <a:noFill/>
            <a:ln w="9525">
              <a:noFill/>
              <a:miter lim="800000"/>
              <a:headEnd/>
              <a:tailEnd/>
            </a:ln>
          </p:spPr>
          <p:txBody>
            <a:bodyPr/>
            <a:lstStyle/>
            <a:p>
              <a:pPr>
                <a:tabLst>
                  <a:tab pos="457200" algn="l"/>
                </a:tabLst>
              </a:pPr>
              <a:r>
                <a:rPr lang="en-US" b="1" dirty="0">
                  <a:solidFill>
                    <a:srgbClr val="663300"/>
                  </a:solidFill>
                  <a:latin typeface="Angsana New" panose="02020603050405020304" pitchFamily="18" charset="-34"/>
                  <a:sym typeface="Symbol"/>
                </a:rPr>
                <a:t></a:t>
              </a:r>
              <a:r>
                <a:rPr lang="en-US" sz="3200" b="1" dirty="0">
                  <a:solidFill>
                    <a:srgbClr val="663300"/>
                  </a:solidFill>
                  <a:latin typeface="Angsana New" panose="02020603050405020304" pitchFamily="18" charset="-34"/>
                  <a:sym typeface="Symbol"/>
                </a:rPr>
                <a:t>  =  </a:t>
              </a:r>
              <a:r>
                <a:rPr lang="en-US" sz="3200" b="1" dirty="0">
                  <a:solidFill>
                    <a:srgbClr val="663300"/>
                  </a:solidFill>
                  <a:latin typeface="Angsana New" panose="02020603050405020304" pitchFamily="18" charset="-34"/>
                  <a:sym typeface="Symbol" pitchFamily="18" charset="2"/>
                </a:rPr>
                <a:t>E(X)  =  </a:t>
              </a:r>
              <a:r>
                <a:rPr lang="en-US" b="1" dirty="0">
                  <a:solidFill>
                    <a:srgbClr val="663300"/>
                  </a:solidFill>
                  <a:latin typeface="Angsana New" panose="02020603050405020304" pitchFamily="18" charset="-34"/>
                  <a:sym typeface="Symbol" pitchFamily="18" charset="2"/>
                </a:rPr>
                <a:t></a:t>
              </a:r>
              <a:r>
                <a:rPr lang="en-US" sz="3200" b="1" dirty="0">
                  <a:solidFill>
                    <a:srgbClr val="663300"/>
                  </a:solidFill>
                  <a:latin typeface="Angsana New" panose="02020603050405020304" pitchFamily="18" charset="-34"/>
                  <a:sym typeface="Symbol" pitchFamily="18" charset="2"/>
                </a:rPr>
                <a:t> </a:t>
              </a:r>
              <a:r>
                <a:rPr lang="en-US" sz="3200" b="1" i="1" dirty="0">
                  <a:solidFill>
                    <a:srgbClr val="663300"/>
                  </a:solidFill>
                  <a:latin typeface="Angsana New" pitchFamily="18" charset="-34"/>
                </a:rPr>
                <a:t>x </a:t>
              </a:r>
              <a:r>
                <a:rPr lang="en-US" sz="3200" b="1" dirty="0" err="1">
                  <a:solidFill>
                    <a:srgbClr val="663300"/>
                  </a:solidFill>
                  <a:latin typeface="Angsana New" pitchFamily="18" charset="-34"/>
                </a:rPr>
                <a:t>p</a:t>
              </a:r>
              <a:r>
                <a:rPr lang="en-US" sz="3200" b="1" baseline="-25000" dirty="0" err="1">
                  <a:solidFill>
                    <a:srgbClr val="663300"/>
                  </a:solidFill>
                  <a:latin typeface="Angsana New" pitchFamily="18" charset="-34"/>
                </a:rPr>
                <a:t>X</a:t>
              </a:r>
              <a:r>
                <a:rPr lang="en-US" sz="3200" b="1" dirty="0">
                  <a:solidFill>
                    <a:srgbClr val="663300"/>
                  </a:solidFill>
                  <a:latin typeface="Angsana New" pitchFamily="18" charset="-34"/>
                </a:rPr>
                <a:t>(</a:t>
              </a:r>
              <a:r>
                <a:rPr lang="en-US" sz="3200" b="1" i="1" dirty="0">
                  <a:solidFill>
                    <a:srgbClr val="663300"/>
                  </a:solidFill>
                  <a:latin typeface="Angsana New" pitchFamily="18" charset="-34"/>
                </a:rPr>
                <a:t>x</a:t>
              </a:r>
              <a:r>
                <a:rPr lang="en-US" sz="3200" b="1" dirty="0">
                  <a:solidFill>
                    <a:srgbClr val="663300"/>
                  </a:solidFill>
                  <a:latin typeface="Angsana New" pitchFamily="18" charset="-34"/>
                </a:rPr>
                <a:t>)</a:t>
              </a:r>
            </a:p>
          </p:txBody>
        </p:sp>
        <p:sp>
          <p:nvSpPr>
            <p:cNvPr id="19465" name="Text Box 6"/>
            <p:cNvSpPr txBox="1">
              <a:spLocks noChangeArrowheads="1"/>
            </p:cNvSpPr>
            <p:nvPr/>
          </p:nvSpPr>
          <p:spPr bwMode="auto">
            <a:xfrm>
              <a:off x="6107376" y="1959592"/>
              <a:ext cx="762000" cy="523220"/>
            </a:xfrm>
            <a:prstGeom prst="rect">
              <a:avLst/>
            </a:prstGeom>
            <a:noFill/>
            <a:ln w="9525">
              <a:noFill/>
              <a:miter lim="800000"/>
              <a:headEnd/>
              <a:tailEnd/>
            </a:ln>
          </p:spPr>
          <p:txBody>
            <a:bodyPr wrap="square">
              <a:spAutoFit/>
            </a:bodyPr>
            <a:lstStyle/>
            <a:p>
              <a:pPr>
                <a:spcBef>
                  <a:spcPct val="50000"/>
                </a:spcBef>
              </a:pPr>
              <a:r>
                <a:rPr lang="en-US" b="1" dirty="0">
                  <a:solidFill>
                    <a:srgbClr val="663300"/>
                  </a:solidFill>
                  <a:latin typeface="Angsana New" panose="02020603050405020304" pitchFamily="18" charset="-34"/>
                </a:rPr>
                <a:t>all </a:t>
              </a:r>
              <a:r>
                <a:rPr lang="en-US" b="1" i="1" dirty="0">
                  <a:solidFill>
                    <a:srgbClr val="663300"/>
                  </a:solidFill>
                  <a:latin typeface="Angsana New" pitchFamily="18" charset="-34"/>
                </a:rPr>
                <a:t>x</a:t>
              </a:r>
            </a:p>
          </p:txBody>
        </p:sp>
      </p:grpSp>
      <p:sp>
        <p:nvSpPr>
          <p:cNvPr id="22" name="Rectangle 3"/>
          <p:cNvSpPr>
            <a:spLocks noChangeArrowheads="1"/>
          </p:cNvSpPr>
          <p:nvPr/>
        </p:nvSpPr>
        <p:spPr bwMode="auto">
          <a:xfrm>
            <a:off x="76200" y="1526272"/>
            <a:ext cx="1417638" cy="533400"/>
          </a:xfrm>
          <a:prstGeom prst="rect">
            <a:avLst/>
          </a:prstGeom>
          <a:noFill/>
          <a:ln w="9525">
            <a:noFill/>
            <a:miter lim="800000"/>
            <a:headEnd/>
            <a:tailEnd/>
          </a:ln>
        </p:spPr>
        <p:txBody>
          <a:bodyPr/>
          <a:lstStyle/>
          <a:p>
            <a:pPr marL="457200" indent="-457200">
              <a:tabLst>
                <a:tab pos="457200" algn="l"/>
              </a:tabLst>
            </a:pPr>
            <a:r>
              <a:rPr lang="th-TH" sz="3200" b="1" dirty="0">
                <a:solidFill>
                  <a:srgbClr val="0000FF"/>
                </a:solidFill>
                <a:latin typeface="Angsana New" panose="02020603050405020304" pitchFamily="18" charset="-34"/>
              </a:rPr>
              <a:t>ตัวอย่าง</a:t>
            </a:r>
            <a:endParaRPr lang="en-US" sz="3200" b="1" dirty="0">
              <a:solidFill>
                <a:srgbClr val="008000"/>
              </a:solidFill>
              <a:latin typeface="Angsana New" pitchFamily="18" charset="-34"/>
            </a:endParaRPr>
          </a:p>
        </p:txBody>
      </p:sp>
      <p:sp>
        <p:nvSpPr>
          <p:cNvPr id="23" name="Rectangle 3"/>
          <p:cNvSpPr>
            <a:spLocks noChangeArrowheads="1"/>
          </p:cNvSpPr>
          <p:nvPr/>
        </p:nvSpPr>
        <p:spPr bwMode="auto">
          <a:xfrm>
            <a:off x="1143000" y="1526272"/>
            <a:ext cx="7437438" cy="533400"/>
          </a:xfrm>
          <a:prstGeom prst="rect">
            <a:avLst/>
          </a:prstGeom>
          <a:noFill/>
          <a:ln w="9525">
            <a:noFill/>
            <a:miter lim="800000"/>
            <a:headEnd/>
            <a:tailEnd/>
          </a:ln>
        </p:spPr>
        <p:txBody>
          <a:bodyPr/>
          <a:lstStyle/>
          <a:p>
            <a:pPr marL="457200" indent="-457200">
              <a:tabLst>
                <a:tab pos="457200" algn="l"/>
              </a:tabLst>
            </a:pPr>
            <a:r>
              <a:rPr lang="th-TH" sz="3200" b="1" dirty="0">
                <a:solidFill>
                  <a:srgbClr val="006600"/>
                </a:solidFill>
                <a:latin typeface="Angsana New" panose="02020603050405020304" pitchFamily="18" charset="-34"/>
              </a:rPr>
              <a:t>ให้  </a:t>
            </a:r>
            <a:r>
              <a:rPr lang="en-US" sz="3200" b="1" dirty="0">
                <a:solidFill>
                  <a:srgbClr val="006600"/>
                </a:solidFill>
                <a:latin typeface="Angsana New" panose="02020603050405020304" pitchFamily="18" charset="-34"/>
              </a:rPr>
              <a:t>X </a:t>
            </a:r>
            <a:r>
              <a:rPr lang="th-TH" sz="3200" b="1" dirty="0">
                <a:solidFill>
                  <a:srgbClr val="006600"/>
                </a:solidFill>
                <a:latin typeface="Angsana New" panose="02020603050405020304" pitchFamily="18" charset="-34"/>
              </a:rPr>
              <a:t> เป็นตัวแปรสุ่ม ที่มี </a:t>
            </a:r>
            <a:r>
              <a:rPr lang="en-US" sz="3200" b="1" i="1" dirty="0">
                <a:solidFill>
                  <a:srgbClr val="006600"/>
                </a:solidFill>
                <a:latin typeface="Angsana New" pitchFamily="18" charset="-34"/>
              </a:rPr>
              <a:t>Probability mass function </a:t>
            </a:r>
            <a:r>
              <a:rPr lang="en-US" sz="3200" b="1" dirty="0">
                <a:solidFill>
                  <a:srgbClr val="006600"/>
                </a:solidFill>
                <a:latin typeface="Angsana New" pitchFamily="18" charset="-34"/>
              </a:rPr>
              <a:t>(</a:t>
            </a:r>
            <a:r>
              <a:rPr lang="en-US" sz="3200" b="1" dirty="0" err="1">
                <a:solidFill>
                  <a:srgbClr val="006600"/>
                </a:solidFill>
                <a:latin typeface="Angsana New" pitchFamily="18" charset="-34"/>
              </a:rPr>
              <a:t>pmf</a:t>
            </a:r>
            <a:r>
              <a:rPr lang="en-US" sz="3200" b="1" dirty="0">
                <a:solidFill>
                  <a:srgbClr val="006600"/>
                </a:solidFill>
                <a:latin typeface="Angsana New" pitchFamily="18" charset="-34"/>
              </a:rPr>
              <a:t>.)</a:t>
            </a:r>
            <a:r>
              <a:rPr lang="th-TH" sz="3200" b="1" dirty="0">
                <a:solidFill>
                  <a:srgbClr val="006600"/>
                </a:solidFill>
                <a:latin typeface="Angsana New" pitchFamily="18" charset="-34"/>
              </a:rPr>
              <a:t> ดังนี้</a:t>
            </a:r>
            <a:endParaRPr lang="en-US" sz="3200" b="1" dirty="0">
              <a:solidFill>
                <a:srgbClr val="006600"/>
              </a:solidFill>
              <a:latin typeface="Angsana New" pitchFamily="18" charset="-34"/>
            </a:endParaRPr>
          </a:p>
          <a:p>
            <a:pPr marL="457200" indent="-457200">
              <a:tabLst>
                <a:tab pos="457200" algn="l"/>
              </a:tabLst>
            </a:pPr>
            <a:endParaRPr lang="en-US" sz="3200" b="1" dirty="0">
              <a:solidFill>
                <a:srgbClr val="006600"/>
              </a:solidFill>
              <a:latin typeface="Angsana New" pitchFamily="18" charset="-34"/>
            </a:endParaRPr>
          </a:p>
        </p:txBody>
      </p:sp>
      <p:sp>
        <p:nvSpPr>
          <p:cNvPr id="24" name="Rectangle 3"/>
          <p:cNvSpPr>
            <a:spLocks noChangeArrowheads="1"/>
          </p:cNvSpPr>
          <p:nvPr/>
        </p:nvSpPr>
        <p:spPr bwMode="auto">
          <a:xfrm>
            <a:off x="1951038" y="1964136"/>
            <a:ext cx="5334000" cy="533400"/>
          </a:xfrm>
          <a:prstGeom prst="rect">
            <a:avLst/>
          </a:prstGeom>
          <a:noFill/>
          <a:ln w="9525">
            <a:noFill/>
            <a:miter lim="800000"/>
            <a:headEnd/>
            <a:tailEnd/>
          </a:ln>
        </p:spPr>
        <p:txBody>
          <a:bodyPr/>
          <a:lstStyle/>
          <a:p>
            <a:pPr marL="457200" indent="-457200">
              <a:tabLst>
                <a:tab pos="457200" algn="l"/>
              </a:tabLst>
            </a:pPr>
            <a:r>
              <a:rPr lang="en-US" sz="3200" b="1" dirty="0" err="1">
                <a:solidFill>
                  <a:srgbClr val="006600"/>
                </a:solidFill>
                <a:latin typeface="Angsana New" panose="02020603050405020304" pitchFamily="18" charset="-34"/>
              </a:rPr>
              <a:t>p</a:t>
            </a:r>
            <a:r>
              <a:rPr lang="en-US" sz="3200" b="1" baseline="-25000" dirty="0" err="1">
                <a:solidFill>
                  <a:srgbClr val="006600"/>
                </a:solidFill>
                <a:latin typeface="Angsana New" panose="02020603050405020304" pitchFamily="18" charset="-34"/>
              </a:rPr>
              <a:t>X</a:t>
            </a:r>
            <a:r>
              <a:rPr lang="en-US" sz="3200" b="1" dirty="0">
                <a:solidFill>
                  <a:srgbClr val="006600"/>
                </a:solidFill>
                <a:latin typeface="Angsana New" panose="02020603050405020304" pitchFamily="18" charset="-34"/>
              </a:rPr>
              <a:t>(</a:t>
            </a:r>
            <a:r>
              <a:rPr lang="en-US" sz="3200" b="1" i="1" dirty="0">
                <a:solidFill>
                  <a:srgbClr val="006600"/>
                </a:solidFill>
                <a:latin typeface="Angsana New" panose="02020603050405020304" pitchFamily="18" charset="-34"/>
              </a:rPr>
              <a:t>x</a:t>
            </a:r>
            <a:r>
              <a:rPr lang="en-US" sz="3200" b="1" dirty="0">
                <a:solidFill>
                  <a:srgbClr val="006600"/>
                </a:solidFill>
                <a:latin typeface="Angsana New" panose="02020603050405020304" pitchFamily="18" charset="-34"/>
              </a:rPr>
              <a:t>) = P(X = </a:t>
            </a:r>
            <a:r>
              <a:rPr lang="en-US" sz="3200" b="1" i="1" dirty="0">
                <a:solidFill>
                  <a:srgbClr val="006600"/>
                </a:solidFill>
                <a:latin typeface="Angsana New" panose="02020603050405020304" pitchFamily="18" charset="-34"/>
              </a:rPr>
              <a:t>x</a:t>
            </a:r>
            <a:r>
              <a:rPr lang="en-US" sz="3200" b="1" dirty="0">
                <a:solidFill>
                  <a:srgbClr val="006600"/>
                </a:solidFill>
                <a:latin typeface="Angsana New" panose="02020603050405020304" pitchFamily="18" charset="-34"/>
              </a:rPr>
              <a:t>) = 0.2</a:t>
            </a:r>
            <a:r>
              <a:rPr lang="th-TH" sz="3200" b="1" dirty="0">
                <a:solidFill>
                  <a:srgbClr val="006600"/>
                </a:solidFill>
                <a:latin typeface="Angsana New" panose="02020603050405020304" pitchFamily="18" charset="-34"/>
              </a:rPr>
              <a:t>  </a:t>
            </a:r>
            <a:r>
              <a:rPr lang="en-US" sz="3200" b="1" dirty="0">
                <a:solidFill>
                  <a:srgbClr val="006600"/>
                </a:solidFill>
                <a:latin typeface="Angsana New" panose="02020603050405020304" pitchFamily="18" charset="-34"/>
              </a:rPr>
              <a:t> </a:t>
            </a:r>
            <a:r>
              <a:rPr lang="th-TH" sz="3200" b="1" dirty="0">
                <a:solidFill>
                  <a:srgbClr val="006600"/>
                </a:solidFill>
                <a:latin typeface="Angsana New" panose="02020603050405020304" pitchFamily="18" charset="-34"/>
              </a:rPr>
              <a:t> เมื่อ  </a:t>
            </a:r>
            <a:r>
              <a:rPr lang="th-TH" sz="3200" b="1" i="1" dirty="0">
                <a:solidFill>
                  <a:srgbClr val="006600"/>
                </a:solidFill>
                <a:latin typeface="Angsana New" panose="02020603050405020304" pitchFamily="18" charset="-34"/>
              </a:rPr>
              <a:t> </a:t>
            </a:r>
            <a:r>
              <a:rPr lang="en-US" sz="3200" b="1" i="1" dirty="0">
                <a:solidFill>
                  <a:srgbClr val="006600"/>
                </a:solidFill>
                <a:latin typeface="Angsana New" panose="02020603050405020304" pitchFamily="18" charset="-34"/>
              </a:rPr>
              <a:t>x </a:t>
            </a:r>
            <a:r>
              <a:rPr lang="en-US" sz="3200" b="1" dirty="0">
                <a:solidFill>
                  <a:srgbClr val="006600"/>
                </a:solidFill>
                <a:latin typeface="Angsana New" panose="02020603050405020304" pitchFamily="18" charset="-34"/>
              </a:rPr>
              <a:t>= 1, 2, 3, 4, 5</a:t>
            </a:r>
          </a:p>
        </p:txBody>
      </p:sp>
      <p:grpSp>
        <p:nvGrpSpPr>
          <p:cNvPr id="28" name="Group 27"/>
          <p:cNvGrpSpPr/>
          <p:nvPr/>
        </p:nvGrpSpPr>
        <p:grpSpPr>
          <a:xfrm>
            <a:off x="1134446" y="2304192"/>
            <a:ext cx="2980354" cy="1039504"/>
            <a:chOff x="1134446" y="2667000"/>
            <a:chExt cx="2980354" cy="1039504"/>
          </a:xfrm>
        </p:grpSpPr>
        <p:sp>
          <p:nvSpPr>
            <p:cNvPr id="25" name="Rectangle 3"/>
            <p:cNvSpPr>
              <a:spLocks noChangeArrowheads="1"/>
            </p:cNvSpPr>
            <p:nvPr/>
          </p:nvSpPr>
          <p:spPr bwMode="auto">
            <a:xfrm>
              <a:off x="1134446" y="2922896"/>
              <a:ext cx="2980354" cy="533400"/>
            </a:xfrm>
            <a:prstGeom prst="rect">
              <a:avLst/>
            </a:prstGeom>
            <a:noFill/>
            <a:ln w="9525">
              <a:noFill/>
              <a:miter lim="800000"/>
              <a:headEnd/>
              <a:tailEnd/>
            </a:ln>
          </p:spPr>
          <p:txBody>
            <a:bodyPr/>
            <a:lstStyle/>
            <a:p>
              <a:pPr marL="457200" indent="-457200">
                <a:tabLst>
                  <a:tab pos="457200" algn="l"/>
                </a:tabLst>
              </a:pPr>
              <a:r>
                <a:rPr lang="th-TH" sz="3200" b="1" dirty="0">
                  <a:solidFill>
                    <a:srgbClr val="006600"/>
                  </a:solidFill>
                  <a:latin typeface="Angsana New" panose="02020603050405020304" pitchFamily="18" charset="-34"/>
                </a:rPr>
                <a:t>ดังนั้น  </a:t>
              </a:r>
              <a:r>
                <a:rPr lang="en-US" sz="3200" b="1" dirty="0">
                  <a:solidFill>
                    <a:srgbClr val="006600"/>
                  </a:solidFill>
                  <a:latin typeface="Angsana New" panose="02020603050405020304" pitchFamily="18" charset="-34"/>
                </a:rPr>
                <a:t>E(X) = </a:t>
              </a:r>
              <a:r>
                <a:rPr lang="en-US" b="1" dirty="0">
                  <a:solidFill>
                    <a:srgbClr val="006600"/>
                  </a:solidFill>
                  <a:latin typeface="Angsana New" panose="02020603050405020304" pitchFamily="18" charset="-34"/>
                  <a:sym typeface="Symbol"/>
                </a:rPr>
                <a:t></a:t>
              </a:r>
              <a:r>
                <a:rPr lang="en-US" sz="3200" b="1" dirty="0">
                  <a:solidFill>
                    <a:srgbClr val="006600"/>
                  </a:solidFill>
                  <a:latin typeface="Angsana New" panose="02020603050405020304" pitchFamily="18" charset="-34"/>
                  <a:sym typeface="Symbol"/>
                </a:rPr>
                <a:t> </a:t>
              </a:r>
              <a:r>
                <a:rPr lang="en-US" sz="3200" b="1" i="1" dirty="0" err="1">
                  <a:solidFill>
                    <a:srgbClr val="006600"/>
                  </a:solidFill>
                  <a:latin typeface="Angsana New" panose="02020603050405020304" pitchFamily="18" charset="-34"/>
                  <a:sym typeface="Symbol"/>
                </a:rPr>
                <a:t>x</a:t>
              </a:r>
              <a:r>
                <a:rPr lang="en-US" sz="3200" b="1" dirty="0" err="1">
                  <a:solidFill>
                    <a:srgbClr val="006600"/>
                  </a:solidFill>
                  <a:latin typeface="Angsana New" panose="02020603050405020304" pitchFamily="18" charset="-34"/>
                  <a:sym typeface="Symbol"/>
                </a:rPr>
                <a:t>p</a:t>
              </a:r>
              <a:r>
                <a:rPr lang="en-US" sz="3200" b="1" baseline="-25000" dirty="0" err="1">
                  <a:solidFill>
                    <a:srgbClr val="006600"/>
                  </a:solidFill>
                  <a:latin typeface="Angsana New" panose="02020603050405020304" pitchFamily="18" charset="-34"/>
                  <a:sym typeface="Symbol"/>
                </a:rPr>
                <a:t>X</a:t>
              </a:r>
              <a:r>
                <a:rPr lang="en-US" sz="3200" b="1" dirty="0">
                  <a:solidFill>
                    <a:srgbClr val="006600"/>
                  </a:solidFill>
                  <a:latin typeface="Angsana New" panose="02020603050405020304" pitchFamily="18" charset="-34"/>
                  <a:sym typeface="Symbol"/>
                </a:rPr>
                <a:t>(</a:t>
              </a:r>
              <a:r>
                <a:rPr lang="en-US" sz="3200" b="1" i="1" dirty="0">
                  <a:solidFill>
                    <a:srgbClr val="006600"/>
                  </a:solidFill>
                  <a:latin typeface="Angsana New" panose="02020603050405020304" pitchFamily="18" charset="-34"/>
                  <a:sym typeface="Symbol"/>
                </a:rPr>
                <a:t>x</a:t>
              </a:r>
              <a:r>
                <a:rPr lang="en-US" sz="3200" b="1" dirty="0">
                  <a:solidFill>
                    <a:srgbClr val="006600"/>
                  </a:solidFill>
                  <a:latin typeface="Angsana New" panose="02020603050405020304" pitchFamily="18" charset="-34"/>
                  <a:sym typeface="Symbol"/>
                </a:rPr>
                <a:t>)</a:t>
              </a:r>
              <a:endParaRPr lang="en-US" sz="3200" b="1" dirty="0">
                <a:solidFill>
                  <a:srgbClr val="006600"/>
                </a:solidFill>
                <a:latin typeface="Angsana New" pitchFamily="18" charset="-34"/>
              </a:endParaRPr>
            </a:p>
            <a:p>
              <a:pPr marL="457200" indent="-457200">
                <a:tabLst>
                  <a:tab pos="457200" algn="l"/>
                </a:tabLst>
              </a:pPr>
              <a:endParaRPr lang="en-US" sz="3200" b="1" dirty="0">
                <a:solidFill>
                  <a:srgbClr val="006600"/>
                </a:solidFill>
                <a:latin typeface="Angsana New" pitchFamily="18" charset="-34"/>
              </a:endParaRPr>
            </a:p>
          </p:txBody>
        </p:sp>
        <p:sp>
          <p:nvSpPr>
            <p:cNvPr id="26" name="Text Box 6"/>
            <p:cNvSpPr txBox="1">
              <a:spLocks noChangeArrowheads="1"/>
            </p:cNvSpPr>
            <p:nvPr/>
          </p:nvSpPr>
          <p:spPr bwMode="auto">
            <a:xfrm>
              <a:off x="2667000" y="3183284"/>
              <a:ext cx="762000" cy="523220"/>
            </a:xfrm>
            <a:prstGeom prst="rect">
              <a:avLst/>
            </a:prstGeom>
            <a:noFill/>
            <a:ln w="9525">
              <a:noFill/>
              <a:miter lim="800000"/>
              <a:headEnd/>
              <a:tailEnd/>
            </a:ln>
          </p:spPr>
          <p:txBody>
            <a:bodyPr wrap="square">
              <a:spAutoFit/>
            </a:bodyPr>
            <a:lstStyle/>
            <a:p>
              <a:pPr>
                <a:spcBef>
                  <a:spcPct val="50000"/>
                </a:spcBef>
              </a:pPr>
              <a:r>
                <a:rPr lang="en-US" b="1" i="1" dirty="0">
                  <a:solidFill>
                    <a:srgbClr val="006600"/>
                  </a:solidFill>
                  <a:latin typeface="Angsana New" pitchFamily="18" charset="-34"/>
                </a:rPr>
                <a:t>x </a:t>
              </a:r>
              <a:r>
                <a:rPr lang="en-US" b="1" dirty="0">
                  <a:solidFill>
                    <a:srgbClr val="006600"/>
                  </a:solidFill>
                  <a:latin typeface="Angsana New" pitchFamily="18" charset="-34"/>
                </a:rPr>
                <a:t>= 1</a:t>
              </a:r>
              <a:r>
                <a:rPr lang="en-US" b="1" i="1" dirty="0">
                  <a:solidFill>
                    <a:srgbClr val="006600"/>
                  </a:solidFill>
                  <a:latin typeface="Angsana New" pitchFamily="18" charset="-34"/>
                </a:rPr>
                <a:t> </a:t>
              </a:r>
            </a:p>
          </p:txBody>
        </p:sp>
        <p:sp>
          <p:nvSpPr>
            <p:cNvPr id="27" name="Text Box 6"/>
            <p:cNvSpPr txBox="1">
              <a:spLocks noChangeArrowheads="1"/>
            </p:cNvSpPr>
            <p:nvPr/>
          </p:nvSpPr>
          <p:spPr bwMode="auto">
            <a:xfrm>
              <a:off x="2846696" y="2667000"/>
              <a:ext cx="381000" cy="523220"/>
            </a:xfrm>
            <a:prstGeom prst="rect">
              <a:avLst/>
            </a:prstGeom>
            <a:noFill/>
            <a:ln w="9525">
              <a:noFill/>
              <a:miter lim="800000"/>
              <a:headEnd/>
              <a:tailEnd/>
            </a:ln>
          </p:spPr>
          <p:txBody>
            <a:bodyPr wrap="square">
              <a:spAutoFit/>
            </a:bodyPr>
            <a:lstStyle/>
            <a:p>
              <a:pPr>
                <a:spcBef>
                  <a:spcPct val="50000"/>
                </a:spcBef>
              </a:pPr>
              <a:r>
                <a:rPr lang="en-US" b="1" dirty="0">
                  <a:solidFill>
                    <a:srgbClr val="006600"/>
                  </a:solidFill>
                  <a:latin typeface="Angsana New" pitchFamily="18" charset="-34"/>
                </a:rPr>
                <a:t>5</a:t>
              </a:r>
              <a:r>
                <a:rPr lang="en-US" b="1" i="1" dirty="0">
                  <a:solidFill>
                    <a:srgbClr val="006600"/>
                  </a:solidFill>
                  <a:latin typeface="Angsana New" pitchFamily="18" charset="-34"/>
                </a:rPr>
                <a:t> </a:t>
              </a:r>
            </a:p>
          </p:txBody>
        </p:sp>
      </p:grpSp>
      <p:sp>
        <p:nvSpPr>
          <p:cNvPr id="29" name="Rectangle 3"/>
          <p:cNvSpPr>
            <a:spLocks noChangeArrowheads="1"/>
          </p:cNvSpPr>
          <p:nvPr/>
        </p:nvSpPr>
        <p:spPr bwMode="auto">
          <a:xfrm>
            <a:off x="3899254" y="3038896"/>
            <a:ext cx="4060802" cy="533400"/>
          </a:xfrm>
          <a:prstGeom prst="rect">
            <a:avLst/>
          </a:prstGeom>
          <a:noFill/>
          <a:ln w="9525">
            <a:noFill/>
            <a:miter lim="800000"/>
            <a:headEnd/>
            <a:tailEnd/>
          </a:ln>
        </p:spPr>
        <p:txBody>
          <a:bodyPr/>
          <a:lstStyle/>
          <a:p>
            <a:pPr marL="457200" indent="-457200">
              <a:tabLst>
                <a:tab pos="457200" algn="l"/>
              </a:tabLst>
            </a:pPr>
            <a:r>
              <a:rPr lang="en-US" sz="3200" b="1" dirty="0">
                <a:solidFill>
                  <a:srgbClr val="006600"/>
                </a:solidFill>
                <a:latin typeface="Angsana New" panose="02020603050405020304" pitchFamily="18" charset="-34"/>
                <a:sym typeface="Symbol"/>
              </a:rPr>
              <a:t>=  0.2 + 0.4 + 0.6 + 0.8 + 1.0 = 3.0    </a:t>
            </a:r>
            <a:endParaRPr lang="en-US" sz="3200" b="1" dirty="0">
              <a:solidFill>
                <a:srgbClr val="006600"/>
              </a:solidFill>
              <a:latin typeface="Angsana New" pitchFamily="18" charset="-34"/>
            </a:endParaRPr>
          </a:p>
          <a:p>
            <a:pPr marL="457200" indent="-457200">
              <a:tabLst>
                <a:tab pos="457200" algn="l"/>
              </a:tabLst>
            </a:pPr>
            <a:endParaRPr lang="en-US" sz="3200" b="1" dirty="0">
              <a:solidFill>
                <a:srgbClr val="006600"/>
              </a:solidFill>
              <a:latin typeface="Angsana New" pitchFamily="18" charset="-34"/>
            </a:endParaRPr>
          </a:p>
        </p:txBody>
      </p:sp>
      <p:sp>
        <p:nvSpPr>
          <p:cNvPr id="31" name="Rectangle 3"/>
          <p:cNvSpPr>
            <a:spLocks noChangeArrowheads="1"/>
          </p:cNvSpPr>
          <p:nvPr/>
        </p:nvSpPr>
        <p:spPr bwMode="auto">
          <a:xfrm>
            <a:off x="3899848" y="2562360"/>
            <a:ext cx="5105400" cy="533400"/>
          </a:xfrm>
          <a:prstGeom prst="rect">
            <a:avLst/>
          </a:prstGeom>
          <a:noFill/>
          <a:ln w="9525">
            <a:noFill/>
            <a:miter lim="800000"/>
            <a:headEnd/>
            <a:tailEnd/>
          </a:ln>
        </p:spPr>
        <p:txBody>
          <a:bodyPr/>
          <a:lstStyle/>
          <a:p>
            <a:pPr marL="457200" indent="-457200">
              <a:tabLst>
                <a:tab pos="457200" algn="l"/>
              </a:tabLst>
            </a:pPr>
            <a:r>
              <a:rPr lang="en-US" sz="3200" b="1" dirty="0">
                <a:solidFill>
                  <a:srgbClr val="006600"/>
                </a:solidFill>
                <a:latin typeface="Angsana New" panose="02020603050405020304" pitchFamily="18" charset="-34"/>
                <a:sym typeface="Symbol"/>
              </a:rPr>
              <a:t>=  1</a:t>
            </a:r>
            <a:r>
              <a:rPr lang="en-US" sz="2000" b="1" dirty="0">
                <a:solidFill>
                  <a:srgbClr val="006600"/>
                </a:solidFill>
                <a:latin typeface="Angsana New" panose="02020603050405020304" pitchFamily="18" charset="-34"/>
                <a:sym typeface="Symbol"/>
              </a:rPr>
              <a:t></a:t>
            </a:r>
            <a:r>
              <a:rPr lang="en-US" sz="3200" b="1" dirty="0">
                <a:solidFill>
                  <a:srgbClr val="006600"/>
                </a:solidFill>
                <a:latin typeface="Angsana New" panose="02020603050405020304" pitchFamily="18" charset="-34"/>
                <a:sym typeface="Symbol"/>
              </a:rPr>
              <a:t> 0.2 + 2</a:t>
            </a:r>
            <a:r>
              <a:rPr lang="en-US" sz="2000" b="1" dirty="0">
                <a:solidFill>
                  <a:srgbClr val="006600"/>
                </a:solidFill>
                <a:latin typeface="Angsana New" panose="02020603050405020304" pitchFamily="18" charset="-34"/>
                <a:sym typeface="Symbol"/>
              </a:rPr>
              <a:t></a:t>
            </a:r>
            <a:r>
              <a:rPr lang="en-US" sz="3200" b="1" dirty="0">
                <a:solidFill>
                  <a:srgbClr val="006600"/>
                </a:solidFill>
                <a:latin typeface="Angsana New" panose="02020603050405020304" pitchFamily="18" charset="-34"/>
                <a:sym typeface="Symbol"/>
              </a:rPr>
              <a:t> 0.2 + 3</a:t>
            </a:r>
            <a:r>
              <a:rPr lang="en-US" sz="2000" b="1" dirty="0">
                <a:solidFill>
                  <a:srgbClr val="006600"/>
                </a:solidFill>
                <a:latin typeface="Angsana New" panose="02020603050405020304" pitchFamily="18" charset="-34"/>
                <a:sym typeface="Symbol"/>
              </a:rPr>
              <a:t></a:t>
            </a:r>
            <a:r>
              <a:rPr lang="en-US" sz="3200" b="1" dirty="0">
                <a:solidFill>
                  <a:srgbClr val="006600"/>
                </a:solidFill>
                <a:latin typeface="Angsana New" panose="02020603050405020304" pitchFamily="18" charset="-34"/>
                <a:sym typeface="Symbol"/>
              </a:rPr>
              <a:t> 0.2 + 4</a:t>
            </a:r>
            <a:r>
              <a:rPr lang="en-US" sz="2000" b="1" dirty="0">
                <a:solidFill>
                  <a:srgbClr val="006600"/>
                </a:solidFill>
                <a:latin typeface="Angsana New" panose="02020603050405020304" pitchFamily="18" charset="-34"/>
                <a:sym typeface="Symbol"/>
              </a:rPr>
              <a:t></a:t>
            </a:r>
            <a:r>
              <a:rPr lang="en-US" sz="3200" b="1" dirty="0">
                <a:solidFill>
                  <a:srgbClr val="006600"/>
                </a:solidFill>
                <a:latin typeface="Angsana New" panose="02020603050405020304" pitchFamily="18" charset="-34"/>
                <a:sym typeface="Symbol"/>
              </a:rPr>
              <a:t> 0.2 + 5</a:t>
            </a:r>
            <a:r>
              <a:rPr lang="en-US" sz="2000" b="1" dirty="0">
                <a:solidFill>
                  <a:srgbClr val="006600"/>
                </a:solidFill>
                <a:latin typeface="Angsana New" panose="02020603050405020304" pitchFamily="18" charset="-34"/>
                <a:sym typeface="Symbol"/>
              </a:rPr>
              <a:t></a:t>
            </a:r>
            <a:r>
              <a:rPr lang="en-US" sz="3200" b="1" dirty="0">
                <a:solidFill>
                  <a:srgbClr val="006600"/>
                </a:solidFill>
                <a:latin typeface="Angsana New" panose="02020603050405020304" pitchFamily="18" charset="-34"/>
                <a:sym typeface="Symbol"/>
              </a:rPr>
              <a:t> 0.2    </a:t>
            </a:r>
            <a:endParaRPr lang="en-US" sz="3200" b="1" dirty="0">
              <a:solidFill>
                <a:srgbClr val="006600"/>
              </a:solidFill>
              <a:latin typeface="Angsana New" pitchFamily="18" charset="-34"/>
            </a:endParaRPr>
          </a:p>
          <a:p>
            <a:pPr marL="457200" indent="-457200">
              <a:tabLst>
                <a:tab pos="457200" algn="l"/>
              </a:tabLst>
            </a:pPr>
            <a:endParaRPr lang="en-US" sz="3200" b="1" dirty="0">
              <a:solidFill>
                <a:srgbClr val="006600"/>
              </a:solidFill>
              <a:latin typeface="Angsana New" pitchFamily="18" charset="-34"/>
            </a:endParaRPr>
          </a:p>
        </p:txBody>
      </p:sp>
      <p:sp>
        <p:nvSpPr>
          <p:cNvPr id="34" name="Rectangle 3"/>
          <p:cNvSpPr>
            <a:spLocks noChangeArrowheads="1"/>
          </p:cNvSpPr>
          <p:nvPr/>
        </p:nvSpPr>
        <p:spPr bwMode="auto">
          <a:xfrm>
            <a:off x="152400" y="3554104"/>
            <a:ext cx="8809038" cy="533400"/>
          </a:xfrm>
          <a:prstGeom prst="rect">
            <a:avLst/>
          </a:prstGeom>
          <a:noFill/>
          <a:ln w="9525">
            <a:noFill/>
            <a:miter lim="800000"/>
            <a:headEnd/>
            <a:tailEnd/>
          </a:ln>
        </p:spPr>
        <p:txBody>
          <a:bodyPr/>
          <a:lstStyle/>
          <a:p>
            <a:pPr marL="457200" indent="-457200">
              <a:tabLst>
                <a:tab pos="457200" algn="l"/>
              </a:tabLst>
            </a:pPr>
            <a:r>
              <a:rPr lang="en-US" sz="3200" b="1" dirty="0">
                <a:solidFill>
                  <a:srgbClr val="0000FF"/>
                </a:solidFill>
                <a:latin typeface="Angsana New" panose="02020603050405020304" pitchFamily="18" charset="-34"/>
              </a:rPr>
              <a:t>2. </a:t>
            </a:r>
            <a:r>
              <a:rPr lang="th-TH" sz="3200" b="1" dirty="0">
                <a:solidFill>
                  <a:srgbClr val="0000FF"/>
                </a:solidFill>
                <a:latin typeface="Angsana New" panose="02020603050405020304" pitchFamily="18" charset="-34"/>
              </a:rPr>
              <a:t>ความแปรปรวน</a:t>
            </a:r>
            <a:r>
              <a:rPr lang="en-US" sz="3200" b="1" dirty="0">
                <a:solidFill>
                  <a:srgbClr val="0000FF"/>
                </a:solidFill>
                <a:latin typeface="Angsana New" panose="02020603050405020304" pitchFamily="18" charset="-34"/>
              </a:rPr>
              <a:t> (Variance) </a:t>
            </a:r>
            <a:r>
              <a:rPr lang="en-US" sz="3200" b="1" dirty="0" err="1">
                <a:solidFill>
                  <a:srgbClr val="0000FF"/>
                </a:solidFill>
                <a:latin typeface="Angsana New" panose="02020603050405020304" pitchFamily="18" charset="-34"/>
              </a:rPr>
              <a:t>ของตัวแปรสุ่ม</a:t>
            </a:r>
            <a:r>
              <a:rPr lang="th-TH" sz="3200" b="1" dirty="0">
                <a:solidFill>
                  <a:srgbClr val="0000FF"/>
                </a:solidFill>
                <a:latin typeface="Angsana New" panose="02020603050405020304" pitchFamily="18" charset="-34"/>
              </a:rPr>
              <a:t> </a:t>
            </a:r>
            <a:r>
              <a:rPr lang="en-US" sz="3200" b="1" dirty="0">
                <a:solidFill>
                  <a:srgbClr val="0000FF"/>
                </a:solidFill>
                <a:latin typeface="Angsana New" panose="02020603050405020304" pitchFamily="18" charset="-34"/>
              </a:rPr>
              <a:t>X </a:t>
            </a:r>
            <a:r>
              <a:rPr lang="th-TH" sz="3200" b="1" dirty="0">
                <a:solidFill>
                  <a:srgbClr val="0000FF"/>
                </a:solidFill>
                <a:latin typeface="Angsana New" panose="02020603050405020304" pitchFamily="18" charset="-34"/>
              </a:rPr>
              <a:t>แบบ</a:t>
            </a:r>
            <a:r>
              <a:rPr lang="en-US" sz="3200" b="1" dirty="0" err="1">
                <a:solidFill>
                  <a:srgbClr val="0000FF"/>
                </a:solidFill>
                <a:latin typeface="Angsana New" panose="02020603050405020304" pitchFamily="18" charset="-34"/>
              </a:rPr>
              <a:t>ไม่ต่อเนื่อง</a:t>
            </a:r>
            <a:endParaRPr lang="en-US" sz="3200" b="1" dirty="0">
              <a:solidFill>
                <a:srgbClr val="008000"/>
              </a:solidFill>
              <a:latin typeface="Angsana New" pitchFamily="18" charset="-34"/>
            </a:endParaRPr>
          </a:p>
        </p:txBody>
      </p:sp>
      <p:grpSp>
        <p:nvGrpSpPr>
          <p:cNvPr id="35" name="Group 34"/>
          <p:cNvGrpSpPr/>
          <p:nvPr/>
        </p:nvGrpSpPr>
        <p:grpSpPr>
          <a:xfrm>
            <a:off x="1213512" y="3935104"/>
            <a:ext cx="4120488" cy="806412"/>
            <a:chOff x="4572000" y="1676400"/>
            <a:chExt cx="4120488" cy="806412"/>
          </a:xfrm>
        </p:grpSpPr>
        <p:sp>
          <p:nvSpPr>
            <p:cNvPr id="36" name="Rectangle 4"/>
            <p:cNvSpPr>
              <a:spLocks noChangeArrowheads="1"/>
            </p:cNvSpPr>
            <p:nvPr/>
          </p:nvSpPr>
          <p:spPr bwMode="auto">
            <a:xfrm>
              <a:off x="4572000" y="1676400"/>
              <a:ext cx="4120488" cy="609600"/>
            </a:xfrm>
            <a:prstGeom prst="rect">
              <a:avLst/>
            </a:prstGeom>
            <a:noFill/>
            <a:ln w="9525">
              <a:noFill/>
              <a:miter lim="800000"/>
              <a:headEnd/>
              <a:tailEnd/>
            </a:ln>
          </p:spPr>
          <p:txBody>
            <a:bodyPr/>
            <a:lstStyle/>
            <a:p>
              <a:pPr>
                <a:tabLst>
                  <a:tab pos="457200" algn="l"/>
                </a:tabLst>
              </a:pPr>
              <a:r>
                <a:rPr lang="en-US" b="1" dirty="0">
                  <a:solidFill>
                    <a:srgbClr val="663300"/>
                  </a:solidFill>
                  <a:latin typeface="Angsana New" panose="02020603050405020304" pitchFamily="18" charset="-34"/>
                  <a:sym typeface="Symbol"/>
                </a:rPr>
                <a:t></a:t>
              </a:r>
              <a:r>
                <a:rPr lang="en-US" sz="3200" b="1" baseline="30000" dirty="0">
                  <a:solidFill>
                    <a:srgbClr val="663300"/>
                  </a:solidFill>
                  <a:latin typeface="Angsana New" panose="02020603050405020304" pitchFamily="18" charset="-34"/>
                  <a:sym typeface="Symbol"/>
                </a:rPr>
                <a:t>2 </a:t>
              </a:r>
              <a:r>
                <a:rPr lang="en-US" sz="3200" b="1" dirty="0">
                  <a:solidFill>
                    <a:srgbClr val="663300"/>
                  </a:solidFill>
                  <a:latin typeface="Angsana New" panose="02020603050405020304" pitchFamily="18" charset="-34"/>
                  <a:sym typeface="Symbol"/>
                </a:rPr>
                <a:t> =  </a:t>
              </a:r>
              <a:r>
                <a:rPr lang="en-US" sz="3200" b="1" dirty="0">
                  <a:solidFill>
                    <a:srgbClr val="663300"/>
                  </a:solidFill>
                  <a:latin typeface="Angsana New" panose="02020603050405020304" pitchFamily="18" charset="-34"/>
                  <a:sym typeface="Symbol" pitchFamily="18" charset="2"/>
                </a:rPr>
                <a:t>V(X)  =  </a:t>
              </a:r>
              <a:r>
                <a:rPr lang="en-US" b="1" dirty="0">
                  <a:solidFill>
                    <a:srgbClr val="663300"/>
                  </a:solidFill>
                  <a:latin typeface="Angsana New" panose="02020603050405020304" pitchFamily="18" charset="-34"/>
                  <a:sym typeface="Symbol" pitchFamily="18" charset="2"/>
                </a:rPr>
                <a:t></a:t>
              </a:r>
              <a:r>
                <a:rPr lang="en-US" sz="3200" b="1" dirty="0">
                  <a:solidFill>
                    <a:srgbClr val="663300"/>
                  </a:solidFill>
                  <a:latin typeface="Angsana New" panose="02020603050405020304" pitchFamily="18" charset="-34"/>
                  <a:sym typeface="Symbol" pitchFamily="18" charset="2"/>
                </a:rPr>
                <a:t> (</a:t>
              </a:r>
              <a:r>
                <a:rPr lang="en-US" sz="3200" b="1" i="1" dirty="0">
                  <a:solidFill>
                    <a:srgbClr val="663300"/>
                  </a:solidFill>
                  <a:latin typeface="Angsana New" pitchFamily="18" charset="-34"/>
                </a:rPr>
                <a:t>x – </a:t>
              </a:r>
              <a:r>
                <a:rPr lang="en-US" b="1" dirty="0">
                  <a:solidFill>
                    <a:srgbClr val="663300"/>
                  </a:solidFill>
                  <a:latin typeface="Angsana New" pitchFamily="18" charset="-34"/>
                  <a:sym typeface="Symbol"/>
                </a:rPr>
                <a:t></a:t>
              </a:r>
              <a:r>
                <a:rPr lang="en-US" sz="3200" b="1" dirty="0">
                  <a:solidFill>
                    <a:srgbClr val="663300"/>
                  </a:solidFill>
                  <a:latin typeface="Angsana New" pitchFamily="18" charset="-34"/>
                  <a:sym typeface="Symbol"/>
                </a:rPr>
                <a:t>)</a:t>
              </a:r>
              <a:r>
                <a:rPr lang="en-US" sz="3200" b="1" baseline="30000" dirty="0">
                  <a:solidFill>
                    <a:srgbClr val="663300"/>
                  </a:solidFill>
                  <a:latin typeface="Angsana New" panose="02020603050405020304" pitchFamily="18" charset="-34"/>
                  <a:sym typeface="Symbol"/>
                </a:rPr>
                <a:t>2</a:t>
              </a:r>
              <a:r>
                <a:rPr lang="en-US" sz="3200" b="1" i="1" dirty="0">
                  <a:solidFill>
                    <a:srgbClr val="663300"/>
                  </a:solidFill>
                  <a:latin typeface="Angsana New" pitchFamily="18" charset="-34"/>
                </a:rPr>
                <a:t> </a:t>
              </a:r>
              <a:r>
                <a:rPr lang="en-US" sz="3200" b="1" dirty="0" err="1">
                  <a:solidFill>
                    <a:srgbClr val="663300"/>
                  </a:solidFill>
                  <a:latin typeface="Angsana New" pitchFamily="18" charset="-34"/>
                </a:rPr>
                <a:t>p</a:t>
              </a:r>
              <a:r>
                <a:rPr lang="en-US" sz="3200" b="1" baseline="-25000" dirty="0" err="1">
                  <a:solidFill>
                    <a:srgbClr val="663300"/>
                  </a:solidFill>
                  <a:latin typeface="Angsana New" pitchFamily="18" charset="-34"/>
                </a:rPr>
                <a:t>X</a:t>
              </a:r>
              <a:r>
                <a:rPr lang="en-US" sz="3200" b="1" dirty="0">
                  <a:solidFill>
                    <a:srgbClr val="663300"/>
                  </a:solidFill>
                  <a:latin typeface="Angsana New" pitchFamily="18" charset="-34"/>
                </a:rPr>
                <a:t>(</a:t>
              </a:r>
              <a:r>
                <a:rPr lang="en-US" sz="3200" b="1" i="1" dirty="0">
                  <a:solidFill>
                    <a:srgbClr val="663300"/>
                  </a:solidFill>
                  <a:latin typeface="Angsana New" pitchFamily="18" charset="-34"/>
                </a:rPr>
                <a:t>x</a:t>
              </a:r>
              <a:r>
                <a:rPr lang="en-US" sz="3200" b="1" dirty="0">
                  <a:solidFill>
                    <a:srgbClr val="663300"/>
                  </a:solidFill>
                  <a:latin typeface="Angsana New" pitchFamily="18" charset="-34"/>
                </a:rPr>
                <a:t>)</a:t>
              </a:r>
            </a:p>
          </p:txBody>
        </p:sp>
        <p:sp>
          <p:nvSpPr>
            <p:cNvPr id="37" name="Text Box 6"/>
            <p:cNvSpPr txBox="1">
              <a:spLocks noChangeArrowheads="1"/>
            </p:cNvSpPr>
            <p:nvPr/>
          </p:nvSpPr>
          <p:spPr bwMode="auto">
            <a:xfrm>
              <a:off x="6107376" y="1959592"/>
              <a:ext cx="762000" cy="523220"/>
            </a:xfrm>
            <a:prstGeom prst="rect">
              <a:avLst/>
            </a:prstGeom>
            <a:noFill/>
            <a:ln w="9525">
              <a:noFill/>
              <a:miter lim="800000"/>
              <a:headEnd/>
              <a:tailEnd/>
            </a:ln>
          </p:spPr>
          <p:txBody>
            <a:bodyPr wrap="square">
              <a:spAutoFit/>
            </a:bodyPr>
            <a:lstStyle/>
            <a:p>
              <a:pPr>
                <a:spcBef>
                  <a:spcPct val="50000"/>
                </a:spcBef>
              </a:pPr>
              <a:r>
                <a:rPr lang="en-US" b="1" dirty="0">
                  <a:solidFill>
                    <a:srgbClr val="663300"/>
                  </a:solidFill>
                  <a:latin typeface="Angsana New" panose="02020603050405020304" pitchFamily="18" charset="-34"/>
                </a:rPr>
                <a:t>all </a:t>
              </a:r>
              <a:r>
                <a:rPr lang="en-US" b="1" i="1" dirty="0">
                  <a:solidFill>
                    <a:srgbClr val="663300"/>
                  </a:solidFill>
                  <a:latin typeface="Angsana New" pitchFamily="18" charset="-34"/>
                </a:rPr>
                <a:t>x</a:t>
              </a:r>
            </a:p>
          </p:txBody>
        </p:sp>
      </p:grpSp>
      <p:sp>
        <p:nvSpPr>
          <p:cNvPr id="38" name="Rectangle 3"/>
          <p:cNvSpPr>
            <a:spLocks noChangeArrowheads="1"/>
          </p:cNvSpPr>
          <p:nvPr/>
        </p:nvSpPr>
        <p:spPr bwMode="auto">
          <a:xfrm>
            <a:off x="76200" y="4454856"/>
            <a:ext cx="2438400" cy="533400"/>
          </a:xfrm>
          <a:prstGeom prst="rect">
            <a:avLst/>
          </a:prstGeom>
          <a:noFill/>
          <a:ln w="9525">
            <a:noFill/>
            <a:miter lim="800000"/>
            <a:headEnd/>
            <a:tailEnd/>
          </a:ln>
        </p:spPr>
        <p:txBody>
          <a:bodyPr/>
          <a:lstStyle/>
          <a:p>
            <a:pPr marL="457200" indent="-457200">
              <a:tabLst>
                <a:tab pos="457200" algn="l"/>
              </a:tabLst>
            </a:pPr>
            <a:r>
              <a:rPr lang="th-TH" sz="3200" b="1" dirty="0">
                <a:solidFill>
                  <a:srgbClr val="0000FF"/>
                </a:solidFill>
                <a:latin typeface="Angsana New" panose="02020603050405020304" pitchFamily="18" charset="-34"/>
              </a:rPr>
              <a:t>ตัวอย่าง</a:t>
            </a:r>
            <a:r>
              <a:rPr lang="en-US" sz="3200" b="1" dirty="0">
                <a:solidFill>
                  <a:srgbClr val="0000FF"/>
                </a:solidFill>
                <a:latin typeface="Angsana New" panose="02020603050405020304" pitchFamily="18" charset="-34"/>
              </a:rPr>
              <a:t> </a:t>
            </a:r>
            <a:r>
              <a:rPr lang="en-US" sz="3200" b="1" dirty="0">
                <a:solidFill>
                  <a:srgbClr val="006600"/>
                </a:solidFill>
                <a:latin typeface="Angsana New" panose="02020603050405020304" pitchFamily="18" charset="-34"/>
              </a:rPr>
              <a:t>(</a:t>
            </a:r>
            <a:r>
              <a:rPr lang="th-TH" sz="3200" b="1" dirty="0">
                <a:solidFill>
                  <a:srgbClr val="006600"/>
                </a:solidFill>
                <a:latin typeface="Angsana New" panose="02020603050405020304" pitchFamily="18" charset="-34"/>
              </a:rPr>
              <a:t>ข้างต้น)</a:t>
            </a:r>
            <a:endParaRPr lang="en-US" sz="3200" b="1" dirty="0">
              <a:solidFill>
                <a:srgbClr val="006600"/>
              </a:solidFill>
              <a:latin typeface="Angsana New" pitchFamily="18" charset="-34"/>
            </a:endParaRPr>
          </a:p>
        </p:txBody>
      </p:sp>
      <p:sp>
        <p:nvSpPr>
          <p:cNvPr id="45" name="Rectangle 3"/>
          <p:cNvSpPr>
            <a:spLocks noChangeArrowheads="1"/>
          </p:cNvSpPr>
          <p:nvPr/>
        </p:nvSpPr>
        <p:spPr bwMode="auto">
          <a:xfrm>
            <a:off x="1053152" y="5382904"/>
            <a:ext cx="4738048" cy="533400"/>
          </a:xfrm>
          <a:prstGeom prst="rect">
            <a:avLst/>
          </a:prstGeom>
          <a:noFill/>
          <a:ln w="9525">
            <a:noFill/>
            <a:miter lim="800000"/>
            <a:headEnd/>
            <a:tailEnd/>
          </a:ln>
        </p:spPr>
        <p:txBody>
          <a:bodyPr/>
          <a:lstStyle/>
          <a:p>
            <a:pPr marL="457200" indent="-457200">
              <a:tabLst>
                <a:tab pos="457200" algn="l"/>
              </a:tabLst>
            </a:pPr>
            <a:r>
              <a:rPr lang="en-US" sz="3200" b="1" dirty="0">
                <a:solidFill>
                  <a:srgbClr val="006600"/>
                </a:solidFill>
                <a:latin typeface="Angsana New" panose="02020603050405020304" pitchFamily="18" charset="-34"/>
                <a:sym typeface="Symbol"/>
              </a:rPr>
              <a:t>=  0.8 + 0.2 + 0.0 + 0.2 + 0.8 = 2.0    </a:t>
            </a:r>
            <a:endParaRPr lang="en-US" sz="3200" b="1" dirty="0">
              <a:solidFill>
                <a:srgbClr val="006600"/>
              </a:solidFill>
              <a:latin typeface="Angsana New" pitchFamily="18" charset="-34"/>
            </a:endParaRPr>
          </a:p>
          <a:p>
            <a:pPr marL="457200" indent="-457200">
              <a:tabLst>
                <a:tab pos="457200" algn="l"/>
              </a:tabLst>
            </a:pPr>
            <a:endParaRPr lang="en-US" sz="3200" b="1" dirty="0">
              <a:solidFill>
                <a:srgbClr val="006600"/>
              </a:solidFill>
              <a:latin typeface="Angsana New" pitchFamily="18" charset="-34"/>
            </a:endParaRPr>
          </a:p>
        </p:txBody>
      </p:sp>
      <p:sp>
        <p:nvSpPr>
          <p:cNvPr id="46" name="Rectangle 3"/>
          <p:cNvSpPr>
            <a:spLocks noChangeArrowheads="1"/>
          </p:cNvSpPr>
          <p:nvPr/>
        </p:nvSpPr>
        <p:spPr bwMode="auto">
          <a:xfrm>
            <a:off x="443552" y="4941624"/>
            <a:ext cx="8700448" cy="533400"/>
          </a:xfrm>
          <a:prstGeom prst="rect">
            <a:avLst/>
          </a:prstGeom>
          <a:noFill/>
          <a:ln w="9525">
            <a:noFill/>
            <a:miter lim="800000"/>
            <a:headEnd/>
            <a:tailEnd/>
          </a:ln>
        </p:spPr>
        <p:txBody>
          <a:bodyPr/>
          <a:lstStyle/>
          <a:p>
            <a:pPr marL="457200" indent="-457200">
              <a:tabLst>
                <a:tab pos="457200" algn="l"/>
              </a:tabLst>
            </a:pPr>
            <a:r>
              <a:rPr lang="en-US" sz="3200" b="1" dirty="0">
                <a:solidFill>
                  <a:srgbClr val="006600"/>
                </a:solidFill>
                <a:latin typeface="Angsana New" panose="02020603050405020304" pitchFamily="18" charset="-34"/>
                <a:sym typeface="Symbol"/>
              </a:rPr>
              <a:t>V(X) = (1</a:t>
            </a:r>
            <a:r>
              <a:rPr lang="en-US" sz="1600" b="1" dirty="0">
                <a:solidFill>
                  <a:srgbClr val="006600"/>
                </a:solidFill>
                <a:latin typeface="Angsana New" panose="02020603050405020304" pitchFamily="18" charset="-34"/>
                <a:sym typeface="Symbol"/>
              </a:rPr>
              <a:t> </a:t>
            </a:r>
            <a:r>
              <a:rPr lang="en-US" sz="3200" b="1" dirty="0">
                <a:solidFill>
                  <a:srgbClr val="006600"/>
                </a:solidFill>
                <a:latin typeface="Angsana New" panose="02020603050405020304" pitchFamily="18" charset="-34"/>
                <a:sym typeface="Symbol"/>
              </a:rPr>
              <a:t>–</a:t>
            </a:r>
            <a:r>
              <a:rPr lang="en-US" sz="1600" b="1" dirty="0">
                <a:solidFill>
                  <a:srgbClr val="006600"/>
                </a:solidFill>
                <a:latin typeface="Angsana New" panose="02020603050405020304" pitchFamily="18" charset="-34"/>
                <a:sym typeface="Symbol"/>
              </a:rPr>
              <a:t> </a:t>
            </a:r>
            <a:r>
              <a:rPr lang="en-US" sz="3200" b="1" dirty="0">
                <a:solidFill>
                  <a:srgbClr val="006600"/>
                </a:solidFill>
                <a:latin typeface="Angsana New" panose="02020603050405020304" pitchFamily="18" charset="-34"/>
                <a:sym typeface="Symbol"/>
              </a:rPr>
              <a:t>3)</a:t>
            </a:r>
            <a:r>
              <a:rPr lang="en-US" sz="3200" b="1" baseline="30000" dirty="0">
                <a:solidFill>
                  <a:srgbClr val="006600"/>
                </a:solidFill>
                <a:latin typeface="Angsana New" panose="02020603050405020304" pitchFamily="18" charset="-34"/>
                <a:sym typeface="Symbol"/>
              </a:rPr>
              <a:t>2</a:t>
            </a:r>
            <a:r>
              <a:rPr lang="en-US" sz="2000" b="1" dirty="0">
                <a:solidFill>
                  <a:srgbClr val="006600"/>
                </a:solidFill>
                <a:latin typeface="Angsana New" panose="02020603050405020304" pitchFamily="18" charset="-34"/>
                <a:sym typeface="Symbol"/>
              </a:rPr>
              <a:t></a:t>
            </a:r>
            <a:r>
              <a:rPr lang="en-US" sz="3200" b="1" dirty="0">
                <a:solidFill>
                  <a:srgbClr val="006600"/>
                </a:solidFill>
                <a:latin typeface="Angsana New" panose="02020603050405020304" pitchFamily="18" charset="-34"/>
                <a:sym typeface="Symbol"/>
              </a:rPr>
              <a:t> 0.2 + (2</a:t>
            </a:r>
            <a:r>
              <a:rPr lang="en-US" sz="1600" b="1" dirty="0">
                <a:solidFill>
                  <a:srgbClr val="006600"/>
                </a:solidFill>
                <a:latin typeface="Angsana New" panose="02020603050405020304" pitchFamily="18" charset="-34"/>
                <a:sym typeface="Symbol"/>
              </a:rPr>
              <a:t> </a:t>
            </a:r>
            <a:r>
              <a:rPr lang="en-US" sz="3200" b="1" dirty="0">
                <a:solidFill>
                  <a:srgbClr val="006600"/>
                </a:solidFill>
                <a:latin typeface="Angsana New" panose="02020603050405020304" pitchFamily="18" charset="-34"/>
                <a:sym typeface="Symbol"/>
              </a:rPr>
              <a:t>–</a:t>
            </a:r>
            <a:r>
              <a:rPr lang="en-US" sz="1600" b="1" dirty="0">
                <a:solidFill>
                  <a:srgbClr val="006600"/>
                </a:solidFill>
                <a:latin typeface="Angsana New" panose="02020603050405020304" pitchFamily="18" charset="-34"/>
                <a:sym typeface="Symbol"/>
              </a:rPr>
              <a:t> </a:t>
            </a:r>
            <a:r>
              <a:rPr lang="en-US" sz="3200" b="1" dirty="0">
                <a:solidFill>
                  <a:srgbClr val="006600"/>
                </a:solidFill>
                <a:latin typeface="Angsana New" panose="02020603050405020304" pitchFamily="18" charset="-34"/>
                <a:sym typeface="Symbol"/>
              </a:rPr>
              <a:t>3)</a:t>
            </a:r>
            <a:r>
              <a:rPr lang="en-US" sz="3200" b="1" baseline="30000" dirty="0">
                <a:solidFill>
                  <a:srgbClr val="006600"/>
                </a:solidFill>
                <a:latin typeface="Angsana New" panose="02020603050405020304" pitchFamily="18" charset="-34"/>
                <a:sym typeface="Symbol"/>
              </a:rPr>
              <a:t>2</a:t>
            </a:r>
            <a:r>
              <a:rPr lang="en-US" sz="2000" b="1" dirty="0">
                <a:solidFill>
                  <a:srgbClr val="006600"/>
                </a:solidFill>
                <a:latin typeface="Angsana New" panose="02020603050405020304" pitchFamily="18" charset="-34"/>
                <a:sym typeface="Symbol"/>
              </a:rPr>
              <a:t></a:t>
            </a:r>
            <a:r>
              <a:rPr lang="en-US" sz="3200" b="1" dirty="0">
                <a:solidFill>
                  <a:srgbClr val="006600"/>
                </a:solidFill>
                <a:latin typeface="Angsana New" panose="02020603050405020304" pitchFamily="18" charset="-34"/>
                <a:sym typeface="Symbol"/>
              </a:rPr>
              <a:t> 0.2 + (3</a:t>
            </a:r>
            <a:r>
              <a:rPr lang="en-US" sz="1600" b="1" dirty="0">
                <a:solidFill>
                  <a:srgbClr val="006600"/>
                </a:solidFill>
                <a:latin typeface="Angsana New" panose="02020603050405020304" pitchFamily="18" charset="-34"/>
                <a:sym typeface="Symbol"/>
              </a:rPr>
              <a:t> </a:t>
            </a:r>
            <a:r>
              <a:rPr lang="en-US" sz="3200" b="1" dirty="0">
                <a:solidFill>
                  <a:srgbClr val="006600"/>
                </a:solidFill>
                <a:latin typeface="Angsana New" panose="02020603050405020304" pitchFamily="18" charset="-34"/>
                <a:sym typeface="Symbol"/>
              </a:rPr>
              <a:t>–</a:t>
            </a:r>
            <a:r>
              <a:rPr lang="en-US" sz="1600" b="1" dirty="0">
                <a:solidFill>
                  <a:srgbClr val="006600"/>
                </a:solidFill>
                <a:latin typeface="Angsana New" panose="02020603050405020304" pitchFamily="18" charset="-34"/>
                <a:sym typeface="Symbol"/>
              </a:rPr>
              <a:t> </a:t>
            </a:r>
            <a:r>
              <a:rPr lang="en-US" sz="3200" b="1" dirty="0">
                <a:solidFill>
                  <a:srgbClr val="006600"/>
                </a:solidFill>
                <a:latin typeface="Angsana New" panose="02020603050405020304" pitchFamily="18" charset="-34"/>
                <a:sym typeface="Symbol"/>
              </a:rPr>
              <a:t>3)</a:t>
            </a:r>
            <a:r>
              <a:rPr lang="en-US" sz="3200" b="1" baseline="30000" dirty="0">
                <a:solidFill>
                  <a:srgbClr val="006600"/>
                </a:solidFill>
                <a:latin typeface="Angsana New" panose="02020603050405020304" pitchFamily="18" charset="-34"/>
                <a:sym typeface="Symbol"/>
              </a:rPr>
              <a:t>2</a:t>
            </a:r>
            <a:r>
              <a:rPr lang="en-US" sz="2000" b="1" dirty="0">
                <a:solidFill>
                  <a:srgbClr val="006600"/>
                </a:solidFill>
                <a:latin typeface="Angsana New" panose="02020603050405020304" pitchFamily="18" charset="-34"/>
                <a:sym typeface="Symbol"/>
              </a:rPr>
              <a:t></a:t>
            </a:r>
            <a:r>
              <a:rPr lang="en-US" sz="3200" b="1" dirty="0">
                <a:solidFill>
                  <a:srgbClr val="006600"/>
                </a:solidFill>
                <a:latin typeface="Angsana New" panose="02020603050405020304" pitchFamily="18" charset="-34"/>
                <a:sym typeface="Symbol"/>
              </a:rPr>
              <a:t> 0.2 + (4</a:t>
            </a:r>
            <a:r>
              <a:rPr lang="en-US" sz="1600" b="1" dirty="0">
                <a:solidFill>
                  <a:srgbClr val="006600"/>
                </a:solidFill>
                <a:latin typeface="Angsana New" panose="02020603050405020304" pitchFamily="18" charset="-34"/>
                <a:sym typeface="Symbol"/>
              </a:rPr>
              <a:t> </a:t>
            </a:r>
            <a:r>
              <a:rPr lang="en-US" sz="3200" b="1" dirty="0">
                <a:solidFill>
                  <a:srgbClr val="006600"/>
                </a:solidFill>
                <a:latin typeface="Angsana New" panose="02020603050405020304" pitchFamily="18" charset="-34"/>
                <a:sym typeface="Symbol"/>
              </a:rPr>
              <a:t>–</a:t>
            </a:r>
            <a:r>
              <a:rPr lang="en-US" sz="1600" b="1" dirty="0">
                <a:solidFill>
                  <a:srgbClr val="006600"/>
                </a:solidFill>
                <a:latin typeface="Angsana New" panose="02020603050405020304" pitchFamily="18" charset="-34"/>
                <a:sym typeface="Symbol"/>
              </a:rPr>
              <a:t> </a:t>
            </a:r>
            <a:r>
              <a:rPr lang="en-US" sz="3200" b="1" dirty="0">
                <a:solidFill>
                  <a:srgbClr val="006600"/>
                </a:solidFill>
                <a:latin typeface="Angsana New" panose="02020603050405020304" pitchFamily="18" charset="-34"/>
                <a:sym typeface="Symbol"/>
              </a:rPr>
              <a:t>3)</a:t>
            </a:r>
            <a:r>
              <a:rPr lang="en-US" sz="3200" b="1" baseline="30000" dirty="0">
                <a:solidFill>
                  <a:srgbClr val="006600"/>
                </a:solidFill>
                <a:latin typeface="Angsana New" panose="02020603050405020304" pitchFamily="18" charset="-34"/>
                <a:sym typeface="Symbol"/>
              </a:rPr>
              <a:t>2</a:t>
            </a:r>
            <a:r>
              <a:rPr lang="en-US" sz="2000" b="1" dirty="0">
                <a:solidFill>
                  <a:srgbClr val="006600"/>
                </a:solidFill>
                <a:latin typeface="Angsana New" panose="02020603050405020304" pitchFamily="18" charset="-34"/>
                <a:sym typeface="Symbol"/>
              </a:rPr>
              <a:t></a:t>
            </a:r>
            <a:r>
              <a:rPr lang="en-US" sz="3200" b="1" dirty="0">
                <a:solidFill>
                  <a:srgbClr val="006600"/>
                </a:solidFill>
                <a:latin typeface="Angsana New" panose="02020603050405020304" pitchFamily="18" charset="-34"/>
                <a:sym typeface="Symbol"/>
              </a:rPr>
              <a:t> 0.2 + (5</a:t>
            </a:r>
            <a:r>
              <a:rPr lang="en-US" sz="1600" b="1" dirty="0">
                <a:solidFill>
                  <a:srgbClr val="006600"/>
                </a:solidFill>
                <a:latin typeface="Angsana New" panose="02020603050405020304" pitchFamily="18" charset="-34"/>
                <a:sym typeface="Symbol"/>
              </a:rPr>
              <a:t> </a:t>
            </a:r>
            <a:r>
              <a:rPr lang="en-US" sz="3200" b="1" dirty="0">
                <a:solidFill>
                  <a:srgbClr val="006600"/>
                </a:solidFill>
                <a:latin typeface="Angsana New" panose="02020603050405020304" pitchFamily="18" charset="-34"/>
                <a:sym typeface="Symbol"/>
              </a:rPr>
              <a:t>–</a:t>
            </a:r>
            <a:r>
              <a:rPr lang="en-US" sz="1600" b="1" dirty="0">
                <a:solidFill>
                  <a:srgbClr val="006600"/>
                </a:solidFill>
                <a:latin typeface="Angsana New" panose="02020603050405020304" pitchFamily="18" charset="-34"/>
                <a:sym typeface="Symbol"/>
              </a:rPr>
              <a:t> </a:t>
            </a:r>
            <a:r>
              <a:rPr lang="en-US" sz="3200" b="1" dirty="0">
                <a:solidFill>
                  <a:srgbClr val="006600"/>
                </a:solidFill>
                <a:latin typeface="Angsana New" panose="02020603050405020304" pitchFamily="18" charset="-34"/>
                <a:sym typeface="Symbol"/>
              </a:rPr>
              <a:t>3)</a:t>
            </a:r>
            <a:r>
              <a:rPr lang="en-US" sz="3200" b="1" baseline="30000" dirty="0">
                <a:solidFill>
                  <a:srgbClr val="006600"/>
                </a:solidFill>
                <a:latin typeface="Angsana New" panose="02020603050405020304" pitchFamily="18" charset="-34"/>
                <a:sym typeface="Symbol"/>
              </a:rPr>
              <a:t>2</a:t>
            </a:r>
            <a:r>
              <a:rPr lang="en-US" sz="2000" b="1" dirty="0">
                <a:solidFill>
                  <a:srgbClr val="006600"/>
                </a:solidFill>
                <a:latin typeface="Angsana New" panose="02020603050405020304" pitchFamily="18" charset="-34"/>
                <a:sym typeface="Symbol"/>
              </a:rPr>
              <a:t></a:t>
            </a:r>
            <a:r>
              <a:rPr lang="en-US" sz="3200" b="1" dirty="0">
                <a:solidFill>
                  <a:srgbClr val="006600"/>
                </a:solidFill>
                <a:latin typeface="Angsana New" panose="02020603050405020304" pitchFamily="18" charset="-34"/>
                <a:sym typeface="Symbol"/>
              </a:rPr>
              <a:t> 0.2    </a:t>
            </a:r>
            <a:endParaRPr lang="en-US" sz="3200" b="1" dirty="0">
              <a:solidFill>
                <a:srgbClr val="006600"/>
              </a:solidFill>
              <a:latin typeface="Angsana New" pitchFamily="18" charset="-34"/>
            </a:endParaRPr>
          </a:p>
          <a:p>
            <a:pPr marL="457200" indent="-457200">
              <a:tabLst>
                <a:tab pos="457200" algn="l"/>
              </a:tabLst>
            </a:pPr>
            <a:endParaRPr lang="en-US" sz="3200" b="1" dirty="0">
              <a:solidFill>
                <a:srgbClr val="006600"/>
              </a:solidFill>
              <a:latin typeface="Angsana New" pitchFamily="18" charset="-34"/>
            </a:endParaRPr>
          </a:p>
        </p:txBody>
      </p:sp>
      <p:sp>
        <p:nvSpPr>
          <p:cNvPr id="47" name="Rectangle 3"/>
          <p:cNvSpPr>
            <a:spLocks noChangeArrowheads="1"/>
          </p:cNvSpPr>
          <p:nvPr/>
        </p:nvSpPr>
        <p:spPr bwMode="auto">
          <a:xfrm>
            <a:off x="4917744" y="3935104"/>
            <a:ext cx="3276600" cy="533400"/>
          </a:xfrm>
          <a:prstGeom prst="rect">
            <a:avLst/>
          </a:prstGeom>
          <a:noFill/>
          <a:ln w="9525">
            <a:noFill/>
            <a:miter lim="800000"/>
            <a:headEnd/>
            <a:tailEnd/>
          </a:ln>
        </p:spPr>
        <p:txBody>
          <a:bodyPr/>
          <a:lstStyle/>
          <a:p>
            <a:pPr marL="457200" indent="-457200">
              <a:tabLst>
                <a:tab pos="457200" algn="l"/>
              </a:tabLst>
            </a:pPr>
            <a:r>
              <a:rPr lang="en-US" sz="3200" b="1" dirty="0">
                <a:solidFill>
                  <a:srgbClr val="663300"/>
                </a:solidFill>
                <a:latin typeface="Angsana New" panose="02020603050405020304" pitchFamily="18" charset="-34"/>
              </a:rPr>
              <a:t>=  E(X – </a:t>
            </a:r>
            <a:r>
              <a:rPr lang="en-US" b="1" dirty="0">
                <a:solidFill>
                  <a:srgbClr val="663300"/>
                </a:solidFill>
                <a:latin typeface="Angsana New" panose="02020603050405020304" pitchFamily="18" charset="-34"/>
                <a:sym typeface="Symbol"/>
              </a:rPr>
              <a:t></a:t>
            </a:r>
            <a:r>
              <a:rPr lang="en-US" sz="3200" b="1" dirty="0">
                <a:solidFill>
                  <a:srgbClr val="663300"/>
                </a:solidFill>
                <a:latin typeface="Angsana New" panose="02020603050405020304" pitchFamily="18" charset="-34"/>
              </a:rPr>
              <a:t>)</a:t>
            </a:r>
            <a:r>
              <a:rPr lang="en-US" sz="3200" b="1" baseline="30000" dirty="0">
                <a:solidFill>
                  <a:srgbClr val="663300"/>
                </a:solidFill>
                <a:latin typeface="Angsana New" panose="02020603050405020304" pitchFamily="18" charset="-34"/>
              </a:rPr>
              <a:t>2</a:t>
            </a:r>
            <a:r>
              <a:rPr lang="en-US" sz="3200" b="1" dirty="0">
                <a:solidFill>
                  <a:srgbClr val="663300"/>
                </a:solidFill>
                <a:latin typeface="Angsana New" panose="02020603050405020304" pitchFamily="18" charset="-34"/>
              </a:rPr>
              <a:t>  = E(X</a:t>
            </a:r>
            <a:r>
              <a:rPr lang="en-US" sz="3200" b="1" baseline="30000" dirty="0">
                <a:solidFill>
                  <a:srgbClr val="663300"/>
                </a:solidFill>
                <a:latin typeface="Angsana New" panose="02020603050405020304" pitchFamily="18" charset="-34"/>
              </a:rPr>
              <a:t>2</a:t>
            </a:r>
            <a:r>
              <a:rPr lang="en-US" sz="3200" b="1" dirty="0">
                <a:solidFill>
                  <a:srgbClr val="663300"/>
                </a:solidFill>
                <a:latin typeface="Angsana New" panose="02020603050405020304" pitchFamily="18" charset="-34"/>
              </a:rPr>
              <a:t>) – </a:t>
            </a:r>
            <a:r>
              <a:rPr lang="en-US" b="1" dirty="0">
                <a:solidFill>
                  <a:srgbClr val="663300"/>
                </a:solidFill>
                <a:latin typeface="Angsana New" panose="02020603050405020304" pitchFamily="18" charset="-34"/>
                <a:sym typeface="Symbol"/>
              </a:rPr>
              <a:t></a:t>
            </a:r>
            <a:r>
              <a:rPr lang="en-US" sz="3200" b="1" baseline="30000" dirty="0">
                <a:solidFill>
                  <a:srgbClr val="663300"/>
                </a:solidFill>
                <a:latin typeface="Angsana New" panose="02020603050405020304" pitchFamily="18" charset="-34"/>
              </a:rPr>
              <a:t>2</a:t>
            </a:r>
            <a:r>
              <a:rPr lang="en-US" sz="3200" b="1" dirty="0">
                <a:solidFill>
                  <a:srgbClr val="663300"/>
                </a:solidFill>
                <a:latin typeface="Angsana New" panose="02020603050405020304" pitchFamily="18" charset="-34"/>
              </a:rPr>
              <a:t>   </a:t>
            </a:r>
          </a:p>
        </p:txBody>
      </p:sp>
      <p:sp>
        <p:nvSpPr>
          <p:cNvPr id="48" name="Rectangle 3"/>
          <p:cNvSpPr>
            <a:spLocks noChangeArrowheads="1"/>
          </p:cNvSpPr>
          <p:nvPr/>
        </p:nvSpPr>
        <p:spPr bwMode="auto">
          <a:xfrm>
            <a:off x="408296" y="5832144"/>
            <a:ext cx="8686800" cy="533400"/>
          </a:xfrm>
          <a:prstGeom prst="rect">
            <a:avLst/>
          </a:prstGeom>
          <a:noFill/>
          <a:ln w="9525">
            <a:noFill/>
            <a:miter lim="800000"/>
            <a:headEnd/>
            <a:tailEnd/>
          </a:ln>
        </p:spPr>
        <p:txBody>
          <a:bodyPr/>
          <a:lstStyle/>
          <a:p>
            <a:pPr marL="457200" indent="-457200">
              <a:tabLst>
                <a:tab pos="457200" algn="l"/>
              </a:tabLst>
            </a:pPr>
            <a:r>
              <a:rPr lang="en-US" sz="3200" b="1" dirty="0">
                <a:solidFill>
                  <a:srgbClr val="663300"/>
                </a:solidFill>
                <a:latin typeface="Angsana New" panose="02020603050405020304" pitchFamily="18" charset="-34"/>
                <a:sym typeface="Symbol"/>
              </a:rPr>
              <a:t>V(X) = </a:t>
            </a:r>
            <a:r>
              <a:rPr lang="en-US" sz="3200" b="1" dirty="0">
                <a:solidFill>
                  <a:srgbClr val="663300"/>
                </a:solidFill>
                <a:latin typeface="Angsana New" panose="02020603050405020304" pitchFamily="18" charset="-34"/>
              </a:rPr>
              <a:t>E(X</a:t>
            </a:r>
            <a:r>
              <a:rPr lang="en-US" sz="3200" b="1" baseline="30000" dirty="0">
                <a:solidFill>
                  <a:srgbClr val="663300"/>
                </a:solidFill>
                <a:latin typeface="Angsana New" panose="02020603050405020304" pitchFamily="18" charset="-34"/>
              </a:rPr>
              <a:t>2</a:t>
            </a:r>
            <a:r>
              <a:rPr lang="en-US" sz="3200" b="1" dirty="0">
                <a:solidFill>
                  <a:srgbClr val="663300"/>
                </a:solidFill>
                <a:latin typeface="Angsana New" panose="02020603050405020304" pitchFamily="18" charset="-34"/>
              </a:rPr>
              <a:t>) – </a:t>
            </a:r>
            <a:r>
              <a:rPr lang="en-US" b="1" dirty="0">
                <a:solidFill>
                  <a:srgbClr val="663300"/>
                </a:solidFill>
                <a:latin typeface="Angsana New" panose="02020603050405020304" pitchFamily="18" charset="-34"/>
                <a:sym typeface="Symbol"/>
              </a:rPr>
              <a:t></a:t>
            </a:r>
            <a:r>
              <a:rPr lang="en-US" sz="3200" b="1" baseline="30000" dirty="0">
                <a:solidFill>
                  <a:srgbClr val="663300"/>
                </a:solidFill>
                <a:latin typeface="Angsana New" panose="02020603050405020304" pitchFamily="18" charset="-34"/>
              </a:rPr>
              <a:t>2</a:t>
            </a:r>
            <a:r>
              <a:rPr lang="en-US" sz="3200" b="1" dirty="0">
                <a:solidFill>
                  <a:srgbClr val="663300"/>
                </a:solidFill>
                <a:latin typeface="Angsana New" panose="02020603050405020304" pitchFamily="18" charset="-34"/>
              </a:rPr>
              <a:t> = (</a:t>
            </a:r>
            <a:r>
              <a:rPr lang="en-US" sz="3200" b="1" dirty="0">
                <a:solidFill>
                  <a:srgbClr val="663300"/>
                </a:solidFill>
                <a:latin typeface="Angsana New" panose="02020603050405020304" pitchFamily="18" charset="-34"/>
                <a:sym typeface="Symbol"/>
              </a:rPr>
              <a:t>1)</a:t>
            </a:r>
            <a:r>
              <a:rPr lang="en-US" sz="3200" b="1" baseline="30000" dirty="0">
                <a:solidFill>
                  <a:srgbClr val="663300"/>
                </a:solidFill>
                <a:latin typeface="Angsana New" panose="02020603050405020304" pitchFamily="18" charset="-34"/>
                <a:sym typeface="Symbol"/>
              </a:rPr>
              <a:t>2</a:t>
            </a:r>
            <a:r>
              <a:rPr lang="en-US" sz="2000" b="1" dirty="0">
                <a:solidFill>
                  <a:srgbClr val="663300"/>
                </a:solidFill>
                <a:latin typeface="Angsana New" panose="02020603050405020304" pitchFamily="18" charset="-34"/>
                <a:sym typeface="Symbol"/>
              </a:rPr>
              <a:t></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0.2</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(2)</a:t>
            </a:r>
            <a:r>
              <a:rPr lang="en-US" sz="3200" b="1" baseline="30000" dirty="0">
                <a:solidFill>
                  <a:srgbClr val="663300"/>
                </a:solidFill>
                <a:latin typeface="Angsana New" panose="02020603050405020304" pitchFamily="18" charset="-34"/>
                <a:sym typeface="Symbol"/>
              </a:rPr>
              <a:t>2</a:t>
            </a:r>
            <a:r>
              <a:rPr lang="en-US" sz="2000" b="1" dirty="0">
                <a:solidFill>
                  <a:srgbClr val="663300"/>
                </a:solidFill>
                <a:latin typeface="Angsana New" panose="02020603050405020304" pitchFamily="18" charset="-34"/>
                <a:sym typeface="Symbol"/>
              </a:rPr>
              <a:t></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0.2</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(3)</a:t>
            </a:r>
            <a:r>
              <a:rPr lang="en-US" sz="3200" b="1" baseline="30000" dirty="0">
                <a:solidFill>
                  <a:srgbClr val="663300"/>
                </a:solidFill>
                <a:latin typeface="Angsana New" panose="02020603050405020304" pitchFamily="18" charset="-34"/>
                <a:sym typeface="Symbol"/>
              </a:rPr>
              <a:t>2</a:t>
            </a:r>
            <a:r>
              <a:rPr lang="en-US" sz="2000" b="1" dirty="0">
                <a:solidFill>
                  <a:srgbClr val="663300"/>
                </a:solidFill>
                <a:latin typeface="Angsana New" panose="02020603050405020304" pitchFamily="18" charset="-34"/>
                <a:sym typeface="Symbol"/>
              </a:rPr>
              <a:t></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0.2</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(4)</a:t>
            </a:r>
            <a:r>
              <a:rPr lang="en-US" sz="3200" b="1" baseline="30000" dirty="0">
                <a:solidFill>
                  <a:srgbClr val="663300"/>
                </a:solidFill>
                <a:latin typeface="Angsana New" panose="02020603050405020304" pitchFamily="18" charset="-34"/>
                <a:sym typeface="Symbol"/>
              </a:rPr>
              <a:t>2</a:t>
            </a:r>
            <a:r>
              <a:rPr lang="en-US" sz="2000" b="1" dirty="0">
                <a:solidFill>
                  <a:srgbClr val="663300"/>
                </a:solidFill>
                <a:latin typeface="Angsana New" panose="02020603050405020304" pitchFamily="18" charset="-34"/>
                <a:sym typeface="Symbol"/>
              </a:rPr>
              <a:t></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0.2</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(5)</a:t>
            </a:r>
            <a:r>
              <a:rPr lang="en-US" sz="3200" b="1" baseline="30000" dirty="0">
                <a:solidFill>
                  <a:srgbClr val="663300"/>
                </a:solidFill>
                <a:latin typeface="Angsana New" panose="02020603050405020304" pitchFamily="18" charset="-34"/>
                <a:sym typeface="Symbol"/>
              </a:rPr>
              <a:t>2</a:t>
            </a:r>
            <a:r>
              <a:rPr lang="en-US" sz="2000" b="1" dirty="0">
                <a:solidFill>
                  <a:srgbClr val="663300"/>
                </a:solidFill>
                <a:latin typeface="Angsana New" panose="02020603050405020304" pitchFamily="18" charset="-34"/>
                <a:sym typeface="Symbol"/>
              </a:rPr>
              <a:t></a:t>
            </a:r>
            <a:r>
              <a:rPr lang="en-US" sz="16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sym typeface="Symbol"/>
              </a:rPr>
              <a:t>0.2</a:t>
            </a:r>
            <a:r>
              <a:rPr lang="th-TH" sz="32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rPr>
              <a:t>– (</a:t>
            </a:r>
            <a:r>
              <a:rPr lang="en-US" sz="3200" b="1" dirty="0">
                <a:solidFill>
                  <a:srgbClr val="663300"/>
                </a:solidFill>
                <a:latin typeface="Angsana New" panose="02020603050405020304" pitchFamily="18" charset="-34"/>
                <a:sym typeface="Symbol"/>
              </a:rPr>
              <a:t>3)</a:t>
            </a:r>
            <a:r>
              <a:rPr lang="en-US" sz="3200" b="1" baseline="30000" dirty="0">
                <a:solidFill>
                  <a:srgbClr val="663300"/>
                </a:solidFill>
                <a:latin typeface="Angsana New" panose="02020603050405020304" pitchFamily="18" charset="-34"/>
              </a:rPr>
              <a:t>2</a:t>
            </a:r>
            <a:r>
              <a:rPr lang="en-US" sz="3200" b="1" dirty="0">
                <a:solidFill>
                  <a:srgbClr val="663300"/>
                </a:solidFill>
                <a:latin typeface="Angsana New" panose="02020603050405020304" pitchFamily="18" charset="-34"/>
                <a:sym typeface="Symbol"/>
              </a:rPr>
              <a:t>    </a:t>
            </a:r>
            <a:endParaRPr lang="en-US" sz="3200" b="1" dirty="0">
              <a:solidFill>
                <a:srgbClr val="663300"/>
              </a:solidFill>
              <a:latin typeface="Angsana New" pitchFamily="18" charset="-34"/>
            </a:endParaRPr>
          </a:p>
          <a:p>
            <a:pPr marL="457200" indent="-457200">
              <a:tabLst>
                <a:tab pos="457200" algn="l"/>
              </a:tabLst>
            </a:pPr>
            <a:endParaRPr lang="en-US" sz="3200" b="1" dirty="0">
              <a:solidFill>
                <a:srgbClr val="663300"/>
              </a:solidFill>
              <a:latin typeface="Angsana New" pitchFamily="18" charset="-34"/>
            </a:endParaRPr>
          </a:p>
        </p:txBody>
      </p:sp>
      <p:sp>
        <p:nvSpPr>
          <p:cNvPr id="49" name="Rectangle 3"/>
          <p:cNvSpPr>
            <a:spLocks noChangeArrowheads="1"/>
          </p:cNvSpPr>
          <p:nvPr/>
        </p:nvSpPr>
        <p:spPr bwMode="auto">
          <a:xfrm>
            <a:off x="1053152" y="6262048"/>
            <a:ext cx="5916304" cy="533400"/>
          </a:xfrm>
          <a:prstGeom prst="rect">
            <a:avLst/>
          </a:prstGeom>
          <a:noFill/>
          <a:ln w="9525">
            <a:noFill/>
            <a:miter lim="800000"/>
            <a:headEnd/>
            <a:tailEnd/>
          </a:ln>
        </p:spPr>
        <p:txBody>
          <a:bodyPr/>
          <a:lstStyle/>
          <a:p>
            <a:pPr marL="457200" indent="-457200">
              <a:tabLst>
                <a:tab pos="457200" algn="l"/>
              </a:tabLst>
            </a:pPr>
            <a:r>
              <a:rPr lang="en-US" sz="3200" b="1" dirty="0">
                <a:solidFill>
                  <a:srgbClr val="663300"/>
                </a:solidFill>
                <a:latin typeface="Angsana New" panose="02020603050405020304" pitchFamily="18" charset="-34"/>
              </a:rPr>
              <a:t>= </a:t>
            </a:r>
            <a:r>
              <a:rPr lang="en-US" sz="3200" b="1" dirty="0">
                <a:solidFill>
                  <a:srgbClr val="663300"/>
                </a:solidFill>
                <a:latin typeface="Angsana New" panose="02020603050405020304" pitchFamily="18" charset="-34"/>
                <a:sym typeface="Symbol"/>
              </a:rPr>
              <a:t>0.2 + 0.8 + 1.8 + 3.2 + 5.0</a:t>
            </a:r>
            <a:r>
              <a:rPr lang="th-TH" sz="3200" b="1" dirty="0">
                <a:solidFill>
                  <a:srgbClr val="663300"/>
                </a:solidFill>
                <a:latin typeface="Angsana New" panose="02020603050405020304" pitchFamily="18" charset="-34"/>
                <a:sym typeface="Symbol"/>
              </a:rPr>
              <a:t> </a:t>
            </a:r>
            <a:r>
              <a:rPr lang="en-US" sz="3200" b="1" dirty="0">
                <a:solidFill>
                  <a:srgbClr val="663300"/>
                </a:solidFill>
                <a:latin typeface="Angsana New" panose="02020603050405020304" pitchFamily="18" charset="-34"/>
              </a:rPr>
              <a:t>– (</a:t>
            </a:r>
            <a:r>
              <a:rPr lang="en-US" sz="3200" b="1" dirty="0">
                <a:solidFill>
                  <a:srgbClr val="663300"/>
                </a:solidFill>
                <a:latin typeface="Angsana New" panose="02020603050405020304" pitchFamily="18" charset="-34"/>
                <a:sym typeface="Symbol"/>
              </a:rPr>
              <a:t>3)</a:t>
            </a:r>
            <a:r>
              <a:rPr lang="en-US" sz="3200" b="1" baseline="30000" dirty="0">
                <a:solidFill>
                  <a:srgbClr val="663300"/>
                </a:solidFill>
                <a:latin typeface="Angsana New" panose="02020603050405020304" pitchFamily="18" charset="-34"/>
              </a:rPr>
              <a:t>2 </a:t>
            </a:r>
            <a:r>
              <a:rPr lang="en-US" sz="3200" b="1" dirty="0">
                <a:solidFill>
                  <a:srgbClr val="663300"/>
                </a:solidFill>
                <a:latin typeface="Angsana New" panose="02020603050405020304" pitchFamily="18" charset="-34"/>
              </a:rPr>
              <a:t>= </a:t>
            </a:r>
            <a:r>
              <a:rPr lang="en-US" sz="3200" b="1" dirty="0">
                <a:solidFill>
                  <a:srgbClr val="663300"/>
                </a:solidFill>
                <a:latin typeface="Angsana New" panose="02020603050405020304" pitchFamily="18" charset="-34"/>
                <a:sym typeface="Symbol"/>
              </a:rPr>
              <a:t>11 – 9 = 2    </a:t>
            </a:r>
            <a:endParaRPr lang="en-US" sz="3200" b="1" dirty="0">
              <a:solidFill>
                <a:srgbClr val="663300"/>
              </a:solidFill>
              <a:latin typeface="Angsana New" pitchFamily="18" charset="-34"/>
            </a:endParaRPr>
          </a:p>
          <a:p>
            <a:pPr marL="457200" indent="-457200">
              <a:tabLst>
                <a:tab pos="457200" algn="l"/>
              </a:tabLst>
            </a:pPr>
            <a:endParaRPr lang="en-US" sz="3200" b="1" dirty="0">
              <a:solidFill>
                <a:srgbClr val="663300"/>
              </a:solidFill>
              <a:latin typeface="Angsana New" pitchFamily="18" charset="-34"/>
            </a:endParaRPr>
          </a:p>
        </p:txBody>
      </p:sp>
      <p:sp>
        <p:nvSpPr>
          <p:cNvPr id="2" name="Slide Number Placeholder 1">
            <a:extLst>
              <a:ext uri="{FF2B5EF4-FFF2-40B4-BE49-F238E27FC236}">
                <a16:creationId xmlns:a16="http://schemas.microsoft.com/office/drawing/2014/main" id="{922F92E7-A871-438D-A525-AA1C987F9EDA}"/>
              </a:ext>
            </a:extLst>
          </p:cNvPr>
          <p:cNvSpPr>
            <a:spLocks noGrp="1"/>
          </p:cNvSpPr>
          <p:nvPr>
            <p:ph type="sldNum" sz="quarter" idx="12"/>
          </p:nvPr>
        </p:nvSpPr>
        <p:spPr/>
        <p:txBody>
          <a:bodyPr/>
          <a:lstStyle/>
          <a:p>
            <a:pPr>
              <a:defRPr/>
            </a:pPr>
            <a:fld id="{0598EADD-7714-4E0A-AD4B-AC83F9F5DA12}" type="slidenum">
              <a:rPr lang="en-US" smtClean="0"/>
              <a:pPr>
                <a:defRPr/>
              </a:pPr>
              <a:t>15</a:t>
            </a:fld>
            <a:endParaRPr lang="th-TH"/>
          </a:p>
        </p:txBody>
      </p:sp>
    </p:spTree>
    <p:extLst>
      <p:ext uri="{BB962C8B-B14F-4D97-AF65-F5344CB8AC3E}">
        <p14:creationId xmlns:p14="http://schemas.microsoft.com/office/powerpoint/2010/main" val="299766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ctrTitle"/>
          </p:nvPr>
        </p:nvSpPr>
        <p:spPr>
          <a:xfrm>
            <a:off x="120650" y="53544"/>
            <a:ext cx="8899525" cy="457200"/>
          </a:xfrm>
        </p:spPr>
        <p:txBody>
          <a:bodyPr/>
          <a:lstStyle/>
          <a:p>
            <a:pPr eaLnBrk="1" hangingPunct="1">
              <a:lnSpc>
                <a:spcPct val="90000"/>
              </a:lnSpc>
            </a:pPr>
            <a:r>
              <a:rPr lang="th-TH" sz="2800" b="1" dirty="0">
                <a:solidFill>
                  <a:srgbClr val="CC00FF"/>
                </a:solidFill>
                <a:latin typeface="Angsana New" panose="02020603050405020304" pitchFamily="18" charset="-34"/>
                <a:cs typeface="Angsana New" panose="02020603050405020304" pitchFamily="18" charset="-34"/>
              </a:rPr>
              <a:t>ตัวอย่างตัวแปรสุ่มแบบไม่ต่อเนื่อง</a:t>
            </a:r>
          </a:p>
        </p:txBody>
      </p:sp>
      <p:sp>
        <p:nvSpPr>
          <p:cNvPr id="34831" name="Text Box 15"/>
          <p:cNvSpPr txBox="1">
            <a:spLocks noChangeArrowheads="1"/>
          </p:cNvSpPr>
          <p:nvPr/>
        </p:nvSpPr>
        <p:spPr bwMode="auto">
          <a:xfrm>
            <a:off x="152400" y="701566"/>
            <a:ext cx="2286000" cy="523220"/>
          </a:xfrm>
          <a:prstGeom prst="rect">
            <a:avLst/>
          </a:prstGeom>
          <a:noFill/>
          <a:ln w="9525">
            <a:noFill/>
            <a:miter lim="800000"/>
            <a:headEnd/>
            <a:tailEnd/>
          </a:ln>
        </p:spPr>
        <p:txBody>
          <a:bodyPr>
            <a:spAutoFit/>
          </a:bodyPr>
          <a:lstStyle/>
          <a:p>
            <a:pPr>
              <a:spcBef>
                <a:spcPct val="50000"/>
              </a:spcBef>
            </a:pPr>
            <a:r>
              <a:rPr lang="en-US" b="1" dirty="0">
                <a:solidFill>
                  <a:srgbClr val="6600CC"/>
                </a:solidFill>
                <a:latin typeface="Angsana New" panose="02020603050405020304" pitchFamily="18" charset="-34"/>
              </a:rPr>
              <a:t>1. </a:t>
            </a:r>
            <a:r>
              <a:rPr lang="th-TH" b="1" dirty="0">
                <a:solidFill>
                  <a:srgbClr val="6600CC"/>
                </a:solidFill>
                <a:latin typeface="Angsana New" panose="02020603050405020304" pitchFamily="18" charset="-34"/>
              </a:rPr>
              <a:t>สุ่ม</a:t>
            </a:r>
            <a:r>
              <a:rPr lang="en-US" b="1" dirty="0" err="1">
                <a:solidFill>
                  <a:srgbClr val="6600CC"/>
                </a:solidFill>
                <a:latin typeface="Angsana New" panose="02020603050405020304" pitchFamily="18" charset="-34"/>
              </a:rPr>
              <a:t>แบบคืนที่</a:t>
            </a:r>
            <a:endParaRPr lang="en-US" b="1" dirty="0">
              <a:solidFill>
                <a:srgbClr val="6600CC"/>
              </a:solidFill>
              <a:latin typeface="Angsana New" panose="02020603050405020304" pitchFamily="18" charset="-34"/>
            </a:endParaRPr>
          </a:p>
        </p:txBody>
      </p:sp>
      <p:grpSp>
        <p:nvGrpSpPr>
          <p:cNvPr id="2" name="Group 62"/>
          <p:cNvGrpSpPr>
            <a:grpSpLocks/>
          </p:cNvGrpSpPr>
          <p:nvPr/>
        </p:nvGrpSpPr>
        <p:grpSpPr bwMode="auto">
          <a:xfrm>
            <a:off x="4913312" y="396766"/>
            <a:ext cx="2249488" cy="523875"/>
            <a:chOff x="96" y="1497"/>
            <a:chExt cx="1417" cy="330"/>
          </a:xfrm>
        </p:grpSpPr>
        <p:sp>
          <p:nvSpPr>
            <p:cNvPr id="21531" name="Text Box 13"/>
            <p:cNvSpPr txBox="1">
              <a:spLocks noChangeArrowheads="1"/>
            </p:cNvSpPr>
            <p:nvPr/>
          </p:nvSpPr>
          <p:spPr bwMode="auto">
            <a:xfrm>
              <a:off x="96" y="1497"/>
              <a:ext cx="1417" cy="330"/>
            </a:xfrm>
            <a:prstGeom prst="rect">
              <a:avLst/>
            </a:prstGeom>
            <a:noFill/>
            <a:ln w="9525">
              <a:noFill/>
              <a:miter lim="800000"/>
              <a:headEnd/>
              <a:tailEnd/>
            </a:ln>
          </p:spPr>
          <p:txBody>
            <a:bodyPr wrap="square">
              <a:spAutoFit/>
            </a:bodyPr>
            <a:lstStyle/>
            <a:p>
              <a:r>
                <a:rPr lang="en-US" b="1" dirty="0" err="1">
                  <a:solidFill>
                    <a:srgbClr val="663300"/>
                  </a:solidFill>
                  <a:latin typeface="Angsana New" panose="02020603050405020304" pitchFamily="18" charset="-34"/>
                </a:rPr>
                <a:t>พิจารณาค่าเฉลี่ย</a:t>
              </a:r>
              <a:r>
                <a:rPr lang="en-US" b="1" dirty="0">
                  <a:solidFill>
                    <a:srgbClr val="663300"/>
                  </a:solidFill>
                  <a:latin typeface="Angsana New" panose="02020603050405020304" pitchFamily="18" charset="-34"/>
                </a:rPr>
                <a:t> X</a:t>
              </a:r>
              <a:endParaRPr lang="en-US" b="1" baseline="30000" dirty="0">
                <a:solidFill>
                  <a:srgbClr val="663300"/>
                </a:solidFill>
                <a:latin typeface="Angsana New" pitchFamily="18" charset="-34"/>
              </a:endParaRPr>
            </a:p>
          </p:txBody>
        </p:sp>
        <p:sp>
          <p:nvSpPr>
            <p:cNvPr id="21532" name="Line 16"/>
            <p:cNvSpPr>
              <a:spLocks noChangeShapeType="1"/>
            </p:cNvSpPr>
            <p:nvPr/>
          </p:nvSpPr>
          <p:spPr bwMode="auto">
            <a:xfrm>
              <a:off x="1164" y="1584"/>
              <a:ext cx="115" cy="0"/>
            </a:xfrm>
            <a:prstGeom prst="line">
              <a:avLst/>
            </a:prstGeom>
            <a:noFill/>
            <a:ln w="19050">
              <a:solidFill>
                <a:srgbClr val="663300"/>
              </a:solidFill>
              <a:round/>
              <a:headEnd/>
              <a:tailEnd/>
            </a:ln>
          </p:spPr>
          <p:txBody>
            <a:bodyPr/>
            <a:lstStyle/>
            <a:p>
              <a:endParaRPr lang="en-US">
                <a:latin typeface="Angsana New" panose="02020603050405020304" pitchFamily="18" charset="-34"/>
              </a:endParaRPr>
            </a:p>
          </p:txBody>
        </p:sp>
      </p:grpSp>
      <p:grpSp>
        <p:nvGrpSpPr>
          <p:cNvPr id="3" name="Group 64"/>
          <p:cNvGrpSpPr>
            <a:grpSpLocks/>
          </p:cNvGrpSpPr>
          <p:nvPr/>
        </p:nvGrpSpPr>
        <p:grpSpPr bwMode="auto">
          <a:xfrm>
            <a:off x="138113" y="1085183"/>
            <a:ext cx="2911475" cy="2922589"/>
            <a:chOff x="87" y="2427"/>
            <a:chExt cx="1834" cy="1841"/>
          </a:xfrm>
        </p:grpSpPr>
        <p:grpSp>
          <p:nvGrpSpPr>
            <p:cNvPr id="21523" name="Group 38"/>
            <p:cNvGrpSpPr>
              <a:grpSpLocks/>
            </p:cNvGrpSpPr>
            <p:nvPr/>
          </p:nvGrpSpPr>
          <p:grpSpPr bwMode="auto">
            <a:xfrm>
              <a:off x="87" y="2724"/>
              <a:ext cx="1834" cy="1544"/>
              <a:chOff x="96" y="2688"/>
              <a:chExt cx="1834" cy="1544"/>
            </a:xfrm>
          </p:grpSpPr>
          <p:sp>
            <p:nvSpPr>
              <p:cNvPr id="21529" name="Text Box 19"/>
              <p:cNvSpPr txBox="1">
                <a:spLocks noChangeArrowheads="1"/>
              </p:cNvSpPr>
              <p:nvPr/>
            </p:nvSpPr>
            <p:spPr bwMode="auto">
              <a:xfrm>
                <a:off x="96" y="2708"/>
                <a:ext cx="1834" cy="1524"/>
              </a:xfrm>
              <a:prstGeom prst="rect">
                <a:avLst/>
              </a:prstGeom>
              <a:noFill/>
              <a:ln w="9525">
                <a:noFill/>
                <a:miter lim="800000"/>
                <a:headEnd/>
                <a:tailEnd/>
              </a:ln>
            </p:spPr>
            <p:txBody>
              <a:bodyPr wrap="square">
                <a:spAutoFit/>
              </a:bodyPr>
              <a:lstStyle/>
              <a:p>
                <a:pPr>
                  <a:lnSpc>
                    <a:spcPct val="60000"/>
                  </a:lnSpc>
                </a:pPr>
                <a:r>
                  <a:rPr lang="en-US" b="1" dirty="0">
                    <a:solidFill>
                      <a:srgbClr val="6600CC"/>
                    </a:solidFill>
                    <a:latin typeface="Angsana New" panose="02020603050405020304" pitchFamily="18" charset="-34"/>
                  </a:rPr>
                  <a:t>1–1                                  </a:t>
                </a:r>
                <a:r>
                  <a:rPr lang="en-US" b="1" dirty="0">
                    <a:solidFill>
                      <a:srgbClr val="008000"/>
                    </a:solidFill>
                    <a:latin typeface="Angsana New" pitchFamily="18" charset="-34"/>
                  </a:rPr>
                  <a:t>1.0</a:t>
                </a:r>
                <a:r>
                  <a:rPr lang="en-US" b="1" dirty="0">
                    <a:solidFill>
                      <a:srgbClr val="6600CC"/>
                    </a:solidFill>
                    <a:latin typeface="Angsana New" pitchFamily="18" charset="-34"/>
                  </a:rPr>
                  <a:t>   </a:t>
                </a:r>
              </a:p>
              <a:p>
                <a:pPr>
                  <a:lnSpc>
                    <a:spcPct val="60000"/>
                  </a:lnSpc>
                </a:pPr>
                <a:r>
                  <a:rPr lang="en-US" b="1" dirty="0">
                    <a:solidFill>
                      <a:srgbClr val="6600CC"/>
                    </a:solidFill>
                    <a:latin typeface="Angsana New" pitchFamily="18" charset="-34"/>
                  </a:rPr>
                  <a:t>1–2  2–1                          </a:t>
                </a:r>
                <a:r>
                  <a:rPr lang="en-US" b="1" dirty="0">
                    <a:solidFill>
                      <a:srgbClr val="008000"/>
                    </a:solidFill>
                    <a:latin typeface="Angsana New" pitchFamily="18" charset="-34"/>
                  </a:rPr>
                  <a:t>1.5</a:t>
                </a:r>
              </a:p>
              <a:p>
                <a:pPr>
                  <a:lnSpc>
                    <a:spcPct val="60000"/>
                  </a:lnSpc>
                </a:pPr>
                <a:r>
                  <a:rPr lang="en-US" b="1" dirty="0">
                    <a:solidFill>
                      <a:srgbClr val="6600CC"/>
                    </a:solidFill>
                    <a:latin typeface="Angsana New" pitchFamily="18" charset="-34"/>
                  </a:rPr>
                  <a:t>1–3  2–2  3–1                  </a:t>
                </a:r>
                <a:r>
                  <a:rPr lang="en-US" b="1" dirty="0">
                    <a:solidFill>
                      <a:srgbClr val="008000"/>
                    </a:solidFill>
                    <a:latin typeface="Angsana New" pitchFamily="18" charset="-34"/>
                  </a:rPr>
                  <a:t>2.0</a:t>
                </a:r>
              </a:p>
              <a:p>
                <a:pPr>
                  <a:lnSpc>
                    <a:spcPct val="60000"/>
                  </a:lnSpc>
                </a:pPr>
                <a:r>
                  <a:rPr lang="en-US" b="1" dirty="0">
                    <a:solidFill>
                      <a:srgbClr val="6600CC"/>
                    </a:solidFill>
                    <a:latin typeface="Angsana New" pitchFamily="18" charset="-34"/>
                  </a:rPr>
                  <a:t>1–4  2–3  3–2  4–1          </a:t>
                </a:r>
                <a:r>
                  <a:rPr lang="en-US" b="1" dirty="0">
                    <a:solidFill>
                      <a:srgbClr val="008000"/>
                    </a:solidFill>
                    <a:latin typeface="Angsana New" pitchFamily="18" charset="-34"/>
                  </a:rPr>
                  <a:t>2.5</a:t>
                </a:r>
                <a:r>
                  <a:rPr lang="en-US" b="1" dirty="0">
                    <a:solidFill>
                      <a:srgbClr val="6600CC"/>
                    </a:solidFill>
                    <a:latin typeface="Angsana New" pitchFamily="18" charset="-34"/>
                  </a:rPr>
                  <a:t>   </a:t>
                </a:r>
              </a:p>
              <a:p>
                <a:pPr>
                  <a:lnSpc>
                    <a:spcPct val="60000"/>
                  </a:lnSpc>
                </a:pPr>
                <a:r>
                  <a:rPr lang="en-US" b="1" dirty="0">
                    <a:solidFill>
                      <a:srgbClr val="6600CC"/>
                    </a:solidFill>
                    <a:latin typeface="Angsana New" pitchFamily="18" charset="-34"/>
                  </a:rPr>
                  <a:t>1–5  2–4  3–3  4–2  5–1  </a:t>
                </a:r>
                <a:r>
                  <a:rPr lang="en-US" b="1" dirty="0">
                    <a:solidFill>
                      <a:srgbClr val="008000"/>
                    </a:solidFill>
                    <a:latin typeface="Angsana New" pitchFamily="18" charset="-34"/>
                  </a:rPr>
                  <a:t>3.0</a:t>
                </a:r>
              </a:p>
              <a:p>
                <a:pPr>
                  <a:lnSpc>
                    <a:spcPct val="60000"/>
                  </a:lnSpc>
                </a:pPr>
                <a:r>
                  <a:rPr lang="en-US" b="1" dirty="0">
                    <a:solidFill>
                      <a:srgbClr val="6600CC"/>
                    </a:solidFill>
                    <a:latin typeface="Angsana New" panose="02020603050405020304" pitchFamily="18" charset="-34"/>
                  </a:rPr>
                  <a:t>2–5  3–4  4–3  5–2          </a:t>
                </a:r>
                <a:r>
                  <a:rPr lang="en-US" b="1" dirty="0">
                    <a:solidFill>
                      <a:srgbClr val="008000"/>
                    </a:solidFill>
                    <a:latin typeface="Angsana New" pitchFamily="18" charset="-34"/>
                  </a:rPr>
                  <a:t>3.5</a:t>
                </a:r>
                <a:r>
                  <a:rPr lang="en-US" b="1" dirty="0">
                    <a:solidFill>
                      <a:srgbClr val="6600CC"/>
                    </a:solidFill>
                    <a:latin typeface="Angsana New" pitchFamily="18" charset="-34"/>
                  </a:rPr>
                  <a:t> </a:t>
                </a:r>
              </a:p>
              <a:p>
                <a:pPr>
                  <a:lnSpc>
                    <a:spcPct val="60000"/>
                  </a:lnSpc>
                </a:pPr>
                <a:r>
                  <a:rPr lang="en-US" b="1" dirty="0">
                    <a:solidFill>
                      <a:srgbClr val="6600CC"/>
                    </a:solidFill>
                    <a:latin typeface="Angsana New" pitchFamily="18" charset="-34"/>
                  </a:rPr>
                  <a:t>3–5  4–4  5–3                  </a:t>
                </a:r>
                <a:r>
                  <a:rPr lang="en-US" b="1" dirty="0">
                    <a:solidFill>
                      <a:srgbClr val="008000"/>
                    </a:solidFill>
                    <a:latin typeface="Angsana New" pitchFamily="18" charset="-34"/>
                  </a:rPr>
                  <a:t>4.0</a:t>
                </a:r>
              </a:p>
              <a:p>
                <a:pPr>
                  <a:lnSpc>
                    <a:spcPct val="60000"/>
                  </a:lnSpc>
                </a:pPr>
                <a:r>
                  <a:rPr lang="en-US" b="1" dirty="0">
                    <a:solidFill>
                      <a:srgbClr val="6600CC"/>
                    </a:solidFill>
                    <a:latin typeface="Angsana New" pitchFamily="18" charset="-34"/>
                  </a:rPr>
                  <a:t>4–5  5–4                          </a:t>
                </a:r>
                <a:r>
                  <a:rPr lang="en-US" b="1" dirty="0">
                    <a:solidFill>
                      <a:srgbClr val="008000"/>
                    </a:solidFill>
                    <a:latin typeface="Angsana New" pitchFamily="18" charset="-34"/>
                  </a:rPr>
                  <a:t>4.5</a:t>
                </a:r>
              </a:p>
              <a:p>
                <a:pPr>
                  <a:lnSpc>
                    <a:spcPct val="60000"/>
                  </a:lnSpc>
                </a:pPr>
                <a:r>
                  <a:rPr lang="en-US" b="1" dirty="0">
                    <a:solidFill>
                      <a:srgbClr val="6600CC"/>
                    </a:solidFill>
                    <a:latin typeface="Angsana New" pitchFamily="18" charset="-34"/>
                  </a:rPr>
                  <a:t>5–5                                  </a:t>
                </a:r>
                <a:r>
                  <a:rPr lang="en-US" b="1" dirty="0">
                    <a:solidFill>
                      <a:srgbClr val="008000"/>
                    </a:solidFill>
                    <a:latin typeface="Angsana New" pitchFamily="18" charset="-34"/>
                  </a:rPr>
                  <a:t>5.0</a:t>
                </a:r>
              </a:p>
            </p:txBody>
          </p:sp>
          <p:sp>
            <p:nvSpPr>
              <p:cNvPr id="21530" name="Rectangle 34"/>
              <p:cNvSpPr>
                <a:spLocks noChangeArrowheads="1"/>
              </p:cNvSpPr>
              <p:nvPr/>
            </p:nvSpPr>
            <p:spPr bwMode="auto">
              <a:xfrm>
                <a:off x="115" y="2688"/>
                <a:ext cx="1814" cy="1473"/>
              </a:xfrm>
              <a:prstGeom prst="rect">
                <a:avLst/>
              </a:prstGeom>
              <a:noFill/>
              <a:ln w="38100">
                <a:solidFill>
                  <a:srgbClr val="FF0000"/>
                </a:solidFill>
                <a:miter lim="800000"/>
                <a:headEnd/>
                <a:tailEnd/>
              </a:ln>
            </p:spPr>
            <p:txBody>
              <a:bodyPr wrap="none" anchor="ctr"/>
              <a:lstStyle/>
              <a:p>
                <a:endParaRPr lang="en-US">
                  <a:latin typeface="Angsana New" panose="02020603050405020304" pitchFamily="18" charset="-34"/>
                </a:endParaRPr>
              </a:p>
            </p:txBody>
          </p:sp>
        </p:grpSp>
        <p:grpSp>
          <p:nvGrpSpPr>
            <p:cNvPr id="21524" name="Group 55"/>
            <p:cNvGrpSpPr>
              <a:grpSpLocks/>
            </p:cNvGrpSpPr>
            <p:nvPr/>
          </p:nvGrpSpPr>
          <p:grpSpPr bwMode="auto">
            <a:xfrm>
              <a:off x="107" y="2427"/>
              <a:ext cx="1814" cy="330"/>
              <a:chOff x="107" y="2427"/>
              <a:chExt cx="1814" cy="330"/>
            </a:xfrm>
          </p:grpSpPr>
          <p:grpSp>
            <p:nvGrpSpPr>
              <p:cNvPr id="21525" name="Group 54"/>
              <p:cNvGrpSpPr>
                <a:grpSpLocks/>
              </p:cNvGrpSpPr>
              <p:nvPr/>
            </p:nvGrpSpPr>
            <p:grpSpPr bwMode="auto">
              <a:xfrm>
                <a:off x="256" y="2427"/>
                <a:ext cx="1632" cy="330"/>
                <a:chOff x="256" y="2427"/>
                <a:chExt cx="1632" cy="330"/>
              </a:xfrm>
            </p:grpSpPr>
            <p:sp>
              <p:nvSpPr>
                <p:cNvPr id="21527" name="Text Box 20"/>
                <p:cNvSpPr txBox="1">
                  <a:spLocks noChangeArrowheads="1"/>
                </p:cNvSpPr>
                <p:nvPr/>
              </p:nvSpPr>
              <p:spPr bwMode="auto">
                <a:xfrm>
                  <a:off x="256" y="2427"/>
                  <a:ext cx="1632" cy="330"/>
                </a:xfrm>
                <a:prstGeom prst="rect">
                  <a:avLst/>
                </a:prstGeom>
                <a:noFill/>
                <a:ln w="9525">
                  <a:noFill/>
                  <a:miter lim="800000"/>
                  <a:headEnd/>
                  <a:tailEnd/>
                </a:ln>
              </p:spPr>
              <p:txBody>
                <a:bodyPr wrap="square">
                  <a:spAutoFit/>
                </a:bodyPr>
                <a:lstStyle/>
                <a:p>
                  <a:pPr>
                    <a:spcBef>
                      <a:spcPct val="50000"/>
                    </a:spcBef>
                  </a:pPr>
                  <a:r>
                    <a:rPr lang="en-US" b="1" dirty="0" err="1">
                      <a:solidFill>
                        <a:srgbClr val="FF0000"/>
                      </a:solidFill>
                      <a:latin typeface="Angsana New" panose="02020603050405020304" pitchFamily="18" charset="-34"/>
                    </a:rPr>
                    <a:t>ตัวอย่าง</a:t>
                  </a:r>
                  <a:r>
                    <a:rPr lang="en-US" b="1" dirty="0">
                      <a:solidFill>
                        <a:srgbClr val="FF0000"/>
                      </a:solidFill>
                      <a:latin typeface="Angsana New" pitchFamily="18" charset="-34"/>
                    </a:rPr>
                    <a:t>                        X</a:t>
                  </a:r>
                </a:p>
              </p:txBody>
            </p:sp>
            <p:sp>
              <p:nvSpPr>
                <p:cNvPr id="21528" name="Line 21"/>
                <p:cNvSpPr>
                  <a:spLocks noChangeShapeType="1"/>
                </p:cNvSpPr>
                <p:nvPr/>
              </p:nvSpPr>
              <p:spPr bwMode="auto">
                <a:xfrm>
                  <a:off x="1687" y="2508"/>
                  <a:ext cx="98" cy="0"/>
                </a:xfrm>
                <a:prstGeom prst="line">
                  <a:avLst/>
                </a:prstGeom>
                <a:noFill/>
                <a:ln w="28575">
                  <a:solidFill>
                    <a:srgbClr val="FF0000"/>
                  </a:solidFill>
                  <a:round/>
                  <a:headEnd/>
                  <a:tailEnd/>
                </a:ln>
              </p:spPr>
              <p:txBody>
                <a:bodyPr/>
                <a:lstStyle/>
                <a:p>
                  <a:endParaRPr lang="en-US">
                    <a:latin typeface="Angsana New" panose="02020603050405020304" pitchFamily="18" charset="-34"/>
                  </a:endParaRPr>
                </a:p>
              </p:txBody>
            </p:sp>
          </p:grpSp>
          <p:sp>
            <p:nvSpPr>
              <p:cNvPr id="21526" name="Rectangle 37"/>
              <p:cNvSpPr>
                <a:spLocks noChangeArrowheads="1"/>
              </p:cNvSpPr>
              <p:nvPr/>
            </p:nvSpPr>
            <p:spPr bwMode="auto">
              <a:xfrm>
                <a:off x="107" y="2450"/>
                <a:ext cx="1814" cy="237"/>
              </a:xfrm>
              <a:prstGeom prst="rect">
                <a:avLst/>
              </a:prstGeom>
              <a:noFill/>
              <a:ln w="38100">
                <a:solidFill>
                  <a:srgbClr val="FF0000"/>
                </a:solidFill>
                <a:miter lim="800000"/>
                <a:headEnd/>
                <a:tailEnd/>
              </a:ln>
            </p:spPr>
            <p:txBody>
              <a:bodyPr wrap="none" anchor="ctr"/>
              <a:lstStyle/>
              <a:p>
                <a:endParaRPr lang="en-US">
                  <a:latin typeface="Angsana New" panose="02020603050405020304" pitchFamily="18" charset="-34"/>
                </a:endParaRPr>
              </a:p>
            </p:txBody>
          </p:sp>
        </p:grpSp>
      </p:grpSp>
      <p:sp>
        <p:nvSpPr>
          <p:cNvPr id="21511" name="Rectangle 58"/>
          <p:cNvSpPr>
            <a:spLocks noChangeArrowheads="1"/>
          </p:cNvSpPr>
          <p:nvPr/>
        </p:nvSpPr>
        <p:spPr bwMode="auto">
          <a:xfrm>
            <a:off x="152401" y="461316"/>
            <a:ext cx="4849686" cy="457200"/>
          </a:xfrm>
          <a:prstGeom prst="rect">
            <a:avLst/>
          </a:prstGeom>
          <a:noFill/>
          <a:ln w="9525">
            <a:noFill/>
            <a:miter lim="800000"/>
            <a:headEnd/>
            <a:tailEnd/>
          </a:ln>
        </p:spPr>
        <p:txBody>
          <a:bodyPr/>
          <a:lstStyle/>
          <a:p>
            <a:pPr>
              <a:lnSpc>
                <a:spcPct val="80000"/>
              </a:lnSpc>
            </a:pPr>
            <a:r>
              <a:rPr lang="th-TH" b="1" dirty="0">
                <a:solidFill>
                  <a:srgbClr val="0000FF"/>
                </a:solidFill>
                <a:latin typeface="Angsana New" pitchFamily="18" charset="-34"/>
              </a:rPr>
              <a:t>สุ่มสลาก </a:t>
            </a:r>
            <a:r>
              <a:rPr lang="th-TH" b="1" dirty="0">
                <a:solidFill>
                  <a:srgbClr val="FF0000"/>
                </a:solidFill>
                <a:latin typeface="Angsana New" pitchFamily="18" charset="-34"/>
              </a:rPr>
              <a:t>2 </a:t>
            </a:r>
            <a:r>
              <a:rPr lang="th-TH" b="1" dirty="0">
                <a:solidFill>
                  <a:srgbClr val="0000FF"/>
                </a:solidFill>
                <a:latin typeface="Angsana New" pitchFamily="18" charset="-34"/>
              </a:rPr>
              <a:t>ใบจาก </a:t>
            </a:r>
            <a:r>
              <a:rPr lang="th-TH" b="1" dirty="0">
                <a:solidFill>
                  <a:srgbClr val="FF0000"/>
                </a:solidFill>
                <a:latin typeface="Angsana New" pitchFamily="18" charset="-34"/>
              </a:rPr>
              <a:t>5</a:t>
            </a:r>
            <a:r>
              <a:rPr lang="th-TH" b="1" dirty="0">
                <a:solidFill>
                  <a:srgbClr val="0000FF"/>
                </a:solidFill>
                <a:latin typeface="Angsana New" pitchFamily="18" charset="-34"/>
              </a:rPr>
              <a:t> ใบที่เขียนเลข 1 </a:t>
            </a:r>
            <a:r>
              <a:rPr lang="en-US" b="1" dirty="0">
                <a:solidFill>
                  <a:srgbClr val="0000FF"/>
                </a:solidFill>
                <a:latin typeface="Angsana New" pitchFamily="18" charset="-34"/>
              </a:rPr>
              <a:t>, 2 , 3 , 4 , 5 </a:t>
            </a:r>
            <a:endParaRPr lang="en-US" b="1" dirty="0">
              <a:solidFill>
                <a:srgbClr val="008000"/>
              </a:solidFill>
              <a:latin typeface="Angsana New" pitchFamily="18" charset="-34"/>
            </a:endParaRPr>
          </a:p>
        </p:txBody>
      </p:sp>
      <p:sp>
        <p:nvSpPr>
          <p:cNvPr id="29" name="Text Box 15"/>
          <p:cNvSpPr txBox="1">
            <a:spLocks noChangeArrowheads="1"/>
          </p:cNvSpPr>
          <p:nvPr/>
        </p:nvSpPr>
        <p:spPr bwMode="auto">
          <a:xfrm>
            <a:off x="178346" y="3958977"/>
            <a:ext cx="2286000" cy="523220"/>
          </a:xfrm>
          <a:prstGeom prst="rect">
            <a:avLst/>
          </a:prstGeom>
          <a:noFill/>
          <a:ln w="9525">
            <a:noFill/>
            <a:miter lim="800000"/>
            <a:headEnd/>
            <a:tailEnd/>
          </a:ln>
        </p:spPr>
        <p:txBody>
          <a:bodyPr>
            <a:spAutoFit/>
          </a:bodyPr>
          <a:lstStyle/>
          <a:p>
            <a:pPr>
              <a:spcBef>
                <a:spcPct val="50000"/>
              </a:spcBef>
            </a:pPr>
            <a:r>
              <a:rPr lang="en-US" b="1" dirty="0">
                <a:solidFill>
                  <a:srgbClr val="6600CC"/>
                </a:solidFill>
                <a:latin typeface="Angsana New" panose="02020603050405020304" pitchFamily="18" charset="-34"/>
              </a:rPr>
              <a:t>2. </a:t>
            </a:r>
            <a:r>
              <a:rPr lang="th-TH" b="1" dirty="0">
                <a:solidFill>
                  <a:srgbClr val="6600CC"/>
                </a:solidFill>
                <a:latin typeface="Angsana New" panose="02020603050405020304" pitchFamily="18" charset="-34"/>
              </a:rPr>
              <a:t>สุ่ม</a:t>
            </a:r>
            <a:r>
              <a:rPr lang="en-US" b="1" dirty="0" err="1">
                <a:solidFill>
                  <a:srgbClr val="6600CC"/>
                </a:solidFill>
                <a:latin typeface="Angsana New" panose="02020603050405020304" pitchFamily="18" charset="-34"/>
              </a:rPr>
              <a:t>แบบ</a:t>
            </a:r>
            <a:r>
              <a:rPr lang="th-TH" b="1" dirty="0">
                <a:solidFill>
                  <a:srgbClr val="6600CC"/>
                </a:solidFill>
                <a:latin typeface="Angsana New" panose="02020603050405020304" pitchFamily="18" charset="-34"/>
              </a:rPr>
              <a:t>ไม่</a:t>
            </a:r>
            <a:r>
              <a:rPr lang="en-US" b="1" dirty="0" err="1">
                <a:solidFill>
                  <a:srgbClr val="6600CC"/>
                </a:solidFill>
                <a:latin typeface="Angsana New" panose="02020603050405020304" pitchFamily="18" charset="-34"/>
              </a:rPr>
              <a:t>คืนที่</a:t>
            </a:r>
            <a:endParaRPr lang="en-US" b="1" dirty="0">
              <a:solidFill>
                <a:srgbClr val="6600CC"/>
              </a:solidFill>
              <a:latin typeface="Angsana New" panose="02020603050405020304" pitchFamily="18" charset="-34"/>
            </a:endParaRPr>
          </a:p>
        </p:txBody>
      </p:sp>
      <p:grpSp>
        <p:nvGrpSpPr>
          <p:cNvPr id="30" name="Group 64"/>
          <p:cNvGrpSpPr>
            <a:grpSpLocks/>
          </p:cNvGrpSpPr>
          <p:nvPr/>
        </p:nvGrpSpPr>
        <p:grpSpPr bwMode="auto">
          <a:xfrm>
            <a:off x="136526" y="4383088"/>
            <a:ext cx="2911475" cy="2395538"/>
            <a:chOff x="87" y="2427"/>
            <a:chExt cx="1834" cy="1509"/>
          </a:xfrm>
        </p:grpSpPr>
        <p:grpSp>
          <p:nvGrpSpPr>
            <p:cNvPr id="31" name="Group 38"/>
            <p:cNvGrpSpPr>
              <a:grpSpLocks/>
            </p:cNvGrpSpPr>
            <p:nvPr/>
          </p:nvGrpSpPr>
          <p:grpSpPr bwMode="auto">
            <a:xfrm>
              <a:off x="87" y="2738"/>
              <a:ext cx="1834" cy="1198"/>
              <a:chOff x="96" y="2702"/>
              <a:chExt cx="1834" cy="1198"/>
            </a:xfrm>
          </p:grpSpPr>
          <p:sp>
            <p:nvSpPr>
              <p:cNvPr id="37" name="Text Box 19"/>
              <p:cNvSpPr txBox="1">
                <a:spLocks noChangeArrowheads="1"/>
              </p:cNvSpPr>
              <p:nvPr/>
            </p:nvSpPr>
            <p:spPr bwMode="auto">
              <a:xfrm>
                <a:off x="96" y="2702"/>
                <a:ext cx="1834" cy="1198"/>
              </a:xfrm>
              <a:prstGeom prst="rect">
                <a:avLst/>
              </a:prstGeom>
              <a:noFill/>
              <a:ln w="9525">
                <a:noFill/>
                <a:miter lim="800000"/>
                <a:headEnd/>
                <a:tailEnd/>
              </a:ln>
            </p:spPr>
            <p:txBody>
              <a:bodyPr wrap="square">
                <a:spAutoFit/>
              </a:bodyPr>
              <a:lstStyle/>
              <a:p>
                <a:pPr>
                  <a:lnSpc>
                    <a:spcPct val="60000"/>
                  </a:lnSpc>
                </a:pPr>
                <a:r>
                  <a:rPr lang="en-US" b="1" dirty="0">
                    <a:solidFill>
                      <a:srgbClr val="6600CC"/>
                    </a:solidFill>
                    <a:latin typeface="Angsana New" pitchFamily="18" charset="-34"/>
                  </a:rPr>
                  <a:t>1–2  2–1                          </a:t>
                </a:r>
                <a:r>
                  <a:rPr lang="en-US" b="1" dirty="0">
                    <a:solidFill>
                      <a:srgbClr val="008000"/>
                    </a:solidFill>
                    <a:latin typeface="Angsana New" pitchFamily="18" charset="-34"/>
                  </a:rPr>
                  <a:t>1.5</a:t>
                </a:r>
              </a:p>
              <a:p>
                <a:pPr>
                  <a:lnSpc>
                    <a:spcPct val="60000"/>
                  </a:lnSpc>
                </a:pPr>
                <a:r>
                  <a:rPr lang="en-US" b="1" dirty="0">
                    <a:solidFill>
                      <a:srgbClr val="6600CC"/>
                    </a:solidFill>
                    <a:latin typeface="Angsana New" pitchFamily="18" charset="-34"/>
                  </a:rPr>
                  <a:t>1–3          3–1                  </a:t>
                </a:r>
                <a:r>
                  <a:rPr lang="en-US" b="1" dirty="0">
                    <a:solidFill>
                      <a:srgbClr val="008000"/>
                    </a:solidFill>
                    <a:latin typeface="Angsana New" pitchFamily="18" charset="-34"/>
                  </a:rPr>
                  <a:t>2.0</a:t>
                </a:r>
              </a:p>
              <a:p>
                <a:pPr>
                  <a:lnSpc>
                    <a:spcPct val="60000"/>
                  </a:lnSpc>
                </a:pPr>
                <a:r>
                  <a:rPr lang="en-US" b="1" dirty="0">
                    <a:solidFill>
                      <a:srgbClr val="6600CC"/>
                    </a:solidFill>
                    <a:latin typeface="Angsana New" pitchFamily="18" charset="-34"/>
                  </a:rPr>
                  <a:t>1–4  2–3  3–2  4–1          </a:t>
                </a:r>
                <a:r>
                  <a:rPr lang="en-US" b="1" dirty="0">
                    <a:solidFill>
                      <a:srgbClr val="008000"/>
                    </a:solidFill>
                    <a:latin typeface="Angsana New" pitchFamily="18" charset="-34"/>
                  </a:rPr>
                  <a:t>2.5</a:t>
                </a:r>
                <a:r>
                  <a:rPr lang="en-US" b="1" dirty="0">
                    <a:solidFill>
                      <a:srgbClr val="6600CC"/>
                    </a:solidFill>
                    <a:latin typeface="Angsana New" pitchFamily="18" charset="-34"/>
                  </a:rPr>
                  <a:t>   </a:t>
                </a:r>
              </a:p>
              <a:p>
                <a:pPr>
                  <a:lnSpc>
                    <a:spcPct val="60000"/>
                  </a:lnSpc>
                </a:pPr>
                <a:r>
                  <a:rPr lang="en-US" b="1" dirty="0">
                    <a:solidFill>
                      <a:srgbClr val="6600CC"/>
                    </a:solidFill>
                    <a:latin typeface="Angsana New" pitchFamily="18" charset="-34"/>
                  </a:rPr>
                  <a:t>1–5  2–4          4–2  5–1  </a:t>
                </a:r>
                <a:r>
                  <a:rPr lang="en-US" b="1" dirty="0">
                    <a:solidFill>
                      <a:srgbClr val="008000"/>
                    </a:solidFill>
                    <a:latin typeface="Angsana New" pitchFamily="18" charset="-34"/>
                  </a:rPr>
                  <a:t>3.0</a:t>
                </a:r>
              </a:p>
              <a:p>
                <a:pPr>
                  <a:lnSpc>
                    <a:spcPct val="60000"/>
                  </a:lnSpc>
                </a:pPr>
                <a:r>
                  <a:rPr lang="en-US" b="1" dirty="0">
                    <a:solidFill>
                      <a:srgbClr val="6600CC"/>
                    </a:solidFill>
                    <a:latin typeface="Angsana New" panose="02020603050405020304" pitchFamily="18" charset="-34"/>
                  </a:rPr>
                  <a:t>2–5  3–4  4–3  5–2          </a:t>
                </a:r>
                <a:r>
                  <a:rPr lang="en-US" b="1" dirty="0">
                    <a:solidFill>
                      <a:srgbClr val="008000"/>
                    </a:solidFill>
                    <a:latin typeface="Angsana New" pitchFamily="18" charset="-34"/>
                  </a:rPr>
                  <a:t>3.5</a:t>
                </a:r>
                <a:r>
                  <a:rPr lang="en-US" b="1" dirty="0">
                    <a:solidFill>
                      <a:srgbClr val="6600CC"/>
                    </a:solidFill>
                    <a:latin typeface="Angsana New" pitchFamily="18" charset="-34"/>
                  </a:rPr>
                  <a:t> </a:t>
                </a:r>
              </a:p>
              <a:p>
                <a:pPr>
                  <a:lnSpc>
                    <a:spcPct val="60000"/>
                  </a:lnSpc>
                </a:pPr>
                <a:r>
                  <a:rPr lang="en-US" b="1" dirty="0">
                    <a:solidFill>
                      <a:srgbClr val="6600CC"/>
                    </a:solidFill>
                    <a:latin typeface="Angsana New" pitchFamily="18" charset="-34"/>
                  </a:rPr>
                  <a:t>3–5          5–3                  </a:t>
                </a:r>
                <a:r>
                  <a:rPr lang="en-US" b="1" dirty="0">
                    <a:solidFill>
                      <a:srgbClr val="008000"/>
                    </a:solidFill>
                    <a:latin typeface="Angsana New" pitchFamily="18" charset="-34"/>
                  </a:rPr>
                  <a:t>4.0</a:t>
                </a:r>
              </a:p>
              <a:p>
                <a:pPr>
                  <a:lnSpc>
                    <a:spcPct val="60000"/>
                  </a:lnSpc>
                </a:pPr>
                <a:r>
                  <a:rPr lang="en-US" b="1" dirty="0">
                    <a:solidFill>
                      <a:srgbClr val="6600CC"/>
                    </a:solidFill>
                    <a:latin typeface="Angsana New" pitchFamily="18" charset="-34"/>
                  </a:rPr>
                  <a:t>4–5  5–4                          </a:t>
                </a:r>
                <a:r>
                  <a:rPr lang="en-US" b="1" dirty="0">
                    <a:solidFill>
                      <a:srgbClr val="008000"/>
                    </a:solidFill>
                    <a:latin typeface="Angsana New" pitchFamily="18" charset="-34"/>
                  </a:rPr>
                  <a:t>4.5</a:t>
                </a:r>
              </a:p>
            </p:txBody>
          </p:sp>
          <p:sp>
            <p:nvSpPr>
              <p:cNvPr id="38" name="Rectangle 34"/>
              <p:cNvSpPr>
                <a:spLocks noChangeArrowheads="1"/>
              </p:cNvSpPr>
              <p:nvPr/>
            </p:nvSpPr>
            <p:spPr bwMode="auto">
              <a:xfrm>
                <a:off x="115" y="2702"/>
                <a:ext cx="1814" cy="1159"/>
              </a:xfrm>
              <a:prstGeom prst="rect">
                <a:avLst/>
              </a:prstGeom>
              <a:noFill/>
              <a:ln w="38100">
                <a:solidFill>
                  <a:srgbClr val="FF0000"/>
                </a:solidFill>
                <a:miter lim="800000"/>
                <a:headEnd/>
                <a:tailEnd/>
              </a:ln>
            </p:spPr>
            <p:txBody>
              <a:bodyPr wrap="none" anchor="ctr"/>
              <a:lstStyle/>
              <a:p>
                <a:endParaRPr lang="en-US">
                  <a:latin typeface="Angsana New" panose="02020603050405020304" pitchFamily="18" charset="-34"/>
                </a:endParaRPr>
              </a:p>
            </p:txBody>
          </p:sp>
        </p:grpSp>
        <p:grpSp>
          <p:nvGrpSpPr>
            <p:cNvPr id="32" name="Group 55"/>
            <p:cNvGrpSpPr>
              <a:grpSpLocks/>
            </p:cNvGrpSpPr>
            <p:nvPr/>
          </p:nvGrpSpPr>
          <p:grpSpPr bwMode="auto">
            <a:xfrm>
              <a:off x="107" y="2427"/>
              <a:ext cx="1814" cy="330"/>
              <a:chOff x="107" y="2427"/>
              <a:chExt cx="1814" cy="330"/>
            </a:xfrm>
          </p:grpSpPr>
          <p:grpSp>
            <p:nvGrpSpPr>
              <p:cNvPr id="33" name="Group 54"/>
              <p:cNvGrpSpPr>
                <a:grpSpLocks/>
              </p:cNvGrpSpPr>
              <p:nvPr/>
            </p:nvGrpSpPr>
            <p:grpSpPr bwMode="auto">
              <a:xfrm>
                <a:off x="256" y="2427"/>
                <a:ext cx="1632" cy="330"/>
                <a:chOff x="256" y="2427"/>
                <a:chExt cx="1632" cy="330"/>
              </a:xfrm>
            </p:grpSpPr>
            <p:sp>
              <p:nvSpPr>
                <p:cNvPr id="35" name="Text Box 20"/>
                <p:cNvSpPr txBox="1">
                  <a:spLocks noChangeArrowheads="1"/>
                </p:cNvSpPr>
                <p:nvPr/>
              </p:nvSpPr>
              <p:spPr bwMode="auto">
                <a:xfrm>
                  <a:off x="256" y="2427"/>
                  <a:ext cx="1632" cy="330"/>
                </a:xfrm>
                <a:prstGeom prst="rect">
                  <a:avLst/>
                </a:prstGeom>
                <a:noFill/>
                <a:ln w="9525">
                  <a:noFill/>
                  <a:miter lim="800000"/>
                  <a:headEnd/>
                  <a:tailEnd/>
                </a:ln>
              </p:spPr>
              <p:txBody>
                <a:bodyPr wrap="square">
                  <a:spAutoFit/>
                </a:bodyPr>
                <a:lstStyle/>
                <a:p>
                  <a:pPr>
                    <a:spcBef>
                      <a:spcPct val="50000"/>
                    </a:spcBef>
                  </a:pPr>
                  <a:r>
                    <a:rPr lang="en-US" b="1" dirty="0" err="1">
                      <a:solidFill>
                        <a:srgbClr val="FF0000"/>
                      </a:solidFill>
                      <a:latin typeface="Angsana New" panose="02020603050405020304" pitchFamily="18" charset="-34"/>
                    </a:rPr>
                    <a:t>ตัวอย่าง</a:t>
                  </a:r>
                  <a:r>
                    <a:rPr lang="en-US" b="1" dirty="0">
                      <a:solidFill>
                        <a:srgbClr val="FF0000"/>
                      </a:solidFill>
                      <a:latin typeface="Angsana New" pitchFamily="18" charset="-34"/>
                    </a:rPr>
                    <a:t>                        X</a:t>
                  </a:r>
                </a:p>
              </p:txBody>
            </p:sp>
            <p:sp>
              <p:nvSpPr>
                <p:cNvPr id="36" name="Line 21"/>
                <p:cNvSpPr>
                  <a:spLocks noChangeShapeType="1"/>
                </p:cNvSpPr>
                <p:nvPr/>
              </p:nvSpPr>
              <p:spPr bwMode="auto">
                <a:xfrm>
                  <a:off x="1687" y="2518"/>
                  <a:ext cx="98" cy="0"/>
                </a:xfrm>
                <a:prstGeom prst="line">
                  <a:avLst/>
                </a:prstGeom>
                <a:noFill/>
                <a:ln w="28575">
                  <a:solidFill>
                    <a:srgbClr val="FF0000"/>
                  </a:solidFill>
                  <a:round/>
                  <a:headEnd/>
                  <a:tailEnd/>
                </a:ln>
              </p:spPr>
              <p:txBody>
                <a:bodyPr/>
                <a:lstStyle/>
                <a:p>
                  <a:endParaRPr lang="en-US">
                    <a:latin typeface="Angsana New" panose="02020603050405020304" pitchFamily="18" charset="-34"/>
                  </a:endParaRPr>
                </a:p>
              </p:txBody>
            </p:sp>
          </p:grpSp>
          <p:sp>
            <p:nvSpPr>
              <p:cNvPr id="34" name="Rectangle 37"/>
              <p:cNvSpPr>
                <a:spLocks noChangeArrowheads="1"/>
              </p:cNvSpPr>
              <p:nvPr/>
            </p:nvSpPr>
            <p:spPr bwMode="auto">
              <a:xfrm>
                <a:off x="107" y="2450"/>
                <a:ext cx="1814" cy="245"/>
              </a:xfrm>
              <a:prstGeom prst="rect">
                <a:avLst/>
              </a:prstGeom>
              <a:noFill/>
              <a:ln w="38100">
                <a:solidFill>
                  <a:srgbClr val="FF0000"/>
                </a:solidFill>
                <a:miter lim="800000"/>
                <a:headEnd/>
                <a:tailEnd/>
              </a:ln>
            </p:spPr>
            <p:txBody>
              <a:bodyPr wrap="none" anchor="ctr"/>
              <a:lstStyle/>
              <a:p>
                <a:endParaRPr lang="en-US">
                  <a:latin typeface="Angsana New" panose="02020603050405020304" pitchFamily="18" charset="-34"/>
                </a:endParaRPr>
              </a:p>
            </p:txBody>
          </p:sp>
        </p:grpSp>
      </p:grpSp>
      <p:grpSp>
        <p:nvGrpSpPr>
          <p:cNvPr id="39" name="Group 22"/>
          <p:cNvGrpSpPr>
            <a:grpSpLocks/>
          </p:cNvGrpSpPr>
          <p:nvPr/>
        </p:nvGrpSpPr>
        <p:grpSpPr bwMode="auto">
          <a:xfrm>
            <a:off x="3276768" y="1263541"/>
            <a:ext cx="4503737" cy="523875"/>
            <a:chOff x="141" y="594"/>
            <a:chExt cx="2837" cy="330"/>
          </a:xfrm>
        </p:grpSpPr>
        <p:sp>
          <p:nvSpPr>
            <p:cNvPr id="40" name="Text Box 23"/>
            <p:cNvSpPr txBox="1">
              <a:spLocks noChangeArrowheads="1"/>
            </p:cNvSpPr>
            <p:nvPr/>
          </p:nvSpPr>
          <p:spPr bwMode="auto">
            <a:xfrm>
              <a:off x="141" y="594"/>
              <a:ext cx="2837"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anose="02020603050405020304" pitchFamily="18" charset="-34"/>
                </a:rPr>
                <a:t>X :      1.0  1.5  2.0  2.5  3.0  3.5  4.0  4.5  5.0</a:t>
              </a:r>
            </a:p>
          </p:txBody>
        </p:sp>
        <p:sp>
          <p:nvSpPr>
            <p:cNvPr id="41" name="Line 24"/>
            <p:cNvSpPr>
              <a:spLocks noChangeShapeType="1"/>
            </p:cNvSpPr>
            <p:nvPr/>
          </p:nvSpPr>
          <p:spPr bwMode="auto">
            <a:xfrm>
              <a:off x="200" y="688"/>
              <a:ext cx="98"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grpSp>
      <p:grpSp>
        <p:nvGrpSpPr>
          <p:cNvPr id="42" name="Group 25"/>
          <p:cNvGrpSpPr>
            <a:grpSpLocks/>
          </p:cNvGrpSpPr>
          <p:nvPr/>
        </p:nvGrpSpPr>
        <p:grpSpPr bwMode="auto">
          <a:xfrm>
            <a:off x="3230712" y="1806222"/>
            <a:ext cx="946150" cy="523875"/>
            <a:chOff x="76" y="852"/>
            <a:chExt cx="596" cy="330"/>
          </a:xfrm>
        </p:grpSpPr>
        <p:sp>
          <p:nvSpPr>
            <p:cNvPr id="43" name="Text Box 26"/>
            <p:cNvSpPr txBox="1">
              <a:spLocks noChangeArrowheads="1"/>
            </p:cNvSpPr>
            <p:nvPr/>
          </p:nvSpPr>
          <p:spPr bwMode="auto">
            <a:xfrm>
              <a:off x="76" y="852"/>
              <a:ext cx="596" cy="330"/>
            </a:xfrm>
            <a:prstGeom prst="rect">
              <a:avLst/>
            </a:prstGeom>
            <a:noFill/>
            <a:ln w="9525">
              <a:noFill/>
              <a:miter lim="800000"/>
              <a:headEnd/>
              <a:tailEnd/>
            </a:ln>
          </p:spPr>
          <p:txBody>
            <a:bodyPr wrap="square">
              <a:spAutoFit/>
            </a:bodyPr>
            <a:lstStyle/>
            <a:p>
              <a:pPr>
                <a:spcBef>
                  <a:spcPct val="50000"/>
                </a:spcBef>
              </a:pPr>
              <a:r>
                <a:rPr lang="en-US" b="1" dirty="0" err="1">
                  <a:solidFill>
                    <a:srgbClr val="008000"/>
                  </a:solidFill>
                  <a:latin typeface="Angsana New" panose="02020603050405020304" pitchFamily="18" charset="-34"/>
                </a:rPr>
                <a:t>p</a:t>
              </a:r>
              <a:r>
                <a:rPr lang="en-US" b="1" baseline="-32000" dirty="0" err="1">
                  <a:solidFill>
                    <a:srgbClr val="008000"/>
                  </a:solidFill>
                  <a:latin typeface="Angsana New" pitchFamily="18" charset="-34"/>
                </a:rPr>
                <a:t>X</a:t>
              </a:r>
              <a:r>
                <a:rPr lang="en-US" b="1" dirty="0">
                  <a:solidFill>
                    <a:srgbClr val="008000"/>
                  </a:solidFill>
                  <a:latin typeface="Angsana New" pitchFamily="18" charset="-34"/>
                </a:rPr>
                <a:t>(</a:t>
              </a:r>
              <a:r>
                <a:rPr lang="en-US" b="1" i="1" dirty="0">
                  <a:solidFill>
                    <a:srgbClr val="008000"/>
                  </a:solidFill>
                  <a:latin typeface="Angsana New" pitchFamily="18" charset="-34"/>
                </a:rPr>
                <a:t>x</a:t>
              </a:r>
              <a:r>
                <a:rPr lang="en-US" b="1" dirty="0">
                  <a:solidFill>
                    <a:srgbClr val="008000"/>
                  </a:solidFill>
                  <a:latin typeface="Angsana New" pitchFamily="18" charset="-34"/>
                </a:rPr>
                <a:t>):</a:t>
              </a:r>
            </a:p>
          </p:txBody>
        </p:sp>
        <p:sp>
          <p:nvSpPr>
            <p:cNvPr id="44" name="Line 27"/>
            <p:cNvSpPr>
              <a:spLocks noChangeShapeType="1"/>
            </p:cNvSpPr>
            <p:nvPr/>
          </p:nvSpPr>
          <p:spPr bwMode="auto">
            <a:xfrm>
              <a:off x="216" y="1040"/>
              <a:ext cx="69"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grpSp>
      <p:grpSp>
        <p:nvGrpSpPr>
          <p:cNvPr id="45" name="Group 28"/>
          <p:cNvGrpSpPr>
            <a:grpSpLocks/>
          </p:cNvGrpSpPr>
          <p:nvPr/>
        </p:nvGrpSpPr>
        <p:grpSpPr bwMode="auto">
          <a:xfrm>
            <a:off x="3928869" y="1693725"/>
            <a:ext cx="444500" cy="782638"/>
            <a:chOff x="709" y="3266"/>
            <a:chExt cx="280" cy="493"/>
          </a:xfrm>
        </p:grpSpPr>
        <p:sp>
          <p:nvSpPr>
            <p:cNvPr id="46"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a:solidFill>
                    <a:srgbClr val="008000"/>
                  </a:solidFill>
                  <a:latin typeface="Angsana New" pitchFamily="18" charset="-34"/>
                </a:rPr>
                <a:t>1</a:t>
              </a:r>
              <a:endParaRPr lang="th-TH" b="1">
                <a:solidFill>
                  <a:srgbClr val="008000"/>
                </a:solidFill>
                <a:latin typeface="Angsana New" pitchFamily="18" charset="-34"/>
              </a:endParaRPr>
            </a:p>
          </p:txBody>
        </p:sp>
        <p:grpSp>
          <p:nvGrpSpPr>
            <p:cNvPr id="47" name="Group 30"/>
            <p:cNvGrpSpPr>
              <a:grpSpLocks/>
            </p:cNvGrpSpPr>
            <p:nvPr/>
          </p:nvGrpSpPr>
          <p:grpSpPr bwMode="auto">
            <a:xfrm>
              <a:off x="709" y="3429"/>
              <a:ext cx="280" cy="330"/>
              <a:chOff x="709" y="3429"/>
              <a:chExt cx="280" cy="330"/>
            </a:xfrm>
          </p:grpSpPr>
          <p:sp>
            <p:nvSpPr>
              <p:cNvPr id="48"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49"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sp>
        <p:nvSpPr>
          <p:cNvPr id="90" name="Rectangle 76"/>
          <p:cNvSpPr>
            <a:spLocks noChangeArrowheads="1"/>
          </p:cNvSpPr>
          <p:nvPr/>
        </p:nvSpPr>
        <p:spPr bwMode="auto">
          <a:xfrm>
            <a:off x="3273250" y="1329317"/>
            <a:ext cx="4491682" cy="425912"/>
          </a:xfrm>
          <a:prstGeom prst="rect">
            <a:avLst/>
          </a:prstGeom>
          <a:noFill/>
          <a:ln w="38100">
            <a:solidFill>
              <a:srgbClr val="FF00FF"/>
            </a:solidFill>
            <a:miter lim="800000"/>
            <a:headEnd/>
            <a:tailEnd/>
          </a:ln>
        </p:spPr>
        <p:txBody>
          <a:bodyPr wrap="none" anchor="ctr"/>
          <a:lstStyle/>
          <a:p>
            <a:endParaRPr lang="en-US">
              <a:latin typeface="Angsana New" panose="02020603050405020304" pitchFamily="18" charset="-34"/>
            </a:endParaRPr>
          </a:p>
        </p:txBody>
      </p:sp>
      <p:sp>
        <p:nvSpPr>
          <p:cNvPr id="91" name="Rectangle 77"/>
          <p:cNvSpPr>
            <a:spLocks noChangeArrowheads="1"/>
          </p:cNvSpPr>
          <p:nvPr/>
        </p:nvSpPr>
        <p:spPr bwMode="auto">
          <a:xfrm>
            <a:off x="3257484" y="1826171"/>
            <a:ext cx="4491682" cy="543912"/>
          </a:xfrm>
          <a:prstGeom prst="rect">
            <a:avLst/>
          </a:prstGeom>
          <a:noFill/>
          <a:ln w="38100">
            <a:solidFill>
              <a:srgbClr val="FF00FF"/>
            </a:solidFill>
            <a:miter lim="800000"/>
            <a:headEnd/>
            <a:tailEnd/>
          </a:ln>
        </p:spPr>
        <p:txBody>
          <a:bodyPr wrap="none" anchor="ctr"/>
          <a:lstStyle/>
          <a:p>
            <a:endParaRPr lang="en-US">
              <a:latin typeface="Angsana New" panose="02020603050405020304" pitchFamily="18" charset="-34"/>
            </a:endParaRPr>
          </a:p>
        </p:txBody>
      </p:sp>
      <p:grpSp>
        <p:nvGrpSpPr>
          <p:cNvPr id="92" name="Group 28"/>
          <p:cNvGrpSpPr>
            <a:grpSpLocks/>
          </p:cNvGrpSpPr>
          <p:nvPr/>
        </p:nvGrpSpPr>
        <p:grpSpPr bwMode="auto">
          <a:xfrm>
            <a:off x="4349341" y="1693725"/>
            <a:ext cx="444500" cy="782638"/>
            <a:chOff x="709" y="3266"/>
            <a:chExt cx="280" cy="493"/>
          </a:xfrm>
        </p:grpSpPr>
        <p:sp>
          <p:nvSpPr>
            <p:cNvPr id="93"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2</a:t>
              </a:r>
              <a:endParaRPr lang="th-TH" b="1" dirty="0">
                <a:solidFill>
                  <a:srgbClr val="008000"/>
                </a:solidFill>
                <a:latin typeface="Angsana New" pitchFamily="18" charset="-34"/>
              </a:endParaRPr>
            </a:p>
          </p:txBody>
        </p:sp>
        <p:grpSp>
          <p:nvGrpSpPr>
            <p:cNvPr id="94" name="Group 30"/>
            <p:cNvGrpSpPr>
              <a:grpSpLocks/>
            </p:cNvGrpSpPr>
            <p:nvPr/>
          </p:nvGrpSpPr>
          <p:grpSpPr bwMode="auto">
            <a:xfrm>
              <a:off x="709" y="3429"/>
              <a:ext cx="280" cy="330"/>
              <a:chOff x="709" y="3429"/>
              <a:chExt cx="280" cy="330"/>
            </a:xfrm>
          </p:grpSpPr>
          <p:sp>
            <p:nvSpPr>
              <p:cNvPr id="95"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96"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97" name="Group 28"/>
          <p:cNvGrpSpPr>
            <a:grpSpLocks/>
          </p:cNvGrpSpPr>
          <p:nvPr/>
        </p:nvGrpSpPr>
        <p:grpSpPr bwMode="auto">
          <a:xfrm>
            <a:off x="4755055" y="1693725"/>
            <a:ext cx="444500" cy="782638"/>
            <a:chOff x="709" y="3266"/>
            <a:chExt cx="280" cy="493"/>
          </a:xfrm>
        </p:grpSpPr>
        <p:sp>
          <p:nvSpPr>
            <p:cNvPr id="98"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3</a:t>
              </a:r>
              <a:endParaRPr lang="th-TH" b="1" dirty="0">
                <a:solidFill>
                  <a:srgbClr val="008000"/>
                </a:solidFill>
                <a:latin typeface="Angsana New" pitchFamily="18" charset="-34"/>
              </a:endParaRPr>
            </a:p>
          </p:txBody>
        </p:sp>
        <p:grpSp>
          <p:nvGrpSpPr>
            <p:cNvPr id="99" name="Group 30"/>
            <p:cNvGrpSpPr>
              <a:grpSpLocks/>
            </p:cNvGrpSpPr>
            <p:nvPr/>
          </p:nvGrpSpPr>
          <p:grpSpPr bwMode="auto">
            <a:xfrm>
              <a:off x="709" y="3429"/>
              <a:ext cx="280" cy="330"/>
              <a:chOff x="709" y="3429"/>
              <a:chExt cx="280" cy="330"/>
            </a:xfrm>
          </p:grpSpPr>
          <p:sp>
            <p:nvSpPr>
              <p:cNvPr id="100"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01"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102" name="Group 28"/>
          <p:cNvGrpSpPr>
            <a:grpSpLocks/>
          </p:cNvGrpSpPr>
          <p:nvPr/>
        </p:nvGrpSpPr>
        <p:grpSpPr bwMode="auto">
          <a:xfrm>
            <a:off x="5148069" y="1693725"/>
            <a:ext cx="444500" cy="782638"/>
            <a:chOff x="709" y="3266"/>
            <a:chExt cx="280" cy="493"/>
          </a:xfrm>
        </p:grpSpPr>
        <p:sp>
          <p:nvSpPr>
            <p:cNvPr id="103"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4</a:t>
              </a:r>
              <a:endParaRPr lang="th-TH" b="1" dirty="0">
                <a:solidFill>
                  <a:srgbClr val="008000"/>
                </a:solidFill>
                <a:latin typeface="Angsana New" pitchFamily="18" charset="-34"/>
              </a:endParaRPr>
            </a:p>
          </p:txBody>
        </p:sp>
        <p:grpSp>
          <p:nvGrpSpPr>
            <p:cNvPr id="104" name="Group 30"/>
            <p:cNvGrpSpPr>
              <a:grpSpLocks/>
            </p:cNvGrpSpPr>
            <p:nvPr/>
          </p:nvGrpSpPr>
          <p:grpSpPr bwMode="auto">
            <a:xfrm>
              <a:off x="709" y="3429"/>
              <a:ext cx="280" cy="330"/>
              <a:chOff x="709" y="3429"/>
              <a:chExt cx="280" cy="330"/>
            </a:xfrm>
          </p:grpSpPr>
          <p:sp>
            <p:nvSpPr>
              <p:cNvPr id="105"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06"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107" name="Group 28"/>
          <p:cNvGrpSpPr>
            <a:grpSpLocks/>
          </p:cNvGrpSpPr>
          <p:nvPr/>
        </p:nvGrpSpPr>
        <p:grpSpPr bwMode="auto">
          <a:xfrm>
            <a:off x="5593255" y="1693725"/>
            <a:ext cx="444500" cy="782638"/>
            <a:chOff x="709" y="3266"/>
            <a:chExt cx="280" cy="493"/>
          </a:xfrm>
        </p:grpSpPr>
        <p:sp>
          <p:nvSpPr>
            <p:cNvPr id="108"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5</a:t>
              </a:r>
              <a:endParaRPr lang="th-TH" b="1" dirty="0">
                <a:solidFill>
                  <a:srgbClr val="008000"/>
                </a:solidFill>
                <a:latin typeface="Angsana New" pitchFamily="18" charset="-34"/>
              </a:endParaRPr>
            </a:p>
          </p:txBody>
        </p:sp>
        <p:grpSp>
          <p:nvGrpSpPr>
            <p:cNvPr id="109" name="Group 30"/>
            <p:cNvGrpSpPr>
              <a:grpSpLocks/>
            </p:cNvGrpSpPr>
            <p:nvPr/>
          </p:nvGrpSpPr>
          <p:grpSpPr bwMode="auto">
            <a:xfrm>
              <a:off x="709" y="3429"/>
              <a:ext cx="280" cy="330"/>
              <a:chOff x="709" y="3429"/>
              <a:chExt cx="280" cy="330"/>
            </a:xfrm>
          </p:grpSpPr>
          <p:sp>
            <p:nvSpPr>
              <p:cNvPr id="110"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11"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112" name="Group 28"/>
          <p:cNvGrpSpPr>
            <a:grpSpLocks/>
          </p:cNvGrpSpPr>
          <p:nvPr/>
        </p:nvGrpSpPr>
        <p:grpSpPr bwMode="auto">
          <a:xfrm>
            <a:off x="5986612" y="1693725"/>
            <a:ext cx="444500" cy="782638"/>
            <a:chOff x="709" y="3266"/>
            <a:chExt cx="280" cy="493"/>
          </a:xfrm>
        </p:grpSpPr>
        <p:sp>
          <p:nvSpPr>
            <p:cNvPr id="113"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4</a:t>
              </a:r>
              <a:endParaRPr lang="th-TH" b="1" dirty="0">
                <a:solidFill>
                  <a:srgbClr val="008000"/>
                </a:solidFill>
                <a:latin typeface="Angsana New" pitchFamily="18" charset="-34"/>
              </a:endParaRPr>
            </a:p>
          </p:txBody>
        </p:sp>
        <p:grpSp>
          <p:nvGrpSpPr>
            <p:cNvPr id="114" name="Group 30"/>
            <p:cNvGrpSpPr>
              <a:grpSpLocks/>
            </p:cNvGrpSpPr>
            <p:nvPr/>
          </p:nvGrpSpPr>
          <p:grpSpPr bwMode="auto">
            <a:xfrm>
              <a:off x="709" y="3429"/>
              <a:ext cx="280" cy="330"/>
              <a:chOff x="709" y="3429"/>
              <a:chExt cx="280" cy="330"/>
            </a:xfrm>
          </p:grpSpPr>
          <p:sp>
            <p:nvSpPr>
              <p:cNvPr id="115"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16"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117" name="Group 28"/>
          <p:cNvGrpSpPr>
            <a:grpSpLocks/>
          </p:cNvGrpSpPr>
          <p:nvPr/>
        </p:nvGrpSpPr>
        <p:grpSpPr bwMode="auto">
          <a:xfrm>
            <a:off x="6418755" y="1693725"/>
            <a:ext cx="444500" cy="782638"/>
            <a:chOff x="709" y="3266"/>
            <a:chExt cx="280" cy="493"/>
          </a:xfrm>
        </p:grpSpPr>
        <p:sp>
          <p:nvSpPr>
            <p:cNvPr id="118"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3</a:t>
              </a:r>
              <a:endParaRPr lang="th-TH" b="1" dirty="0">
                <a:solidFill>
                  <a:srgbClr val="008000"/>
                </a:solidFill>
                <a:latin typeface="Angsana New" pitchFamily="18" charset="-34"/>
              </a:endParaRPr>
            </a:p>
          </p:txBody>
        </p:sp>
        <p:grpSp>
          <p:nvGrpSpPr>
            <p:cNvPr id="119" name="Group 30"/>
            <p:cNvGrpSpPr>
              <a:grpSpLocks/>
            </p:cNvGrpSpPr>
            <p:nvPr/>
          </p:nvGrpSpPr>
          <p:grpSpPr bwMode="auto">
            <a:xfrm>
              <a:off x="709" y="3429"/>
              <a:ext cx="280" cy="330"/>
              <a:chOff x="709" y="3429"/>
              <a:chExt cx="280" cy="330"/>
            </a:xfrm>
          </p:grpSpPr>
          <p:sp>
            <p:nvSpPr>
              <p:cNvPr id="120"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21"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122" name="Group 28"/>
          <p:cNvGrpSpPr>
            <a:grpSpLocks/>
          </p:cNvGrpSpPr>
          <p:nvPr/>
        </p:nvGrpSpPr>
        <p:grpSpPr bwMode="auto">
          <a:xfrm>
            <a:off x="6812112" y="1693725"/>
            <a:ext cx="444500" cy="782638"/>
            <a:chOff x="709" y="3266"/>
            <a:chExt cx="280" cy="493"/>
          </a:xfrm>
        </p:grpSpPr>
        <p:sp>
          <p:nvSpPr>
            <p:cNvPr id="123"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2</a:t>
              </a:r>
              <a:endParaRPr lang="th-TH" b="1" dirty="0">
                <a:solidFill>
                  <a:srgbClr val="008000"/>
                </a:solidFill>
                <a:latin typeface="Angsana New" pitchFamily="18" charset="-34"/>
              </a:endParaRPr>
            </a:p>
          </p:txBody>
        </p:sp>
        <p:grpSp>
          <p:nvGrpSpPr>
            <p:cNvPr id="124" name="Group 30"/>
            <p:cNvGrpSpPr>
              <a:grpSpLocks/>
            </p:cNvGrpSpPr>
            <p:nvPr/>
          </p:nvGrpSpPr>
          <p:grpSpPr bwMode="auto">
            <a:xfrm>
              <a:off x="709" y="3429"/>
              <a:ext cx="280" cy="330"/>
              <a:chOff x="709" y="3429"/>
              <a:chExt cx="280" cy="330"/>
            </a:xfrm>
          </p:grpSpPr>
          <p:sp>
            <p:nvSpPr>
              <p:cNvPr id="125"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26"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127" name="Group 28"/>
          <p:cNvGrpSpPr>
            <a:grpSpLocks/>
          </p:cNvGrpSpPr>
          <p:nvPr/>
        </p:nvGrpSpPr>
        <p:grpSpPr bwMode="auto">
          <a:xfrm>
            <a:off x="7244941" y="1693725"/>
            <a:ext cx="444500" cy="782638"/>
            <a:chOff x="709" y="3266"/>
            <a:chExt cx="280" cy="493"/>
          </a:xfrm>
        </p:grpSpPr>
        <p:sp>
          <p:nvSpPr>
            <p:cNvPr id="128"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1</a:t>
              </a:r>
              <a:endParaRPr lang="th-TH" b="1" dirty="0">
                <a:solidFill>
                  <a:srgbClr val="008000"/>
                </a:solidFill>
                <a:latin typeface="Angsana New" pitchFamily="18" charset="-34"/>
              </a:endParaRPr>
            </a:p>
          </p:txBody>
        </p:sp>
        <p:grpSp>
          <p:nvGrpSpPr>
            <p:cNvPr id="129" name="Group 30"/>
            <p:cNvGrpSpPr>
              <a:grpSpLocks/>
            </p:cNvGrpSpPr>
            <p:nvPr/>
          </p:nvGrpSpPr>
          <p:grpSpPr bwMode="auto">
            <a:xfrm>
              <a:off x="709" y="3429"/>
              <a:ext cx="280" cy="330"/>
              <a:chOff x="709" y="3429"/>
              <a:chExt cx="280" cy="330"/>
            </a:xfrm>
          </p:grpSpPr>
          <p:sp>
            <p:nvSpPr>
              <p:cNvPr id="130"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31"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6" name="Group 5"/>
          <p:cNvGrpSpPr/>
          <p:nvPr/>
        </p:nvGrpSpPr>
        <p:grpSpPr>
          <a:xfrm>
            <a:off x="3594536" y="4316270"/>
            <a:ext cx="3692955" cy="1181181"/>
            <a:chOff x="3594536" y="4354370"/>
            <a:chExt cx="3692955" cy="1181181"/>
          </a:xfrm>
        </p:grpSpPr>
        <p:grpSp>
          <p:nvGrpSpPr>
            <p:cNvPr id="182" name="Group 22"/>
            <p:cNvGrpSpPr>
              <a:grpSpLocks/>
            </p:cNvGrpSpPr>
            <p:nvPr/>
          </p:nvGrpSpPr>
          <p:grpSpPr bwMode="auto">
            <a:xfrm>
              <a:off x="3608951" y="4354370"/>
              <a:ext cx="3678237" cy="523875"/>
              <a:chOff x="131" y="604"/>
              <a:chExt cx="2317" cy="330"/>
            </a:xfrm>
          </p:grpSpPr>
          <p:sp>
            <p:nvSpPr>
              <p:cNvPr id="183" name="Text Box 23"/>
              <p:cNvSpPr txBox="1">
                <a:spLocks noChangeArrowheads="1"/>
              </p:cNvSpPr>
              <p:nvPr/>
            </p:nvSpPr>
            <p:spPr bwMode="auto">
              <a:xfrm>
                <a:off x="131" y="604"/>
                <a:ext cx="2317"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anose="02020603050405020304" pitchFamily="18" charset="-34"/>
                  </a:rPr>
                  <a:t>X :      1.5  2.0  2.5  3.0  3.5  4.0  4.5</a:t>
                </a:r>
              </a:p>
            </p:txBody>
          </p:sp>
          <p:sp>
            <p:nvSpPr>
              <p:cNvPr id="184" name="Line 24"/>
              <p:cNvSpPr>
                <a:spLocks noChangeShapeType="1"/>
              </p:cNvSpPr>
              <p:nvPr/>
            </p:nvSpPr>
            <p:spPr bwMode="auto">
              <a:xfrm>
                <a:off x="192" y="690"/>
                <a:ext cx="98"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grpSp>
        <p:grpSp>
          <p:nvGrpSpPr>
            <p:cNvPr id="185" name="Group 25"/>
            <p:cNvGrpSpPr>
              <a:grpSpLocks/>
            </p:cNvGrpSpPr>
            <p:nvPr/>
          </p:nvGrpSpPr>
          <p:grpSpPr bwMode="auto">
            <a:xfrm>
              <a:off x="3594536" y="4865410"/>
              <a:ext cx="946150" cy="523875"/>
              <a:chOff x="76" y="852"/>
              <a:chExt cx="596" cy="330"/>
            </a:xfrm>
          </p:grpSpPr>
          <p:sp>
            <p:nvSpPr>
              <p:cNvPr id="186" name="Text Box 26"/>
              <p:cNvSpPr txBox="1">
                <a:spLocks noChangeArrowheads="1"/>
              </p:cNvSpPr>
              <p:nvPr/>
            </p:nvSpPr>
            <p:spPr bwMode="auto">
              <a:xfrm>
                <a:off x="76" y="852"/>
                <a:ext cx="596" cy="330"/>
              </a:xfrm>
              <a:prstGeom prst="rect">
                <a:avLst/>
              </a:prstGeom>
              <a:noFill/>
              <a:ln w="9525">
                <a:noFill/>
                <a:miter lim="800000"/>
                <a:headEnd/>
                <a:tailEnd/>
              </a:ln>
            </p:spPr>
            <p:txBody>
              <a:bodyPr wrap="square">
                <a:spAutoFit/>
              </a:bodyPr>
              <a:lstStyle/>
              <a:p>
                <a:pPr>
                  <a:spcBef>
                    <a:spcPct val="50000"/>
                  </a:spcBef>
                </a:pPr>
                <a:r>
                  <a:rPr lang="en-US" b="1" dirty="0" err="1">
                    <a:solidFill>
                      <a:srgbClr val="008000"/>
                    </a:solidFill>
                    <a:latin typeface="Angsana New" panose="02020603050405020304" pitchFamily="18" charset="-34"/>
                  </a:rPr>
                  <a:t>p</a:t>
                </a:r>
                <a:r>
                  <a:rPr lang="en-US" b="1" baseline="-32000" dirty="0" err="1">
                    <a:solidFill>
                      <a:srgbClr val="008000"/>
                    </a:solidFill>
                    <a:latin typeface="Angsana New" pitchFamily="18" charset="-34"/>
                  </a:rPr>
                  <a:t>X</a:t>
                </a:r>
                <a:r>
                  <a:rPr lang="en-US" b="1" dirty="0">
                    <a:solidFill>
                      <a:srgbClr val="008000"/>
                    </a:solidFill>
                    <a:latin typeface="Angsana New" pitchFamily="18" charset="-34"/>
                  </a:rPr>
                  <a:t>(</a:t>
                </a:r>
                <a:r>
                  <a:rPr lang="en-US" b="1" i="1" dirty="0">
                    <a:solidFill>
                      <a:srgbClr val="008000"/>
                    </a:solidFill>
                    <a:latin typeface="Angsana New" pitchFamily="18" charset="-34"/>
                  </a:rPr>
                  <a:t>x</a:t>
                </a:r>
                <a:r>
                  <a:rPr lang="en-US" b="1" dirty="0">
                    <a:solidFill>
                      <a:srgbClr val="008000"/>
                    </a:solidFill>
                    <a:latin typeface="Angsana New" pitchFamily="18" charset="-34"/>
                  </a:rPr>
                  <a:t>):</a:t>
                </a:r>
              </a:p>
            </p:txBody>
          </p:sp>
          <p:sp>
            <p:nvSpPr>
              <p:cNvPr id="187" name="Line 27"/>
              <p:cNvSpPr>
                <a:spLocks noChangeShapeType="1"/>
              </p:cNvSpPr>
              <p:nvPr/>
            </p:nvSpPr>
            <p:spPr bwMode="auto">
              <a:xfrm>
                <a:off x="216" y="1040"/>
                <a:ext cx="69"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grpSp>
        <p:sp>
          <p:nvSpPr>
            <p:cNvPr id="193" name="Rectangle 76"/>
            <p:cNvSpPr>
              <a:spLocks noChangeArrowheads="1"/>
            </p:cNvSpPr>
            <p:nvPr/>
          </p:nvSpPr>
          <p:spPr bwMode="auto">
            <a:xfrm>
              <a:off x="3621308" y="4404270"/>
              <a:ext cx="3666183" cy="411325"/>
            </a:xfrm>
            <a:prstGeom prst="rect">
              <a:avLst/>
            </a:prstGeom>
            <a:noFill/>
            <a:ln w="38100">
              <a:solidFill>
                <a:srgbClr val="FF00FF"/>
              </a:solidFill>
              <a:miter lim="800000"/>
              <a:headEnd/>
              <a:tailEnd/>
            </a:ln>
          </p:spPr>
          <p:txBody>
            <a:bodyPr wrap="none" anchor="ctr"/>
            <a:lstStyle/>
            <a:p>
              <a:endParaRPr lang="en-US">
                <a:latin typeface="Angsana New" panose="02020603050405020304" pitchFamily="18" charset="-34"/>
              </a:endParaRPr>
            </a:p>
          </p:txBody>
        </p:sp>
        <p:sp>
          <p:nvSpPr>
            <p:cNvPr id="194" name="Rectangle 77"/>
            <p:cNvSpPr>
              <a:spLocks noChangeArrowheads="1"/>
            </p:cNvSpPr>
            <p:nvPr/>
          </p:nvSpPr>
          <p:spPr bwMode="auto">
            <a:xfrm>
              <a:off x="3621308" y="4885359"/>
              <a:ext cx="3666183" cy="529326"/>
            </a:xfrm>
            <a:prstGeom prst="rect">
              <a:avLst/>
            </a:prstGeom>
            <a:noFill/>
            <a:ln w="38100">
              <a:solidFill>
                <a:srgbClr val="FF00FF"/>
              </a:solidFill>
              <a:miter lim="800000"/>
              <a:headEnd/>
              <a:tailEnd/>
            </a:ln>
          </p:spPr>
          <p:txBody>
            <a:bodyPr wrap="none" anchor="ctr"/>
            <a:lstStyle/>
            <a:p>
              <a:endParaRPr lang="en-US">
                <a:latin typeface="Angsana New" panose="02020603050405020304" pitchFamily="18" charset="-34"/>
              </a:endParaRPr>
            </a:p>
          </p:txBody>
        </p:sp>
        <p:grpSp>
          <p:nvGrpSpPr>
            <p:cNvPr id="195" name="Group 28"/>
            <p:cNvGrpSpPr>
              <a:grpSpLocks/>
            </p:cNvGrpSpPr>
            <p:nvPr/>
          </p:nvGrpSpPr>
          <p:grpSpPr bwMode="auto">
            <a:xfrm>
              <a:off x="4302990" y="4752913"/>
              <a:ext cx="444500" cy="782638"/>
              <a:chOff x="709" y="3266"/>
              <a:chExt cx="280" cy="493"/>
            </a:xfrm>
          </p:grpSpPr>
          <p:sp>
            <p:nvSpPr>
              <p:cNvPr id="196"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2</a:t>
                </a:r>
                <a:endParaRPr lang="th-TH" b="1" dirty="0">
                  <a:solidFill>
                    <a:srgbClr val="008000"/>
                  </a:solidFill>
                  <a:latin typeface="Angsana New" pitchFamily="18" charset="-34"/>
                </a:endParaRPr>
              </a:p>
            </p:txBody>
          </p:sp>
          <p:grpSp>
            <p:nvGrpSpPr>
              <p:cNvPr id="197" name="Group 30"/>
              <p:cNvGrpSpPr>
                <a:grpSpLocks/>
              </p:cNvGrpSpPr>
              <p:nvPr/>
            </p:nvGrpSpPr>
            <p:grpSpPr bwMode="auto">
              <a:xfrm>
                <a:off x="709" y="3429"/>
                <a:ext cx="280" cy="330"/>
                <a:chOff x="709" y="3429"/>
                <a:chExt cx="280" cy="330"/>
              </a:xfrm>
            </p:grpSpPr>
            <p:sp>
              <p:nvSpPr>
                <p:cNvPr id="198"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99"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nvGrpSpPr>
            <p:cNvPr id="200" name="Group 28"/>
            <p:cNvGrpSpPr>
              <a:grpSpLocks/>
            </p:cNvGrpSpPr>
            <p:nvPr/>
          </p:nvGrpSpPr>
          <p:grpSpPr bwMode="auto">
            <a:xfrm>
              <a:off x="4708704" y="4752913"/>
              <a:ext cx="444500" cy="782638"/>
              <a:chOff x="709" y="3266"/>
              <a:chExt cx="280" cy="493"/>
            </a:xfrm>
          </p:grpSpPr>
          <p:sp>
            <p:nvSpPr>
              <p:cNvPr id="201"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2</a:t>
                </a:r>
                <a:endParaRPr lang="th-TH" b="1" dirty="0">
                  <a:solidFill>
                    <a:srgbClr val="008000"/>
                  </a:solidFill>
                  <a:latin typeface="Angsana New" pitchFamily="18" charset="-34"/>
                </a:endParaRPr>
              </a:p>
            </p:txBody>
          </p:sp>
          <p:grpSp>
            <p:nvGrpSpPr>
              <p:cNvPr id="202" name="Group 30"/>
              <p:cNvGrpSpPr>
                <a:grpSpLocks/>
              </p:cNvGrpSpPr>
              <p:nvPr/>
            </p:nvGrpSpPr>
            <p:grpSpPr bwMode="auto">
              <a:xfrm>
                <a:off x="709" y="3429"/>
                <a:ext cx="280" cy="330"/>
                <a:chOff x="709" y="3429"/>
                <a:chExt cx="280" cy="330"/>
              </a:xfrm>
            </p:grpSpPr>
            <p:sp>
              <p:nvSpPr>
                <p:cNvPr id="203"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204"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nvGrpSpPr>
            <p:cNvPr id="205" name="Group 28"/>
            <p:cNvGrpSpPr>
              <a:grpSpLocks/>
            </p:cNvGrpSpPr>
            <p:nvPr/>
          </p:nvGrpSpPr>
          <p:grpSpPr bwMode="auto">
            <a:xfrm>
              <a:off x="5101718" y="4752913"/>
              <a:ext cx="444500" cy="782638"/>
              <a:chOff x="709" y="3266"/>
              <a:chExt cx="280" cy="493"/>
            </a:xfrm>
          </p:grpSpPr>
          <p:sp>
            <p:nvSpPr>
              <p:cNvPr id="206"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4</a:t>
                </a:r>
                <a:endParaRPr lang="th-TH" b="1" dirty="0">
                  <a:solidFill>
                    <a:srgbClr val="008000"/>
                  </a:solidFill>
                  <a:latin typeface="Angsana New" pitchFamily="18" charset="-34"/>
                </a:endParaRPr>
              </a:p>
            </p:txBody>
          </p:sp>
          <p:grpSp>
            <p:nvGrpSpPr>
              <p:cNvPr id="207" name="Group 30"/>
              <p:cNvGrpSpPr>
                <a:grpSpLocks/>
              </p:cNvGrpSpPr>
              <p:nvPr/>
            </p:nvGrpSpPr>
            <p:grpSpPr bwMode="auto">
              <a:xfrm>
                <a:off x="709" y="3429"/>
                <a:ext cx="280" cy="330"/>
                <a:chOff x="709" y="3429"/>
                <a:chExt cx="280" cy="330"/>
              </a:xfrm>
            </p:grpSpPr>
            <p:sp>
              <p:nvSpPr>
                <p:cNvPr id="208"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209"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nvGrpSpPr>
            <p:cNvPr id="210" name="Group 28"/>
            <p:cNvGrpSpPr>
              <a:grpSpLocks/>
            </p:cNvGrpSpPr>
            <p:nvPr/>
          </p:nvGrpSpPr>
          <p:grpSpPr bwMode="auto">
            <a:xfrm>
              <a:off x="5546904" y="4752913"/>
              <a:ext cx="444500" cy="782638"/>
              <a:chOff x="709" y="3266"/>
              <a:chExt cx="280" cy="493"/>
            </a:xfrm>
          </p:grpSpPr>
          <p:sp>
            <p:nvSpPr>
              <p:cNvPr id="211"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4</a:t>
                </a:r>
                <a:endParaRPr lang="th-TH" b="1" dirty="0">
                  <a:solidFill>
                    <a:srgbClr val="008000"/>
                  </a:solidFill>
                  <a:latin typeface="Angsana New" pitchFamily="18" charset="-34"/>
                </a:endParaRPr>
              </a:p>
            </p:txBody>
          </p:sp>
          <p:grpSp>
            <p:nvGrpSpPr>
              <p:cNvPr id="212" name="Group 30"/>
              <p:cNvGrpSpPr>
                <a:grpSpLocks/>
              </p:cNvGrpSpPr>
              <p:nvPr/>
            </p:nvGrpSpPr>
            <p:grpSpPr bwMode="auto">
              <a:xfrm>
                <a:off x="709" y="3429"/>
                <a:ext cx="280" cy="330"/>
                <a:chOff x="709" y="3429"/>
                <a:chExt cx="280" cy="330"/>
              </a:xfrm>
            </p:grpSpPr>
            <p:sp>
              <p:nvSpPr>
                <p:cNvPr id="213"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214"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nvGrpSpPr>
            <p:cNvPr id="215" name="Group 28"/>
            <p:cNvGrpSpPr>
              <a:grpSpLocks/>
            </p:cNvGrpSpPr>
            <p:nvPr/>
          </p:nvGrpSpPr>
          <p:grpSpPr bwMode="auto">
            <a:xfrm>
              <a:off x="5940261" y="4752913"/>
              <a:ext cx="444500" cy="782638"/>
              <a:chOff x="709" y="3266"/>
              <a:chExt cx="280" cy="493"/>
            </a:xfrm>
          </p:grpSpPr>
          <p:sp>
            <p:nvSpPr>
              <p:cNvPr id="216"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4</a:t>
                </a:r>
                <a:endParaRPr lang="th-TH" b="1" dirty="0">
                  <a:solidFill>
                    <a:srgbClr val="008000"/>
                  </a:solidFill>
                  <a:latin typeface="Angsana New" pitchFamily="18" charset="-34"/>
                </a:endParaRPr>
              </a:p>
            </p:txBody>
          </p:sp>
          <p:grpSp>
            <p:nvGrpSpPr>
              <p:cNvPr id="217" name="Group 30"/>
              <p:cNvGrpSpPr>
                <a:grpSpLocks/>
              </p:cNvGrpSpPr>
              <p:nvPr/>
            </p:nvGrpSpPr>
            <p:grpSpPr bwMode="auto">
              <a:xfrm>
                <a:off x="709" y="3429"/>
                <a:ext cx="280" cy="330"/>
                <a:chOff x="709" y="3429"/>
                <a:chExt cx="280" cy="330"/>
              </a:xfrm>
            </p:grpSpPr>
            <p:sp>
              <p:nvSpPr>
                <p:cNvPr id="218"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219"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nvGrpSpPr>
            <p:cNvPr id="220" name="Group 28"/>
            <p:cNvGrpSpPr>
              <a:grpSpLocks/>
            </p:cNvGrpSpPr>
            <p:nvPr/>
          </p:nvGrpSpPr>
          <p:grpSpPr bwMode="auto">
            <a:xfrm>
              <a:off x="6372404" y="4752913"/>
              <a:ext cx="444500" cy="782638"/>
              <a:chOff x="709" y="3266"/>
              <a:chExt cx="280" cy="493"/>
            </a:xfrm>
          </p:grpSpPr>
          <p:sp>
            <p:nvSpPr>
              <p:cNvPr id="221"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2</a:t>
                </a:r>
                <a:endParaRPr lang="th-TH" b="1" dirty="0">
                  <a:solidFill>
                    <a:srgbClr val="008000"/>
                  </a:solidFill>
                  <a:latin typeface="Angsana New" pitchFamily="18" charset="-34"/>
                </a:endParaRPr>
              </a:p>
            </p:txBody>
          </p:sp>
          <p:grpSp>
            <p:nvGrpSpPr>
              <p:cNvPr id="222" name="Group 30"/>
              <p:cNvGrpSpPr>
                <a:grpSpLocks/>
              </p:cNvGrpSpPr>
              <p:nvPr/>
            </p:nvGrpSpPr>
            <p:grpSpPr bwMode="auto">
              <a:xfrm>
                <a:off x="709" y="3429"/>
                <a:ext cx="280" cy="330"/>
                <a:chOff x="709" y="3429"/>
                <a:chExt cx="280" cy="330"/>
              </a:xfrm>
            </p:grpSpPr>
            <p:sp>
              <p:nvSpPr>
                <p:cNvPr id="223"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224"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nvGrpSpPr>
            <p:cNvPr id="225" name="Group 28"/>
            <p:cNvGrpSpPr>
              <a:grpSpLocks/>
            </p:cNvGrpSpPr>
            <p:nvPr/>
          </p:nvGrpSpPr>
          <p:grpSpPr bwMode="auto">
            <a:xfrm>
              <a:off x="6765761" y="4752913"/>
              <a:ext cx="444500" cy="782638"/>
              <a:chOff x="709" y="3266"/>
              <a:chExt cx="280" cy="493"/>
            </a:xfrm>
          </p:grpSpPr>
          <p:sp>
            <p:nvSpPr>
              <p:cNvPr id="226"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2</a:t>
                </a:r>
                <a:endParaRPr lang="th-TH" b="1" dirty="0">
                  <a:solidFill>
                    <a:srgbClr val="008000"/>
                  </a:solidFill>
                  <a:latin typeface="Angsana New" pitchFamily="18" charset="-34"/>
                </a:endParaRPr>
              </a:p>
            </p:txBody>
          </p:sp>
          <p:grpSp>
            <p:nvGrpSpPr>
              <p:cNvPr id="227" name="Group 30"/>
              <p:cNvGrpSpPr>
                <a:grpSpLocks/>
              </p:cNvGrpSpPr>
              <p:nvPr/>
            </p:nvGrpSpPr>
            <p:grpSpPr bwMode="auto">
              <a:xfrm>
                <a:off x="709" y="3429"/>
                <a:ext cx="280" cy="330"/>
                <a:chOff x="709" y="3429"/>
                <a:chExt cx="280" cy="330"/>
              </a:xfrm>
            </p:grpSpPr>
            <p:sp>
              <p:nvSpPr>
                <p:cNvPr id="228"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229"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grpSp>
        <p:nvGrpSpPr>
          <p:cNvPr id="8" name="Group 7"/>
          <p:cNvGrpSpPr/>
          <p:nvPr/>
        </p:nvGrpSpPr>
        <p:grpSpPr>
          <a:xfrm>
            <a:off x="3789007" y="5458806"/>
            <a:ext cx="2700693" cy="1162834"/>
            <a:chOff x="3612434" y="5458806"/>
            <a:chExt cx="2700693" cy="1162834"/>
          </a:xfrm>
        </p:grpSpPr>
        <p:grpSp>
          <p:nvGrpSpPr>
            <p:cNvPr id="235" name="Group 265"/>
            <p:cNvGrpSpPr/>
            <p:nvPr/>
          </p:nvGrpSpPr>
          <p:grpSpPr>
            <a:xfrm>
              <a:off x="3616505" y="5458806"/>
              <a:ext cx="2595803" cy="855774"/>
              <a:chOff x="838200" y="3429000"/>
              <a:chExt cx="3200400" cy="1118616"/>
            </a:xfrm>
            <a:solidFill>
              <a:srgbClr val="FF00FF"/>
            </a:solidFill>
          </p:grpSpPr>
          <p:sp>
            <p:nvSpPr>
              <p:cNvPr id="236" name="Rectangle 235"/>
              <p:cNvSpPr/>
              <p:nvPr/>
            </p:nvSpPr>
            <p:spPr>
              <a:xfrm>
                <a:off x="1752600" y="4267200"/>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37" name="Rectangle 236"/>
              <p:cNvSpPr/>
              <p:nvPr/>
            </p:nvSpPr>
            <p:spPr>
              <a:xfrm>
                <a:off x="1752600" y="3989832"/>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38" name="Rectangle 237"/>
              <p:cNvSpPr/>
              <p:nvPr/>
            </p:nvSpPr>
            <p:spPr>
              <a:xfrm>
                <a:off x="1752600" y="3709416"/>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39" name="Rectangle 238"/>
              <p:cNvSpPr/>
              <p:nvPr/>
            </p:nvSpPr>
            <p:spPr>
              <a:xfrm>
                <a:off x="1752600" y="3429000"/>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40" name="Rectangle 239"/>
              <p:cNvSpPr/>
              <p:nvPr/>
            </p:nvSpPr>
            <p:spPr>
              <a:xfrm>
                <a:off x="2209800" y="4267200"/>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41" name="Rectangle 240"/>
              <p:cNvSpPr/>
              <p:nvPr/>
            </p:nvSpPr>
            <p:spPr>
              <a:xfrm>
                <a:off x="2209800" y="3989832"/>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42" name="Rectangle 241"/>
              <p:cNvSpPr/>
              <p:nvPr/>
            </p:nvSpPr>
            <p:spPr>
              <a:xfrm>
                <a:off x="2209800" y="3709416"/>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43" name="Rectangle 242"/>
              <p:cNvSpPr/>
              <p:nvPr/>
            </p:nvSpPr>
            <p:spPr>
              <a:xfrm>
                <a:off x="2209800" y="3429000"/>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44" name="Rectangle 243"/>
              <p:cNvSpPr/>
              <p:nvPr/>
            </p:nvSpPr>
            <p:spPr>
              <a:xfrm>
                <a:off x="2667000" y="4267200"/>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45" name="Rectangle 244"/>
              <p:cNvSpPr/>
              <p:nvPr/>
            </p:nvSpPr>
            <p:spPr>
              <a:xfrm>
                <a:off x="2667000" y="3989832"/>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46" name="Rectangle 245"/>
              <p:cNvSpPr/>
              <p:nvPr/>
            </p:nvSpPr>
            <p:spPr>
              <a:xfrm>
                <a:off x="2667000" y="3709416"/>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47" name="Rectangle 246"/>
              <p:cNvSpPr/>
              <p:nvPr/>
            </p:nvSpPr>
            <p:spPr>
              <a:xfrm>
                <a:off x="2667000" y="3429000"/>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48" name="Rectangle 247"/>
              <p:cNvSpPr/>
              <p:nvPr/>
            </p:nvSpPr>
            <p:spPr>
              <a:xfrm>
                <a:off x="3124200" y="4264152"/>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49" name="Rectangle 248"/>
              <p:cNvSpPr/>
              <p:nvPr/>
            </p:nvSpPr>
            <p:spPr>
              <a:xfrm>
                <a:off x="3124200" y="3986784"/>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50" name="Rectangle 249"/>
              <p:cNvSpPr/>
              <p:nvPr/>
            </p:nvSpPr>
            <p:spPr>
              <a:xfrm>
                <a:off x="3581400" y="4264152"/>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51" name="Rectangle 250"/>
              <p:cNvSpPr/>
              <p:nvPr/>
            </p:nvSpPr>
            <p:spPr>
              <a:xfrm>
                <a:off x="3581400" y="3986784"/>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52" name="Rectangle 251"/>
              <p:cNvSpPr/>
              <p:nvPr/>
            </p:nvSpPr>
            <p:spPr>
              <a:xfrm>
                <a:off x="838200" y="4264152"/>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53" name="Rectangle 252"/>
              <p:cNvSpPr/>
              <p:nvPr/>
            </p:nvSpPr>
            <p:spPr>
              <a:xfrm>
                <a:off x="838200" y="3986784"/>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54" name="Rectangle 253"/>
              <p:cNvSpPr/>
              <p:nvPr/>
            </p:nvSpPr>
            <p:spPr>
              <a:xfrm>
                <a:off x="1295400" y="4264152"/>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55" name="Rectangle 254"/>
              <p:cNvSpPr/>
              <p:nvPr/>
            </p:nvSpPr>
            <p:spPr>
              <a:xfrm>
                <a:off x="1295400" y="3986784"/>
                <a:ext cx="457200" cy="280416"/>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grpSp>
        <p:grpSp>
          <p:nvGrpSpPr>
            <p:cNvPr id="303" name="Group 288"/>
            <p:cNvGrpSpPr>
              <a:grpSpLocks/>
            </p:cNvGrpSpPr>
            <p:nvPr/>
          </p:nvGrpSpPr>
          <p:grpSpPr bwMode="auto">
            <a:xfrm>
              <a:off x="3612434" y="6190753"/>
              <a:ext cx="2700693" cy="430887"/>
              <a:chOff x="2823500" y="4050792"/>
              <a:chExt cx="2700775" cy="430348"/>
            </a:xfrm>
          </p:grpSpPr>
          <p:grpSp>
            <p:nvGrpSpPr>
              <p:cNvPr id="305" name="Group 240"/>
              <p:cNvGrpSpPr>
                <a:grpSpLocks/>
              </p:cNvGrpSpPr>
              <p:nvPr/>
            </p:nvGrpSpPr>
            <p:grpSpPr bwMode="auto">
              <a:xfrm>
                <a:off x="2823500" y="4050792"/>
                <a:ext cx="520611" cy="430348"/>
                <a:chOff x="2393732" y="4050792"/>
                <a:chExt cx="520611" cy="430348"/>
              </a:xfrm>
            </p:grpSpPr>
            <p:sp>
              <p:nvSpPr>
                <p:cNvPr id="325" name="TextBox 312"/>
                <p:cNvSpPr txBox="1">
                  <a:spLocks noChangeArrowheads="1"/>
                </p:cNvSpPr>
                <p:nvPr/>
              </p:nvSpPr>
              <p:spPr bwMode="auto">
                <a:xfrm>
                  <a:off x="2393732" y="4050792"/>
                  <a:ext cx="520611" cy="430348"/>
                </a:xfrm>
                <a:prstGeom prst="rect">
                  <a:avLst/>
                </a:prstGeom>
                <a:noFill/>
                <a:ln w="9525">
                  <a:noFill/>
                  <a:miter lim="800000"/>
                  <a:headEnd/>
                  <a:tailEnd/>
                </a:ln>
              </p:spPr>
              <p:txBody>
                <a:bodyPr wrap="square">
                  <a:spAutoFit/>
                </a:bodyPr>
                <a:lstStyle/>
                <a:p>
                  <a:r>
                    <a:rPr lang="en-US" sz="2200" b="1" dirty="0">
                      <a:solidFill>
                        <a:srgbClr val="FF00FF"/>
                      </a:solidFill>
                      <a:latin typeface="Angsana New" pitchFamily="18" charset="-34"/>
                    </a:rPr>
                    <a:t>1.5</a:t>
                  </a:r>
                  <a:endParaRPr lang="th-TH" sz="2200" b="1" dirty="0">
                    <a:solidFill>
                      <a:srgbClr val="FF00FF"/>
                    </a:solidFill>
                    <a:latin typeface="Angsana New" pitchFamily="18" charset="-34"/>
                  </a:endParaRPr>
                </a:p>
              </p:txBody>
            </p:sp>
            <p:cxnSp>
              <p:nvCxnSpPr>
                <p:cNvPr id="326" name="Straight Connector 325"/>
                <p:cNvCxnSpPr/>
                <p:nvPr/>
              </p:nvCxnSpPr>
              <p:spPr>
                <a:xfrm rot="16200000" flipH="1">
                  <a:off x="2531027" y="4169589"/>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6" name="Group 243"/>
              <p:cNvGrpSpPr>
                <a:grpSpLocks/>
              </p:cNvGrpSpPr>
              <p:nvPr/>
            </p:nvGrpSpPr>
            <p:grpSpPr bwMode="auto">
              <a:xfrm>
                <a:off x="3233402" y="4050792"/>
                <a:ext cx="609600" cy="430348"/>
                <a:chOff x="2346434" y="4050792"/>
                <a:chExt cx="609600" cy="430348"/>
              </a:xfrm>
            </p:grpSpPr>
            <p:sp>
              <p:nvSpPr>
                <p:cNvPr id="323" name="TextBox 310"/>
                <p:cNvSpPr txBox="1">
                  <a:spLocks noChangeArrowheads="1"/>
                </p:cNvSpPr>
                <p:nvPr/>
              </p:nvSpPr>
              <p:spPr bwMode="auto">
                <a:xfrm>
                  <a:off x="2346434" y="4050792"/>
                  <a:ext cx="609600" cy="430348"/>
                </a:xfrm>
                <a:prstGeom prst="rect">
                  <a:avLst/>
                </a:prstGeom>
                <a:noFill/>
                <a:ln w="9525">
                  <a:noFill/>
                  <a:miter lim="800000"/>
                  <a:headEnd/>
                  <a:tailEnd/>
                </a:ln>
              </p:spPr>
              <p:txBody>
                <a:bodyPr>
                  <a:spAutoFit/>
                </a:bodyPr>
                <a:lstStyle/>
                <a:p>
                  <a:r>
                    <a:rPr lang="en-US" sz="2200" b="1" dirty="0">
                      <a:solidFill>
                        <a:srgbClr val="FF00FF"/>
                      </a:solidFill>
                      <a:latin typeface="Angsana New" pitchFamily="18" charset="-34"/>
                    </a:rPr>
                    <a:t>2.0</a:t>
                  </a:r>
                  <a:endParaRPr lang="th-TH" sz="2200" b="1" dirty="0">
                    <a:solidFill>
                      <a:srgbClr val="FF00FF"/>
                    </a:solidFill>
                    <a:latin typeface="Angsana New" pitchFamily="18" charset="-34"/>
                  </a:endParaRPr>
                </a:p>
              </p:txBody>
            </p:sp>
            <p:cxnSp>
              <p:nvCxnSpPr>
                <p:cNvPr id="324" name="Straight Connector 323"/>
                <p:cNvCxnSpPr/>
                <p:nvPr/>
              </p:nvCxnSpPr>
              <p:spPr>
                <a:xfrm rot="16200000" flipH="1">
                  <a:off x="2483741" y="4169589"/>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7" name="Group 246"/>
              <p:cNvGrpSpPr>
                <a:grpSpLocks/>
              </p:cNvGrpSpPr>
              <p:nvPr/>
            </p:nvGrpSpPr>
            <p:grpSpPr bwMode="auto">
              <a:xfrm>
                <a:off x="3568300" y="4050792"/>
                <a:ext cx="609600" cy="430348"/>
                <a:chOff x="2211940" y="4050792"/>
                <a:chExt cx="609600" cy="430348"/>
              </a:xfrm>
            </p:grpSpPr>
            <p:sp>
              <p:nvSpPr>
                <p:cNvPr id="321" name="TextBox 308"/>
                <p:cNvSpPr txBox="1">
                  <a:spLocks noChangeArrowheads="1"/>
                </p:cNvSpPr>
                <p:nvPr/>
              </p:nvSpPr>
              <p:spPr bwMode="auto">
                <a:xfrm>
                  <a:off x="2211940" y="4050792"/>
                  <a:ext cx="609600" cy="430348"/>
                </a:xfrm>
                <a:prstGeom prst="rect">
                  <a:avLst/>
                </a:prstGeom>
                <a:noFill/>
                <a:ln w="9525">
                  <a:noFill/>
                  <a:miter lim="800000"/>
                  <a:headEnd/>
                  <a:tailEnd/>
                </a:ln>
              </p:spPr>
              <p:txBody>
                <a:bodyPr>
                  <a:spAutoFit/>
                </a:bodyPr>
                <a:lstStyle/>
                <a:p>
                  <a:r>
                    <a:rPr lang="en-US" sz="2200" b="1" dirty="0">
                      <a:solidFill>
                        <a:srgbClr val="FF00FF"/>
                      </a:solidFill>
                      <a:latin typeface="Angsana New" pitchFamily="18" charset="-34"/>
                    </a:rPr>
                    <a:t>2.5</a:t>
                  </a:r>
                  <a:endParaRPr lang="th-TH" sz="2200" b="1" dirty="0">
                    <a:solidFill>
                      <a:srgbClr val="FF00FF"/>
                    </a:solidFill>
                    <a:latin typeface="Angsana New" pitchFamily="18" charset="-34"/>
                  </a:endParaRPr>
                </a:p>
              </p:txBody>
            </p:sp>
            <p:cxnSp>
              <p:nvCxnSpPr>
                <p:cNvPr id="322" name="Straight Connector 321"/>
                <p:cNvCxnSpPr/>
                <p:nvPr/>
              </p:nvCxnSpPr>
              <p:spPr>
                <a:xfrm rot="16200000" flipH="1">
                  <a:off x="2361367" y="4169589"/>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8" name="Group 249"/>
              <p:cNvGrpSpPr>
                <a:grpSpLocks/>
              </p:cNvGrpSpPr>
              <p:nvPr/>
            </p:nvGrpSpPr>
            <p:grpSpPr bwMode="auto">
              <a:xfrm>
                <a:off x="3946684" y="4050792"/>
                <a:ext cx="609600" cy="430348"/>
                <a:chOff x="2133124" y="4050792"/>
                <a:chExt cx="609600" cy="430348"/>
              </a:xfrm>
            </p:grpSpPr>
            <p:sp>
              <p:nvSpPr>
                <p:cNvPr id="319" name="TextBox 306"/>
                <p:cNvSpPr txBox="1">
                  <a:spLocks noChangeArrowheads="1"/>
                </p:cNvSpPr>
                <p:nvPr/>
              </p:nvSpPr>
              <p:spPr bwMode="auto">
                <a:xfrm>
                  <a:off x="2133124" y="4050792"/>
                  <a:ext cx="609600" cy="430348"/>
                </a:xfrm>
                <a:prstGeom prst="rect">
                  <a:avLst/>
                </a:prstGeom>
                <a:noFill/>
                <a:ln w="9525">
                  <a:noFill/>
                  <a:miter lim="800000"/>
                  <a:headEnd/>
                  <a:tailEnd/>
                </a:ln>
              </p:spPr>
              <p:txBody>
                <a:bodyPr>
                  <a:spAutoFit/>
                </a:bodyPr>
                <a:lstStyle/>
                <a:p>
                  <a:r>
                    <a:rPr lang="en-US" sz="2200" b="1" dirty="0">
                      <a:solidFill>
                        <a:srgbClr val="FF00FF"/>
                      </a:solidFill>
                      <a:latin typeface="Angsana New" pitchFamily="18" charset="-34"/>
                    </a:rPr>
                    <a:t>3.0</a:t>
                  </a:r>
                  <a:endParaRPr lang="th-TH" sz="2200" b="1" dirty="0">
                    <a:solidFill>
                      <a:srgbClr val="FF00FF"/>
                    </a:solidFill>
                    <a:latin typeface="Angsana New" pitchFamily="18" charset="-34"/>
                  </a:endParaRPr>
                </a:p>
              </p:txBody>
            </p:sp>
            <p:cxnSp>
              <p:nvCxnSpPr>
                <p:cNvPr id="320" name="Straight Connector 319"/>
                <p:cNvCxnSpPr/>
                <p:nvPr/>
              </p:nvCxnSpPr>
              <p:spPr>
                <a:xfrm rot="16200000" flipH="1">
                  <a:off x="2256275" y="4169589"/>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9" name="Group 252"/>
              <p:cNvGrpSpPr>
                <a:grpSpLocks/>
              </p:cNvGrpSpPr>
              <p:nvPr/>
            </p:nvGrpSpPr>
            <p:grpSpPr bwMode="auto">
              <a:xfrm>
                <a:off x="4298791" y="4050792"/>
                <a:ext cx="609600" cy="430348"/>
                <a:chOff x="2028031" y="4050792"/>
                <a:chExt cx="609600" cy="430348"/>
              </a:xfrm>
            </p:grpSpPr>
            <p:sp>
              <p:nvSpPr>
                <p:cNvPr id="317" name="TextBox 304"/>
                <p:cNvSpPr txBox="1">
                  <a:spLocks noChangeArrowheads="1"/>
                </p:cNvSpPr>
                <p:nvPr/>
              </p:nvSpPr>
              <p:spPr bwMode="auto">
                <a:xfrm>
                  <a:off x="2028031" y="4050792"/>
                  <a:ext cx="609600" cy="430348"/>
                </a:xfrm>
                <a:prstGeom prst="rect">
                  <a:avLst/>
                </a:prstGeom>
                <a:noFill/>
                <a:ln w="9525">
                  <a:noFill/>
                  <a:miter lim="800000"/>
                  <a:headEnd/>
                  <a:tailEnd/>
                </a:ln>
              </p:spPr>
              <p:txBody>
                <a:bodyPr>
                  <a:spAutoFit/>
                </a:bodyPr>
                <a:lstStyle/>
                <a:p>
                  <a:r>
                    <a:rPr lang="en-US" sz="2200" b="1" dirty="0">
                      <a:solidFill>
                        <a:srgbClr val="FF00FF"/>
                      </a:solidFill>
                      <a:latin typeface="Angsana New" pitchFamily="18" charset="-34"/>
                    </a:rPr>
                    <a:t>3.5</a:t>
                  </a:r>
                  <a:endParaRPr lang="th-TH" sz="2200" b="1" dirty="0">
                    <a:solidFill>
                      <a:srgbClr val="FF00FF"/>
                    </a:solidFill>
                    <a:latin typeface="Angsana New" pitchFamily="18" charset="-34"/>
                  </a:endParaRPr>
                </a:p>
              </p:txBody>
            </p:sp>
            <p:cxnSp>
              <p:nvCxnSpPr>
                <p:cNvPr id="318" name="Straight Connector 317"/>
                <p:cNvCxnSpPr/>
                <p:nvPr/>
              </p:nvCxnSpPr>
              <p:spPr>
                <a:xfrm rot="16200000" flipH="1">
                  <a:off x="2177456" y="4169589"/>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10" name="Group 255"/>
              <p:cNvGrpSpPr>
                <a:grpSpLocks/>
              </p:cNvGrpSpPr>
              <p:nvPr/>
            </p:nvGrpSpPr>
            <p:grpSpPr bwMode="auto">
              <a:xfrm>
                <a:off x="4682430" y="4050792"/>
                <a:ext cx="609600" cy="430348"/>
                <a:chOff x="1954470" y="4050792"/>
                <a:chExt cx="609600" cy="430348"/>
              </a:xfrm>
            </p:grpSpPr>
            <p:sp>
              <p:nvSpPr>
                <p:cNvPr id="315" name="TextBox 302"/>
                <p:cNvSpPr txBox="1">
                  <a:spLocks noChangeArrowheads="1"/>
                </p:cNvSpPr>
                <p:nvPr/>
              </p:nvSpPr>
              <p:spPr bwMode="auto">
                <a:xfrm>
                  <a:off x="1954470" y="4050792"/>
                  <a:ext cx="609600" cy="430348"/>
                </a:xfrm>
                <a:prstGeom prst="rect">
                  <a:avLst/>
                </a:prstGeom>
                <a:noFill/>
                <a:ln w="9525">
                  <a:noFill/>
                  <a:miter lim="800000"/>
                  <a:headEnd/>
                  <a:tailEnd/>
                </a:ln>
              </p:spPr>
              <p:txBody>
                <a:bodyPr>
                  <a:spAutoFit/>
                </a:bodyPr>
                <a:lstStyle/>
                <a:p>
                  <a:r>
                    <a:rPr lang="en-US" sz="2200" b="1" dirty="0">
                      <a:solidFill>
                        <a:srgbClr val="FF00FF"/>
                      </a:solidFill>
                      <a:latin typeface="Angsana New" pitchFamily="18" charset="-34"/>
                    </a:rPr>
                    <a:t>4.0</a:t>
                  </a:r>
                  <a:endParaRPr lang="th-TH" sz="2200" b="1" dirty="0">
                    <a:solidFill>
                      <a:srgbClr val="FF00FF"/>
                    </a:solidFill>
                    <a:latin typeface="Angsana New" pitchFamily="18" charset="-34"/>
                  </a:endParaRPr>
                </a:p>
              </p:txBody>
            </p:sp>
            <p:cxnSp>
              <p:nvCxnSpPr>
                <p:cNvPr id="316" name="Straight Connector 315"/>
                <p:cNvCxnSpPr/>
                <p:nvPr/>
              </p:nvCxnSpPr>
              <p:spPr>
                <a:xfrm rot="16200000" flipH="1">
                  <a:off x="2088131" y="4169589"/>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11" name="Group 258"/>
              <p:cNvGrpSpPr>
                <a:grpSpLocks/>
              </p:cNvGrpSpPr>
              <p:nvPr/>
            </p:nvGrpSpPr>
            <p:grpSpPr bwMode="auto">
              <a:xfrm>
                <a:off x="5063441" y="4050792"/>
                <a:ext cx="460834" cy="430348"/>
                <a:chOff x="1866089" y="4050792"/>
                <a:chExt cx="460834" cy="430348"/>
              </a:xfrm>
            </p:grpSpPr>
            <p:sp>
              <p:nvSpPr>
                <p:cNvPr id="313" name="TextBox 300"/>
                <p:cNvSpPr txBox="1">
                  <a:spLocks noChangeArrowheads="1"/>
                </p:cNvSpPr>
                <p:nvPr/>
              </p:nvSpPr>
              <p:spPr bwMode="auto">
                <a:xfrm>
                  <a:off x="1866089" y="4050792"/>
                  <a:ext cx="460834" cy="430348"/>
                </a:xfrm>
                <a:prstGeom prst="rect">
                  <a:avLst/>
                </a:prstGeom>
                <a:noFill/>
                <a:ln w="9525">
                  <a:noFill/>
                  <a:miter lim="800000"/>
                  <a:headEnd/>
                  <a:tailEnd/>
                </a:ln>
              </p:spPr>
              <p:txBody>
                <a:bodyPr wrap="square">
                  <a:spAutoFit/>
                </a:bodyPr>
                <a:lstStyle/>
                <a:p>
                  <a:r>
                    <a:rPr lang="en-US" sz="2200" b="1" dirty="0">
                      <a:solidFill>
                        <a:srgbClr val="FF00FF"/>
                      </a:solidFill>
                      <a:latin typeface="Angsana New" pitchFamily="18" charset="-34"/>
                    </a:rPr>
                    <a:t>4.5</a:t>
                  </a:r>
                  <a:endParaRPr lang="th-TH" sz="2200" b="1" dirty="0">
                    <a:solidFill>
                      <a:srgbClr val="FF00FF"/>
                    </a:solidFill>
                    <a:latin typeface="Angsana New" pitchFamily="18" charset="-34"/>
                  </a:endParaRPr>
                </a:p>
              </p:txBody>
            </p:sp>
            <p:cxnSp>
              <p:nvCxnSpPr>
                <p:cNvPr id="314" name="Straight Connector 313"/>
                <p:cNvCxnSpPr/>
                <p:nvPr/>
              </p:nvCxnSpPr>
              <p:spPr>
                <a:xfrm rot="16200000" flipH="1">
                  <a:off x="1999751" y="4169589"/>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grpSp>
      <p:sp>
        <p:nvSpPr>
          <p:cNvPr id="327" name="TextBox 326"/>
          <p:cNvSpPr txBox="1">
            <a:spLocks noChangeArrowheads="1"/>
          </p:cNvSpPr>
          <p:nvPr/>
        </p:nvSpPr>
        <p:spPr bwMode="auto">
          <a:xfrm>
            <a:off x="5317267" y="3622724"/>
            <a:ext cx="470465" cy="369332"/>
          </a:xfrm>
          <a:prstGeom prst="rect">
            <a:avLst/>
          </a:prstGeom>
          <a:noFill/>
          <a:ln w="9525">
            <a:noFill/>
            <a:miter lim="800000"/>
            <a:headEnd/>
            <a:tailEnd/>
          </a:ln>
        </p:spPr>
        <p:txBody>
          <a:bodyPr wrap="square">
            <a:spAutoFit/>
          </a:bodyPr>
          <a:lstStyle/>
          <a:p>
            <a:r>
              <a:rPr lang="th-TH" sz="1800" b="1" dirty="0">
                <a:solidFill>
                  <a:srgbClr val="7030A0"/>
                </a:solidFill>
                <a:sym typeface="Symbol" pitchFamily="18" charset="2"/>
              </a:rPr>
              <a:t></a:t>
            </a:r>
            <a:endParaRPr lang="th-TH" sz="1800" b="1" dirty="0">
              <a:solidFill>
                <a:srgbClr val="7030A0"/>
              </a:solidFill>
            </a:endParaRPr>
          </a:p>
        </p:txBody>
      </p:sp>
      <p:grpSp>
        <p:nvGrpSpPr>
          <p:cNvPr id="7" name="Group 6"/>
          <p:cNvGrpSpPr/>
          <p:nvPr/>
        </p:nvGrpSpPr>
        <p:grpSpPr>
          <a:xfrm>
            <a:off x="3352800" y="2483068"/>
            <a:ext cx="3609739" cy="1174532"/>
            <a:chOff x="3352800" y="2483068"/>
            <a:chExt cx="3609739" cy="1174532"/>
          </a:xfrm>
        </p:grpSpPr>
        <p:grpSp>
          <p:nvGrpSpPr>
            <p:cNvPr id="256" name="Group 218"/>
            <p:cNvGrpSpPr/>
            <p:nvPr/>
          </p:nvGrpSpPr>
          <p:grpSpPr>
            <a:xfrm>
              <a:off x="3419527" y="2483068"/>
              <a:ext cx="3337461" cy="868444"/>
              <a:chOff x="2286000" y="3429000"/>
              <a:chExt cx="4114800" cy="1143000"/>
            </a:xfrm>
            <a:solidFill>
              <a:srgbClr val="3333CC"/>
            </a:solidFill>
          </p:grpSpPr>
          <p:sp>
            <p:nvSpPr>
              <p:cNvPr id="257" name="Rectangle 256"/>
              <p:cNvSpPr/>
              <p:nvPr/>
            </p:nvSpPr>
            <p:spPr>
              <a:xfrm>
                <a:off x="2286000" y="43434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58" name="Rectangle 257"/>
              <p:cNvSpPr/>
              <p:nvPr/>
            </p:nvSpPr>
            <p:spPr>
              <a:xfrm>
                <a:off x="2743200" y="43434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59" name="Rectangle 258"/>
              <p:cNvSpPr/>
              <p:nvPr/>
            </p:nvSpPr>
            <p:spPr>
              <a:xfrm>
                <a:off x="2743200" y="41148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60" name="Rectangle 259"/>
              <p:cNvSpPr/>
              <p:nvPr/>
            </p:nvSpPr>
            <p:spPr>
              <a:xfrm>
                <a:off x="3200400" y="43434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61" name="Rectangle 260"/>
              <p:cNvSpPr/>
              <p:nvPr/>
            </p:nvSpPr>
            <p:spPr>
              <a:xfrm>
                <a:off x="3200400" y="41148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62" name="Rectangle 261"/>
              <p:cNvSpPr/>
              <p:nvPr/>
            </p:nvSpPr>
            <p:spPr>
              <a:xfrm>
                <a:off x="3200400" y="38862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63" name="Rectangle 262"/>
              <p:cNvSpPr/>
              <p:nvPr/>
            </p:nvSpPr>
            <p:spPr>
              <a:xfrm>
                <a:off x="3657600" y="43434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64" name="Rectangle 263"/>
              <p:cNvSpPr/>
              <p:nvPr/>
            </p:nvSpPr>
            <p:spPr>
              <a:xfrm>
                <a:off x="3657600" y="41148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65" name="Rectangle 264"/>
              <p:cNvSpPr/>
              <p:nvPr/>
            </p:nvSpPr>
            <p:spPr>
              <a:xfrm>
                <a:off x="3657600" y="38862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66" name="Rectangle 265"/>
              <p:cNvSpPr/>
              <p:nvPr/>
            </p:nvSpPr>
            <p:spPr>
              <a:xfrm>
                <a:off x="3657600" y="36576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67" name="Rectangle 266"/>
              <p:cNvSpPr/>
              <p:nvPr/>
            </p:nvSpPr>
            <p:spPr>
              <a:xfrm>
                <a:off x="4114800" y="43434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68" name="Rectangle 267"/>
              <p:cNvSpPr/>
              <p:nvPr/>
            </p:nvSpPr>
            <p:spPr>
              <a:xfrm>
                <a:off x="4114800" y="41148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69" name="Rectangle 268"/>
              <p:cNvSpPr/>
              <p:nvPr/>
            </p:nvSpPr>
            <p:spPr>
              <a:xfrm>
                <a:off x="4114800" y="38862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70" name="Rectangle 269"/>
              <p:cNvSpPr/>
              <p:nvPr/>
            </p:nvSpPr>
            <p:spPr>
              <a:xfrm>
                <a:off x="4114800" y="36576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71" name="Rectangle 270"/>
              <p:cNvSpPr/>
              <p:nvPr/>
            </p:nvSpPr>
            <p:spPr>
              <a:xfrm>
                <a:off x="4114800" y="34290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72" name="Rectangle 271"/>
              <p:cNvSpPr/>
              <p:nvPr/>
            </p:nvSpPr>
            <p:spPr>
              <a:xfrm>
                <a:off x="4572000" y="43434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73" name="Rectangle 272"/>
              <p:cNvSpPr/>
              <p:nvPr/>
            </p:nvSpPr>
            <p:spPr>
              <a:xfrm>
                <a:off x="4572000" y="41148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74" name="Rectangle 273"/>
              <p:cNvSpPr/>
              <p:nvPr/>
            </p:nvSpPr>
            <p:spPr>
              <a:xfrm>
                <a:off x="4572000" y="38862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75" name="Rectangle 274"/>
              <p:cNvSpPr/>
              <p:nvPr/>
            </p:nvSpPr>
            <p:spPr>
              <a:xfrm>
                <a:off x="4572000" y="36576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76" name="Rectangle 275"/>
              <p:cNvSpPr/>
              <p:nvPr/>
            </p:nvSpPr>
            <p:spPr>
              <a:xfrm>
                <a:off x="5029200" y="43434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77" name="Rectangle 276"/>
              <p:cNvSpPr/>
              <p:nvPr/>
            </p:nvSpPr>
            <p:spPr>
              <a:xfrm>
                <a:off x="5029200" y="41148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78" name="Rectangle 277"/>
              <p:cNvSpPr/>
              <p:nvPr/>
            </p:nvSpPr>
            <p:spPr>
              <a:xfrm>
                <a:off x="5029200" y="38862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79" name="Rectangle 278"/>
              <p:cNvSpPr/>
              <p:nvPr/>
            </p:nvSpPr>
            <p:spPr>
              <a:xfrm>
                <a:off x="5486400" y="43434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80" name="Rectangle 279"/>
              <p:cNvSpPr/>
              <p:nvPr/>
            </p:nvSpPr>
            <p:spPr>
              <a:xfrm>
                <a:off x="5486400" y="41148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281" name="Rectangle 280"/>
              <p:cNvSpPr/>
              <p:nvPr/>
            </p:nvSpPr>
            <p:spPr>
              <a:xfrm>
                <a:off x="5943600" y="4343400"/>
                <a:ext cx="457200" cy="2286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grpSp>
        <p:grpSp>
          <p:nvGrpSpPr>
            <p:cNvPr id="328" name="Group 264"/>
            <p:cNvGrpSpPr>
              <a:grpSpLocks/>
            </p:cNvGrpSpPr>
            <p:nvPr/>
          </p:nvGrpSpPr>
          <p:grpSpPr bwMode="auto">
            <a:xfrm>
              <a:off x="3352800" y="3226713"/>
              <a:ext cx="3609739" cy="430887"/>
              <a:chOff x="2362200" y="4050792"/>
              <a:chExt cx="3609848" cy="430349"/>
            </a:xfrm>
          </p:grpSpPr>
          <p:grpSp>
            <p:nvGrpSpPr>
              <p:cNvPr id="329" name="Group 239"/>
              <p:cNvGrpSpPr>
                <a:grpSpLocks/>
              </p:cNvGrpSpPr>
              <p:nvPr/>
            </p:nvGrpSpPr>
            <p:grpSpPr bwMode="auto">
              <a:xfrm>
                <a:off x="2362200" y="4050792"/>
                <a:ext cx="609600" cy="430349"/>
                <a:chOff x="2362200" y="4050792"/>
                <a:chExt cx="609600" cy="430349"/>
              </a:xfrm>
            </p:grpSpPr>
            <p:sp>
              <p:nvSpPr>
                <p:cNvPr id="354" name="TextBox 236"/>
                <p:cNvSpPr txBox="1">
                  <a:spLocks noChangeArrowheads="1"/>
                </p:cNvSpPr>
                <p:nvPr/>
              </p:nvSpPr>
              <p:spPr bwMode="auto">
                <a:xfrm>
                  <a:off x="2362200" y="4050792"/>
                  <a:ext cx="609600" cy="430349"/>
                </a:xfrm>
                <a:prstGeom prst="rect">
                  <a:avLst/>
                </a:prstGeom>
                <a:noFill/>
                <a:ln w="9525">
                  <a:noFill/>
                  <a:miter lim="800000"/>
                  <a:headEnd/>
                  <a:tailEnd/>
                </a:ln>
              </p:spPr>
              <p:txBody>
                <a:bodyPr>
                  <a:spAutoFit/>
                </a:bodyPr>
                <a:lstStyle/>
                <a:p>
                  <a:r>
                    <a:rPr lang="en-US" sz="2200" b="1" dirty="0">
                      <a:solidFill>
                        <a:srgbClr val="3333CC"/>
                      </a:solidFill>
                      <a:latin typeface="Angsana New" pitchFamily="18" charset="-34"/>
                    </a:rPr>
                    <a:t>1.0</a:t>
                  </a:r>
                  <a:endParaRPr lang="th-TH" sz="2200" b="1" dirty="0">
                    <a:solidFill>
                      <a:srgbClr val="3333CC"/>
                    </a:solidFill>
                    <a:latin typeface="Angsana New" pitchFamily="18" charset="-34"/>
                  </a:endParaRPr>
                </a:p>
              </p:txBody>
            </p:sp>
            <p:cxnSp>
              <p:nvCxnSpPr>
                <p:cNvPr id="355" name="Straight Connector 354"/>
                <p:cNvCxnSpPr/>
                <p:nvPr/>
              </p:nvCxnSpPr>
              <p:spPr>
                <a:xfrm rot="16200000" flipH="1">
                  <a:off x="2530569" y="4169588"/>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30" name="Group 240"/>
              <p:cNvGrpSpPr>
                <a:grpSpLocks/>
              </p:cNvGrpSpPr>
              <p:nvPr/>
            </p:nvGrpSpPr>
            <p:grpSpPr bwMode="auto">
              <a:xfrm>
                <a:off x="2776202" y="4050792"/>
                <a:ext cx="609600" cy="430349"/>
                <a:chOff x="2346434" y="4050792"/>
                <a:chExt cx="609600" cy="430349"/>
              </a:xfrm>
            </p:grpSpPr>
            <p:sp>
              <p:nvSpPr>
                <p:cNvPr id="352" name="TextBox 241"/>
                <p:cNvSpPr txBox="1">
                  <a:spLocks noChangeArrowheads="1"/>
                </p:cNvSpPr>
                <p:nvPr/>
              </p:nvSpPr>
              <p:spPr bwMode="auto">
                <a:xfrm>
                  <a:off x="2346434" y="4050792"/>
                  <a:ext cx="609600" cy="430349"/>
                </a:xfrm>
                <a:prstGeom prst="rect">
                  <a:avLst/>
                </a:prstGeom>
                <a:noFill/>
                <a:ln w="9525">
                  <a:noFill/>
                  <a:miter lim="800000"/>
                  <a:headEnd/>
                  <a:tailEnd/>
                </a:ln>
              </p:spPr>
              <p:txBody>
                <a:bodyPr>
                  <a:spAutoFit/>
                </a:bodyPr>
                <a:lstStyle/>
                <a:p>
                  <a:r>
                    <a:rPr lang="en-US" sz="2200" b="1">
                      <a:solidFill>
                        <a:srgbClr val="3333CC"/>
                      </a:solidFill>
                      <a:latin typeface="Angsana New" pitchFamily="18" charset="-34"/>
                    </a:rPr>
                    <a:t>1.5</a:t>
                  </a:r>
                  <a:endParaRPr lang="th-TH" sz="2200" b="1">
                    <a:solidFill>
                      <a:srgbClr val="3333CC"/>
                    </a:solidFill>
                    <a:latin typeface="Angsana New" pitchFamily="18" charset="-34"/>
                  </a:endParaRPr>
                </a:p>
              </p:txBody>
            </p:sp>
            <p:cxnSp>
              <p:nvCxnSpPr>
                <p:cNvPr id="353" name="Straight Connector 352"/>
                <p:cNvCxnSpPr/>
                <p:nvPr/>
              </p:nvCxnSpPr>
              <p:spPr>
                <a:xfrm rot="16200000" flipH="1">
                  <a:off x="2499494" y="4169588"/>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31" name="Group 243"/>
              <p:cNvGrpSpPr>
                <a:grpSpLocks/>
              </p:cNvGrpSpPr>
              <p:nvPr/>
            </p:nvGrpSpPr>
            <p:grpSpPr bwMode="auto">
              <a:xfrm>
                <a:off x="3186104" y="4050792"/>
                <a:ext cx="609600" cy="430349"/>
                <a:chOff x="2299136" y="4050792"/>
                <a:chExt cx="609600" cy="430349"/>
              </a:xfrm>
            </p:grpSpPr>
            <p:sp>
              <p:nvSpPr>
                <p:cNvPr id="350" name="TextBox 244"/>
                <p:cNvSpPr txBox="1">
                  <a:spLocks noChangeArrowheads="1"/>
                </p:cNvSpPr>
                <p:nvPr/>
              </p:nvSpPr>
              <p:spPr bwMode="auto">
                <a:xfrm>
                  <a:off x="2299136" y="4050792"/>
                  <a:ext cx="609600" cy="430349"/>
                </a:xfrm>
                <a:prstGeom prst="rect">
                  <a:avLst/>
                </a:prstGeom>
                <a:noFill/>
                <a:ln w="9525">
                  <a:noFill/>
                  <a:miter lim="800000"/>
                  <a:headEnd/>
                  <a:tailEnd/>
                </a:ln>
              </p:spPr>
              <p:txBody>
                <a:bodyPr>
                  <a:spAutoFit/>
                </a:bodyPr>
                <a:lstStyle/>
                <a:p>
                  <a:r>
                    <a:rPr lang="en-US" sz="2200" b="1" dirty="0">
                      <a:solidFill>
                        <a:srgbClr val="3333CC"/>
                      </a:solidFill>
                      <a:latin typeface="Angsana New" pitchFamily="18" charset="-34"/>
                    </a:rPr>
                    <a:t>2.0</a:t>
                  </a:r>
                  <a:endParaRPr lang="th-TH" sz="2200" b="1" dirty="0">
                    <a:solidFill>
                      <a:srgbClr val="3333CC"/>
                    </a:solidFill>
                    <a:latin typeface="Angsana New" pitchFamily="18" charset="-34"/>
                  </a:endParaRPr>
                </a:p>
              </p:txBody>
            </p:sp>
            <p:cxnSp>
              <p:nvCxnSpPr>
                <p:cNvPr id="351" name="Straight Connector 350"/>
                <p:cNvCxnSpPr/>
                <p:nvPr/>
              </p:nvCxnSpPr>
              <p:spPr>
                <a:xfrm rot="16200000" flipH="1">
                  <a:off x="2436441" y="4169588"/>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32" name="Group 246"/>
              <p:cNvGrpSpPr>
                <a:grpSpLocks/>
              </p:cNvGrpSpPr>
              <p:nvPr/>
            </p:nvGrpSpPr>
            <p:grpSpPr bwMode="auto">
              <a:xfrm>
                <a:off x="3562496" y="4050792"/>
                <a:ext cx="609600" cy="430349"/>
                <a:chOff x="2206136" y="4050792"/>
                <a:chExt cx="609600" cy="430349"/>
              </a:xfrm>
            </p:grpSpPr>
            <p:sp>
              <p:nvSpPr>
                <p:cNvPr id="348" name="TextBox 247"/>
                <p:cNvSpPr txBox="1">
                  <a:spLocks noChangeArrowheads="1"/>
                </p:cNvSpPr>
                <p:nvPr/>
              </p:nvSpPr>
              <p:spPr bwMode="auto">
                <a:xfrm>
                  <a:off x="2206136" y="4050792"/>
                  <a:ext cx="609600" cy="430349"/>
                </a:xfrm>
                <a:prstGeom prst="rect">
                  <a:avLst/>
                </a:prstGeom>
                <a:noFill/>
                <a:ln w="9525">
                  <a:noFill/>
                  <a:miter lim="800000"/>
                  <a:headEnd/>
                  <a:tailEnd/>
                </a:ln>
              </p:spPr>
              <p:txBody>
                <a:bodyPr>
                  <a:spAutoFit/>
                </a:bodyPr>
                <a:lstStyle/>
                <a:p>
                  <a:r>
                    <a:rPr lang="en-US" sz="2200" b="1" dirty="0">
                      <a:solidFill>
                        <a:srgbClr val="3333CC"/>
                      </a:solidFill>
                      <a:latin typeface="Angsana New" pitchFamily="18" charset="-34"/>
                    </a:rPr>
                    <a:t>2.5</a:t>
                  </a:r>
                  <a:endParaRPr lang="th-TH" sz="2200" b="1" dirty="0">
                    <a:solidFill>
                      <a:srgbClr val="3333CC"/>
                    </a:solidFill>
                    <a:latin typeface="Angsana New" pitchFamily="18" charset="-34"/>
                  </a:endParaRPr>
                </a:p>
              </p:txBody>
            </p:sp>
            <p:cxnSp>
              <p:nvCxnSpPr>
                <p:cNvPr id="349" name="Straight Connector 348"/>
                <p:cNvCxnSpPr/>
                <p:nvPr/>
              </p:nvCxnSpPr>
              <p:spPr>
                <a:xfrm rot="16200000" flipH="1">
                  <a:off x="2340777" y="4169588"/>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33" name="Group 249"/>
              <p:cNvGrpSpPr>
                <a:grpSpLocks/>
              </p:cNvGrpSpPr>
              <p:nvPr/>
            </p:nvGrpSpPr>
            <p:grpSpPr bwMode="auto">
              <a:xfrm>
                <a:off x="3911975" y="4050792"/>
                <a:ext cx="609600" cy="430349"/>
                <a:chOff x="2098415" y="4050792"/>
                <a:chExt cx="609600" cy="430349"/>
              </a:xfrm>
            </p:grpSpPr>
            <p:sp>
              <p:nvSpPr>
                <p:cNvPr id="346" name="TextBox 250"/>
                <p:cNvSpPr txBox="1">
                  <a:spLocks noChangeArrowheads="1"/>
                </p:cNvSpPr>
                <p:nvPr/>
              </p:nvSpPr>
              <p:spPr bwMode="auto">
                <a:xfrm>
                  <a:off x="2098415" y="4050792"/>
                  <a:ext cx="609600" cy="430349"/>
                </a:xfrm>
                <a:prstGeom prst="rect">
                  <a:avLst/>
                </a:prstGeom>
                <a:noFill/>
                <a:ln w="9525">
                  <a:noFill/>
                  <a:miter lim="800000"/>
                  <a:headEnd/>
                  <a:tailEnd/>
                </a:ln>
              </p:spPr>
              <p:txBody>
                <a:bodyPr>
                  <a:spAutoFit/>
                </a:bodyPr>
                <a:lstStyle/>
                <a:p>
                  <a:r>
                    <a:rPr lang="en-US" sz="2200" b="1" dirty="0">
                      <a:solidFill>
                        <a:srgbClr val="3333CC"/>
                      </a:solidFill>
                      <a:latin typeface="Angsana New" pitchFamily="18" charset="-34"/>
                    </a:rPr>
                    <a:t>3.0</a:t>
                  </a:r>
                  <a:endParaRPr lang="th-TH" sz="2200" b="1" dirty="0">
                    <a:solidFill>
                      <a:srgbClr val="3333CC"/>
                    </a:solidFill>
                    <a:latin typeface="Angsana New" pitchFamily="18" charset="-34"/>
                  </a:endParaRPr>
                </a:p>
              </p:txBody>
            </p:sp>
            <p:cxnSp>
              <p:nvCxnSpPr>
                <p:cNvPr id="347" name="Straight Connector 346"/>
                <p:cNvCxnSpPr/>
                <p:nvPr/>
              </p:nvCxnSpPr>
              <p:spPr>
                <a:xfrm rot="16200000" flipH="1">
                  <a:off x="2230427" y="4169588"/>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34" name="Group 252"/>
              <p:cNvGrpSpPr>
                <a:grpSpLocks/>
              </p:cNvGrpSpPr>
              <p:nvPr/>
            </p:nvGrpSpPr>
            <p:grpSpPr bwMode="auto">
              <a:xfrm>
                <a:off x="4264082" y="4050792"/>
                <a:ext cx="609600" cy="430349"/>
                <a:chOff x="1993322" y="4050792"/>
                <a:chExt cx="609600" cy="430349"/>
              </a:xfrm>
            </p:grpSpPr>
            <p:sp>
              <p:nvSpPr>
                <p:cNvPr id="344" name="TextBox 253"/>
                <p:cNvSpPr txBox="1">
                  <a:spLocks noChangeArrowheads="1"/>
                </p:cNvSpPr>
                <p:nvPr/>
              </p:nvSpPr>
              <p:spPr bwMode="auto">
                <a:xfrm>
                  <a:off x="1993322" y="4050792"/>
                  <a:ext cx="609600" cy="430349"/>
                </a:xfrm>
                <a:prstGeom prst="rect">
                  <a:avLst/>
                </a:prstGeom>
                <a:noFill/>
                <a:ln w="9525">
                  <a:noFill/>
                  <a:miter lim="800000"/>
                  <a:headEnd/>
                  <a:tailEnd/>
                </a:ln>
              </p:spPr>
              <p:txBody>
                <a:bodyPr>
                  <a:spAutoFit/>
                </a:bodyPr>
                <a:lstStyle/>
                <a:p>
                  <a:r>
                    <a:rPr lang="en-US" sz="2200" b="1" dirty="0">
                      <a:solidFill>
                        <a:srgbClr val="3333CC"/>
                      </a:solidFill>
                      <a:latin typeface="Angsana New" pitchFamily="18" charset="-34"/>
                    </a:rPr>
                    <a:t>3.5</a:t>
                  </a:r>
                  <a:endParaRPr lang="th-TH" sz="2200" b="1" dirty="0">
                    <a:solidFill>
                      <a:srgbClr val="3333CC"/>
                    </a:solidFill>
                    <a:latin typeface="Angsana New" pitchFamily="18" charset="-34"/>
                  </a:endParaRPr>
                </a:p>
              </p:txBody>
            </p:sp>
            <p:cxnSp>
              <p:nvCxnSpPr>
                <p:cNvPr id="345" name="Straight Connector 344"/>
                <p:cNvCxnSpPr/>
                <p:nvPr/>
              </p:nvCxnSpPr>
              <p:spPr>
                <a:xfrm rot="16200000" flipH="1">
                  <a:off x="2129615" y="4169588"/>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35" name="Group 255"/>
              <p:cNvGrpSpPr>
                <a:grpSpLocks/>
              </p:cNvGrpSpPr>
              <p:nvPr/>
            </p:nvGrpSpPr>
            <p:grpSpPr bwMode="auto">
              <a:xfrm>
                <a:off x="4629328" y="4050792"/>
                <a:ext cx="609600" cy="430349"/>
                <a:chOff x="1901368" y="4050792"/>
                <a:chExt cx="609600" cy="430349"/>
              </a:xfrm>
            </p:grpSpPr>
            <p:sp>
              <p:nvSpPr>
                <p:cNvPr id="342" name="TextBox 256"/>
                <p:cNvSpPr txBox="1">
                  <a:spLocks noChangeArrowheads="1"/>
                </p:cNvSpPr>
                <p:nvPr/>
              </p:nvSpPr>
              <p:spPr bwMode="auto">
                <a:xfrm>
                  <a:off x="1901368" y="4050792"/>
                  <a:ext cx="609600" cy="430349"/>
                </a:xfrm>
                <a:prstGeom prst="rect">
                  <a:avLst/>
                </a:prstGeom>
                <a:noFill/>
                <a:ln w="9525">
                  <a:noFill/>
                  <a:miter lim="800000"/>
                  <a:headEnd/>
                  <a:tailEnd/>
                </a:ln>
              </p:spPr>
              <p:txBody>
                <a:bodyPr>
                  <a:spAutoFit/>
                </a:bodyPr>
                <a:lstStyle/>
                <a:p>
                  <a:r>
                    <a:rPr lang="en-US" sz="2200" b="1" dirty="0">
                      <a:solidFill>
                        <a:srgbClr val="3333CC"/>
                      </a:solidFill>
                      <a:latin typeface="Angsana New" pitchFamily="18" charset="-34"/>
                    </a:rPr>
                    <a:t>4.0</a:t>
                  </a:r>
                  <a:endParaRPr lang="th-TH" sz="2200" b="1" dirty="0">
                    <a:solidFill>
                      <a:srgbClr val="3333CC"/>
                    </a:solidFill>
                    <a:latin typeface="Angsana New" pitchFamily="18" charset="-34"/>
                  </a:endParaRPr>
                </a:p>
              </p:txBody>
            </p:sp>
            <p:cxnSp>
              <p:nvCxnSpPr>
                <p:cNvPr id="343" name="Straight Connector 342"/>
                <p:cNvCxnSpPr/>
                <p:nvPr/>
              </p:nvCxnSpPr>
              <p:spPr>
                <a:xfrm rot="16200000" flipH="1">
                  <a:off x="2053427" y="4169588"/>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36" name="Group 258"/>
              <p:cNvGrpSpPr>
                <a:grpSpLocks/>
              </p:cNvGrpSpPr>
              <p:nvPr/>
            </p:nvGrpSpPr>
            <p:grpSpPr bwMode="auto">
              <a:xfrm>
                <a:off x="5012967" y="4050792"/>
                <a:ext cx="609600" cy="430349"/>
                <a:chOff x="1815615" y="4050792"/>
                <a:chExt cx="609600" cy="430349"/>
              </a:xfrm>
            </p:grpSpPr>
            <p:sp>
              <p:nvSpPr>
                <p:cNvPr id="340" name="TextBox 259"/>
                <p:cNvSpPr txBox="1">
                  <a:spLocks noChangeArrowheads="1"/>
                </p:cNvSpPr>
                <p:nvPr/>
              </p:nvSpPr>
              <p:spPr bwMode="auto">
                <a:xfrm>
                  <a:off x="1815615" y="4050792"/>
                  <a:ext cx="609600" cy="430349"/>
                </a:xfrm>
                <a:prstGeom prst="rect">
                  <a:avLst/>
                </a:prstGeom>
                <a:noFill/>
                <a:ln w="9525">
                  <a:noFill/>
                  <a:miter lim="800000"/>
                  <a:headEnd/>
                  <a:tailEnd/>
                </a:ln>
              </p:spPr>
              <p:txBody>
                <a:bodyPr>
                  <a:spAutoFit/>
                </a:bodyPr>
                <a:lstStyle/>
                <a:p>
                  <a:r>
                    <a:rPr lang="en-US" sz="2200" b="1" dirty="0">
                      <a:solidFill>
                        <a:srgbClr val="3333CC"/>
                      </a:solidFill>
                      <a:latin typeface="Angsana New" pitchFamily="18" charset="-34"/>
                    </a:rPr>
                    <a:t>4.5</a:t>
                  </a:r>
                  <a:endParaRPr lang="th-TH" sz="2200" b="1" dirty="0">
                    <a:solidFill>
                      <a:srgbClr val="3333CC"/>
                    </a:solidFill>
                    <a:latin typeface="Angsana New" pitchFamily="18" charset="-34"/>
                  </a:endParaRPr>
                </a:p>
              </p:txBody>
            </p:sp>
            <p:cxnSp>
              <p:nvCxnSpPr>
                <p:cNvPr id="341" name="Straight Connector 340"/>
                <p:cNvCxnSpPr/>
                <p:nvPr/>
              </p:nvCxnSpPr>
              <p:spPr>
                <a:xfrm rot="16200000" flipH="1">
                  <a:off x="1949281" y="4169588"/>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37" name="Group 261"/>
              <p:cNvGrpSpPr>
                <a:grpSpLocks/>
              </p:cNvGrpSpPr>
              <p:nvPr/>
            </p:nvGrpSpPr>
            <p:grpSpPr bwMode="auto">
              <a:xfrm>
                <a:off x="5362448" y="4050792"/>
                <a:ext cx="609600" cy="430349"/>
                <a:chOff x="1707896" y="4050792"/>
                <a:chExt cx="609600" cy="430349"/>
              </a:xfrm>
            </p:grpSpPr>
            <p:sp>
              <p:nvSpPr>
                <p:cNvPr id="338" name="TextBox 262"/>
                <p:cNvSpPr txBox="1">
                  <a:spLocks noChangeArrowheads="1"/>
                </p:cNvSpPr>
                <p:nvPr/>
              </p:nvSpPr>
              <p:spPr bwMode="auto">
                <a:xfrm>
                  <a:off x="1707896" y="4050792"/>
                  <a:ext cx="609600" cy="430349"/>
                </a:xfrm>
                <a:prstGeom prst="rect">
                  <a:avLst/>
                </a:prstGeom>
                <a:noFill/>
                <a:ln w="9525">
                  <a:noFill/>
                  <a:miter lim="800000"/>
                  <a:headEnd/>
                  <a:tailEnd/>
                </a:ln>
              </p:spPr>
              <p:txBody>
                <a:bodyPr>
                  <a:spAutoFit/>
                </a:bodyPr>
                <a:lstStyle/>
                <a:p>
                  <a:r>
                    <a:rPr lang="en-US" sz="2200" b="1" dirty="0">
                      <a:solidFill>
                        <a:srgbClr val="3333CC"/>
                      </a:solidFill>
                      <a:latin typeface="Angsana New" pitchFamily="18" charset="-34"/>
                    </a:rPr>
                    <a:t>5.0</a:t>
                  </a:r>
                  <a:endParaRPr lang="th-TH" sz="2200" b="1" dirty="0">
                    <a:solidFill>
                      <a:srgbClr val="3333CC"/>
                    </a:solidFill>
                    <a:latin typeface="Angsana New" pitchFamily="18" charset="-34"/>
                  </a:endParaRPr>
                </a:p>
              </p:txBody>
            </p:sp>
            <p:cxnSp>
              <p:nvCxnSpPr>
                <p:cNvPr id="339" name="Straight Connector 338"/>
                <p:cNvCxnSpPr/>
                <p:nvPr/>
              </p:nvCxnSpPr>
              <p:spPr>
                <a:xfrm rot="16200000" flipH="1">
                  <a:off x="1854695" y="4169588"/>
                  <a:ext cx="139525" cy="127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grpSp>
      <p:cxnSp>
        <p:nvCxnSpPr>
          <p:cNvPr id="356" name="Elbow Connector 355"/>
          <p:cNvCxnSpPr/>
          <p:nvPr/>
        </p:nvCxnSpPr>
        <p:spPr>
          <a:xfrm rot="16200000" flipV="1">
            <a:off x="5106543" y="3547204"/>
            <a:ext cx="274320" cy="274320"/>
          </a:xfrm>
          <a:prstGeom prst="bentConnector3">
            <a:avLst>
              <a:gd name="adj1" fmla="val 2959"/>
            </a:avLst>
          </a:prstGeom>
          <a:ln w="38100">
            <a:solidFill>
              <a:srgbClr val="6600CC"/>
            </a:solidFill>
            <a:tailEnd type="stealth" w="med" len="lg"/>
          </a:ln>
          <a:effectLst/>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3166238" y="914400"/>
            <a:ext cx="4966558" cy="457200"/>
            <a:chOff x="152400" y="4891216"/>
            <a:chExt cx="4966558" cy="457200"/>
          </a:xfrm>
        </p:grpSpPr>
        <p:sp>
          <p:nvSpPr>
            <p:cNvPr id="357" name="Rectangle 2"/>
            <p:cNvSpPr txBox="1">
              <a:spLocks noChangeArrowheads="1"/>
            </p:cNvSpPr>
            <p:nvPr/>
          </p:nvSpPr>
          <p:spPr bwMode="auto">
            <a:xfrm>
              <a:off x="152400" y="4891216"/>
              <a:ext cx="4966558" cy="457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algn="l" eaLnBrk="1" hangingPunct="1">
                <a:lnSpc>
                  <a:spcPct val="90000"/>
                </a:lnSpc>
              </a:pPr>
              <a:r>
                <a:rPr lang="th-TH" sz="2800" b="1" kern="0" dirty="0">
                  <a:solidFill>
                    <a:srgbClr val="008000"/>
                  </a:solidFill>
                  <a:latin typeface="Angsana New" panose="02020603050405020304" pitchFamily="18" charset="-34"/>
                  <a:cs typeface="Angsana New" panose="02020603050405020304" pitchFamily="18" charset="-34"/>
                </a:rPr>
                <a:t>การกระจายสุ่ม </a:t>
              </a:r>
              <a:r>
                <a:rPr lang="en-US" sz="2800" b="1" kern="0" dirty="0">
                  <a:solidFill>
                    <a:srgbClr val="008000"/>
                  </a:solidFill>
                  <a:latin typeface="Angsana New" panose="02020603050405020304" pitchFamily="18" charset="-34"/>
                  <a:cs typeface="Angsana New" panose="02020603050405020304" pitchFamily="18" charset="-34"/>
                </a:rPr>
                <a:t>(Sampling distribution) </a:t>
              </a:r>
              <a:r>
                <a:rPr lang="th-TH" sz="2800" b="1" kern="0" dirty="0">
                  <a:solidFill>
                    <a:srgbClr val="008000"/>
                  </a:solidFill>
                  <a:latin typeface="Angsana New" panose="02020603050405020304" pitchFamily="18" charset="-34"/>
                  <a:cs typeface="Angsana New" panose="02020603050405020304" pitchFamily="18" charset="-34"/>
                </a:rPr>
                <a:t>ของ </a:t>
              </a:r>
              <a:r>
                <a:rPr lang="en-US" sz="2800" b="1" kern="0" dirty="0">
                  <a:solidFill>
                    <a:srgbClr val="008000"/>
                  </a:solidFill>
                  <a:latin typeface="Angsana New" panose="02020603050405020304" pitchFamily="18" charset="-34"/>
                  <a:cs typeface="Angsana New" panose="02020603050405020304" pitchFamily="18" charset="-34"/>
                </a:rPr>
                <a:t>X </a:t>
              </a:r>
              <a:endParaRPr lang="th-TH" sz="2800" b="1" kern="0" dirty="0">
                <a:solidFill>
                  <a:srgbClr val="008000"/>
                </a:solidFill>
                <a:latin typeface="Angsana New" panose="02020603050405020304" pitchFamily="18" charset="-34"/>
                <a:cs typeface="Angsana New" panose="02020603050405020304" pitchFamily="18" charset="-34"/>
              </a:endParaRPr>
            </a:p>
          </p:txBody>
        </p:sp>
        <p:sp>
          <p:nvSpPr>
            <p:cNvPr id="358" name="Line 24"/>
            <p:cNvSpPr>
              <a:spLocks noChangeShapeType="1"/>
            </p:cNvSpPr>
            <p:nvPr/>
          </p:nvSpPr>
          <p:spPr bwMode="auto">
            <a:xfrm>
              <a:off x="4580985" y="4977714"/>
              <a:ext cx="155575" cy="0"/>
            </a:xfrm>
            <a:prstGeom prst="line">
              <a:avLst/>
            </a:prstGeom>
            <a:noFill/>
            <a:ln w="19050">
              <a:solidFill>
                <a:srgbClr val="008000"/>
              </a:solidFill>
              <a:round/>
              <a:headEnd/>
              <a:tailEnd/>
            </a:ln>
          </p:spPr>
          <p:txBody>
            <a:bodyPr/>
            <a:lstStyle/>
            <a:p>
              <a:endParaRPr lang="en-US">
                <a:latin typeface="Angsana New" panose="02020603050405020304" pitchFamily="18" charset="-34"/>
              </a:endParaRPr>
            </a:p>
          </p:txBody>
        </p:sp>
      </p:grpSp>
      <p:grpSp>
        <p:nvGrpSpPr>
          <p:cNvPr id="361" name="Group 360"/>
          <p:cNvGrpSpPr/>
          <p:nvPr/>
        </p:nvGrpSpPr>
        <p:grpSpPr>
          <a:xfrm>
            <a:off x="3090038" y="3946634"/>
            <a:ext cx="4966558" cy="457200"/>
            <a:chOff x="152400" y="4891216"/>
            <a:chExt cx="4966558" cy="457200"/>
          </a:xfrm>
        </p:grpSpPr>
        <p:sp>
          <p:nvSpPr>
            <p:cNvPr id="362" name="Rectangle 2"/>
            <p:cNvSpPr txBox="1">
              <a:spLocks noChangeArrowheads="1"/>
            </p:cNvSpPr>
            <p:nvPr/>
          </p:nvSpPr>
          <p:spPr bwMode="auto">
            <a:xfrm>
              <a:off x="152400" y="4891216"/>
              <a:ext cx="4966558" cy="457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algn="l" eaLnBrk="1" hangingPunct="1">
                <a:lnSpc>
                  <a:spcPct val="90000"/>
                </a:lnSpc>
              </a:pPr>
              <a:r>
                <a:rPr lang="th-TH" sz="2800" b="1" kern="0" dirty="0">
                  <a:solidFill>
                    <a:srgbClr val="008000"/>
                  </a:solidFill>
                  <a:latin typeface="Angsana New" panose="02020603050405020304" pitchFamily="18" charset="-34"/>
                  <a:cs typeface="Angsana New" panose="02020603050405020304" pitchFamily="18" charset="-34"/>
                </a:rPr>
                <a:t>การกระจายสุ่ม </a:t>
              </a:r>
              <a:r>
                <a:rPr lang="en-US" sz="2800" b="1" kern="0" dirty="0">
                  <a:solidFill>
                    <a:srgbClr val="008000"/>
                  </a:solidFill>
                  <a:latin typeface="Angsana New" panose="02020603050405020304" pitchFamily="18" charset="-34"/>
                  <a:cs typeface="Angsana New" panose="02020603050405020304" pitchFamily="18" charset="-34"/>
                </a:rPr>
                <a:t>(Sampling distribution) </a:t>
              </a:r>
              <a:r>
                <a:rPr lang="th-TH" sz="2800" b="1" kern="0" dirty="0">
                  <a:solidFill>
                    <a:srgbClr val="008000"/>
                  </a:solidFill>
                  <a:latin typeface="Angsana New" panose="02020603050405020304" pitchFamily="18" charset="-34"/>
                  <a:cs typeface="Angsana New" panose="02020603050405020304" pitchFamily="18" charset="-34"/>
                </a:rPr>
                <a:t>ของ </a:t>
              </a:r>
              <a:r>
                <a:rPr lang="en-US" sz="2800" b="1" kern="0" dirty="0">
                  <a:solidFill>
                    <a:srgbClr val="008000"/>
                  </a:solidFill>
                  <a:latin typeface="Angsana New" panose="02020603050405020304" pitchFamily="18" charset="-34"/>
                  <a:cs typeface="Angsana New" panose="02020603050405020304" pitchFamily="18" charset="-34"/>
                </a:rPr>
                <a:t>X </a:t>
              </a:r>
              <a:endParaRPr lang="th-TH" sz="2800" b="1" kern="0" dirty="0">
                <a:solidFill>
                  <a:srgbClr val="008000"/>
                </a:solidFill>
                <a:latin typeface="Angsana New" panose="02020603050405020304" pitchFamily="18" charset="-34"/>
                <a:cs typeface="Angsana New" panose="02020603050405020304" pitchFamily="18" charset="-34"/>
              </a:endParaRPr>
            </a:p>
          </p:txBody>
        </p:sp>
        <p:sp>
          <p:nvSpPr>
            <p:cNvPr id="363" name="Line 24"/>
            <p:cNvSpPr>
              <a:spLocks noChangeShapeType="1"/>
            </p:cNvSpPr>
            <p:nvPr/>
          </p:nvSpPr>
          <p:spPr bwMode="auto">
            <a:xfrm>
              <a:off x="4593685" y="4990414"/>
              <a:ext cx="155575" cy="0"/>
            </a:xfrm>
            <a:prstGeom prst="line">
              <a:avLst/>
            </a:prstGeom>
            <a:noFill/>
            <a:ln w="19050">
              <a:solidFill>
                <a:srgbClr val="008000"/>
              </a:solidFill>
              <a:round/>
              <a:headEnd/>
              <a:tailEnd/>
            </a:ln>
          </p:spPr>
          <p:txBody>
            <a:bodyPr/>
            <a:lstStyle/>
            <a:p>
              <a:endParaRPr lang="en-US">
                <a:latin typeface="Angsana New" panose="02020603050405020304" pitchFamily="18" charset="-34"/>
              </a:endParaRPr>
            </a:p>
          </p:txBody>
        </p:sp>
      </p:grpSp>
      <p:sp>
        <p:nvSpPr>
          <p:cNvPr id="364" name="TextBox 363"/>
          <p:cNvSpPr txBox="1">
            <a:spLocks noChangeArrowheads="1"/>
          </p:cNvSpPr>
          <p:nvPr/>
        </p:nvSpPr>
        <p:spPr bwMode="auto">
          <a:xfrm>
            <a:off x="5358173" y="6522262"/>
            <a:ext cx="470465" cy="369332"/>
          </a:xfrm>
          <a:prstGeom prst="rect">
            <a:avLst/>
          </a:prstGeom>
          <a:noFill/>
          <a:ln w="9525">
            <a:noFill/>
            <a:miter lim="800000"/>
            <a:headEnd/>
            <a:tailEnd/>
          </a:ln>
        </p:spPr>
        <p:txBody>
          <a:bodyPr wrap="square">
            <a:spAutoFit/>
          </a:bodyPr>
          <a:lstStyle/>
          <a:p>
            <a:r>
              <a:rPr lang="th-TH" sz="1800" b="1" dirty="0">
                <a:solidFill>
                  <a:srgbClr val="7030A0"/>
                </a:solidFill>
                <a:sym typeface="Symbol" pitchFamily="18" charset="2"/>
              </a:rPr>
              <a:t></a:t>
            </a:r>
            <a:endParaRPr lang="th-TH" sz="1800" b="1" dirty="0">
              <a:solidFill>
                <a:srgbClr val="7030A0"/>
              </a:solidFill>
            </a:endParaRPr>
          </a:p>
        </p:txBody>
      </p:sp>
      <p:cxnSp>
        <p:nvCxnSpPr>
          <p:cNvPr id="365" name="Elbow Connector 364"/>
          <p:cNvCxnSpPr/>
          <p:nvPr/>
        </p:nvCxnSpPr>
        <p:spPr>
          <a:xfrm rot="16200000" flipV="1">
            <a:off x="5118100" y="6462508"/>
            <a:ext cx="274320" cy="274320"/>
          </a:xfrm>
          <a:prstGeom prst="bentConnector3">
            <a:avLst>
              <a:gd name="adj1" fmla="val -704"/>
            </a:avLst>
          </a:prstGeom>
          <a:ln w="38100">
            <a:solidFill>
              <a:srgbClr val="6600CC"/>
            </a:solidFill>
            <a:tailEnd type="stealth" w="med" len="lg"/>
          </a:ln>
          <a:effectLst/>
        </p:spPr>
        <p:style>
          <a:lnRef idx="1">
            <a:schemeClr val="accent1"/>
          </a:lnRef>
          <a:fillRef idx="0">
            <a:schemeClr val="accent1"/>
          </a:fillRef>
          <a:effectRef idx="0">
            <a:schemeClr val="accent1"/>
          </a:effectRef>
          <a:fontRef idx="minor">
            <a:schemeClr val="tx1"/>
          </a:fontRef>
        </p:style>
      </p:cxnSp>
      <p:grpSp>
        <p:nvGrpSpPr>
          <p:cNvPr id="386" name="Group 315"/>
          <p:cNvGrpSpPr>
            <a:grpSpLocks/>
          </p:cNvGrpSpPr>
          <p:nvPr/>
        </p:nvGrpSpPr>
        <p:grpSpPr bwMode="auto">
          <a:xfrm>
            <a:off x="6489700" y="5410200"/>
            <a:ext cx="1655796" cy="523220"/>
            <a:chOff x="2057401" y="609600"/>
            <a:chExt cx="1655796" cy="523117"/>
          </a:xfrm>
        </p:grpSpPr>
        <p:sp>
          <p:nvSpPr>
            <p:cNvPr id="387" name="TextBox 286"/>
            <p:cNvSpPr txBox="1">
              <a:spLocks noChangeArrowheads="1"/>
            </p:cNvSpPr>
            <p:nvPr/>
          </p:nvSpPr>
          <p:spPr bwMode="auto">
            <a:xfrm>
              <a:off x="2057401" y="609600"/>
              <a:ext cx="1655796" cy="523117"/>
            </a:xfrm>
            <a:prstGeom prst="rect">
              <a:avLst/>
            </a:prstGeom>
            <a:noFill/>
            <a:ln w="9525">
              <a:noFill/>
              <a:miter lim="800000"/>
              <a:headEnd/>
              <a:tailEnd/>
            </a:ln>
          </p:spPr>
          <p:txBody>
            <a:bodyPr wrap="square">
              <a:spAutoFit/>
            </a:bodyPr>
            <a:lstStyle/>
            <a:p>
              <a:r>
                <a:rPr lang="en-US" b="1" dirty="0">
                  <a:solidFill>
                    <a:srgbClr val="FF00FF"/>
                  </a:solidFill>
                  <a:latin typeface="Angsana New" pitchFamily="18" charset="-34"/>
                </a:rPr>
                <a:t>E(X) = </a:t>
              </a:r>
              <a:r>
                <a:rPr lang="en-US" sz="2400" b="1" dirty="0">
                  <a:solidFill>
                    <a:srgbClr val="FF00FF"/>
                  </a:solidFill>
                  <a:latin typeface="Angsana New" pitchFamily="18" charset="-34"/>
                  <a:sym typeface="Symbol" pitchFamily="18" charset="2"/>
                </a:rPr>
                <a:t> = 3</a:t>
              </a:r>
              <a:r>
                <a:rPr lang="en-US" b="1" dirty="0">
                  <a:solidFill>
                    <a:srgbClr val="FF00FF"/>
                  </a:solidFill>
                  <a:latin typeface="Angsana New" pitchFamily="18" charset="-34"/>
                  <a:sym typeface="Symbol" pitchFamily="18" charset="2"/>
                </a:rPr>
                <a:t> </a:t>
              </a:r>
              <a:endParaRPr lang="th-TH" b="1" dirty="0">
                <a:solidFill>
                  <a:srgbClr val="FF00FF"/>
                </a:solidFill>
                <a:latin typeface="Angsana New" pitchFamily="18" charset="-34"/>
              </a:endParaRPr>
            </a:p>
          </p:txBody>
        </p:sp>
        <p:cxnSp>
          <p:nvCxnSpPr>
            <p:cNvPr id="388" name="Straight Connector 387"/>
            <p:cNvCxnSpPr/>
            <p:nvPr/>
          </p:nvCxnSpPr>
          <p:spPr>
            <a:xfrm>
              <a:off x="2381904" y="737011"/>
              <a:ext cx="155448" cy="1588"/>
            </a:xfrm>
            <a:prstGeom prst="line">
              <a:avLst/>
            </a:prstGeom>
            <a:ln w="19050">
              <a:solidFill>
                <a:srgbClr val="FF00FF"/>
              </a:solidFill>
            </a:ln>
          </p:spPr>
          <p:style>
            <a:lnRef idx="1">
              <a:schemeClr val="dk1"/>
            </a:lnRef>
            <a:fillRef idx="0">
              <a:schemeClr val="dk1"/>
            </a:fillRef>
            <a:effectRef idx="0">
              <a:schemeClr val="dk1"/>
            </a:effectRef>
            <a:fontRef idx="minor">
              <a:schemeClr val="tx1"/>
            </a:fontRef>
          </p:style>
        </p:cxnSp>
      </p:grpSp>
      <p:grpSp>
        <p:nvGrpSpPr>
          <p:cNvPr id="410" name="Group 315"/>
          <p:cNvGrpSpPr>
            <a:grpSpLocks/>
          </p:cNvGrpSpPr>
          <p:nvPr/>
        </p:nvGrpSpPr>
        <p:grpSpPr bwMode="auto">
          <a:xfrm>
            <a:off x="6798437" y="2394070"/>
            <a:ext cx="1790997" cy="523220"/>
            <a:chOff x="2057400" y="609600"/>
            <a:chExt cx="1790997" cy="523117"/>
          </a:xfrm>
        </p:grpSpPr>
        <p:sp>
          <p:nvSpPr>
            <p:cNvPr id="411" name="TextBox 286"/>
            <p:cNvSpPr txBox="1">
              <a:spLocks noChangeArrowheads="1"/>
            </p:cNvSpPr>
            <p:nvPr/>
          </p:nvSpPr>
          <p:spPr bwMode="auto">
            <a:xfrm>
              <a:off x="2057400" y="609600"/>
              <a:ext cx="1790997" cy="523117"/>
            </a:xfrm>
            <a:prstGeom prst="rect">
              <a:avLst/>
            </a:prstGeom>
            <a:noFill/>
            <a:ln w="9525">
              <a:noFill/>
              <a:miter lim="800000"/>
              <a:headEnd/>
              <a:tailEnd/>
            </a:ln>
          </p:spPr>
          <p:txBody>
            <a:bodyPr wrap="square">
              <a:spAutoFit/>
            </a:bodyPr>
            <a:lstStyle/>
            <a:p>
              <a:r>
                <a:rPr lang="en-US" b="1" dirty="0">
                  <a:solidFill>
                    <a:srgbClr val="0000FF"/>
                  </a:solidFill>
                  <a:latin typeface="Angsana New" pitchFamily="18" charset="-34"/>
                </a:rPr>
                <a:t>E(X) = </a:t>
              </a:r>
              <a:r>
                <a:rPr lang="en-US" sz="2400" b="1" dirty="0">
                  <a:solidFill>
                    <a:srgbClr val="0000FF"/>
                  </a:solidFill>
                  <a:latin typeface="Angsana New" pitchFamily="18" charset="-34"/>
                  <a:sym typeface="Symbol" pitchFamily="18" charset="2"/>
                </a:rPr>
                <a:t> = 3</a:t>
              </a:r>
              <a:r>
                <a:rPr lang="en-US" b="1" dirty="0">
                  <a:solidFill>
                    <a:srgbClr val="0000FF"/>
                  </a:solidFill>
                  <a:latin typeface="Angsana New" pitchFamily="18" charset="-34"/>
                  <a:sym typeface="Symbol" pitchFamily="18" charset="2"/>
                </a:rPr>
                <a:t> </a:t>
              </a:r>
              <a:endParaRPr lang="th-TH" b="1" dirty="0">
                <a:solidFill>
                  <a:srgbClr val="0000FF"/>
                </a:solidFill>
                <a:latin typeface="Angsana New" pitchFamily="18" charset="-34"/>
              </a:endParaRPr>
            </a:p>
          </p:txBody>
        </p:sp>
        <p:cxnSp>
          <p:nvCxnSpPr>
            <p:cNvPr id="412" name="Straight Connector 411"/>
            <p:cNvCxnSpPr/>
            <p:nvPr/>
          </p:nvCxnSpPr>
          <p:spPr>
            <a:xfrm>
              <a:off x="2381904" y="744405"/>
              <a:ext cx="155448" cy="1588"/>
            </a:xfrm>
            <a:prstGeom prst="line">
              <a:avLst/>
            </a:prstGeom>
            <a:ln w="19050">
              <a:solidFill>
                <a:srgbClr val="0000FF"/>
              </a:solidFill>
            </a:ln>
          </p:spPr>
          <p:style>
            <a:lnRef idx="1">
              <a:schemeClr val="dk1"/>
            </a:lnRef>
            <a:fillRef idx="0">
              <a:schemeClr val="dk1"/>
            </a:fillRef>
            <a:effectRef idx="0">
              <a:schemeClr val="dk1"/>
            </a:effectRef>
            <a:fontRef idx="minor">
              <a:schemeClr val="tx1"/>
            </a:fontRef>
          </p:style>
        </p:cxnSp>
      </p:grpSp>
      <p:grpSp>
        <p:nvGrpSpPr>
          <p:cNvPr id="413" name="Group 412"/>
          <p:cNvGrpSpPr/>
          <p:nvPr/>
        </p:nvGrpSpPr>
        <p:grpSpPr>
          <a:xfrm>
            <a:off x="6819900" y="2971800"/>
            <a:ext cx="1866900" cy="648896"/>
            <a:chOff x="6797296" y="3004135"/>
            <a:chExt cx="1866900" cy="648896"/>
          </a:xfrm>
        </p:grpSpPr>
        <p:grpSp>
          <p:nvGrpSpPr>
            <p:cNvPr id="414" name="Group 413"/>
            <p:cNvGrpSpPr/>
            <p:nvPr/>
          </p:nvGrpSpPr>
          <p:grpSpPr>
            <a:xfrm>
              <a:off x="7672687" y="3004135"/>
              <a:ext cx="494271" cy="648896"/>
              <a:chOff x="8227632" y="450801"/>
              <a:chExt cx="494271" cy="648896"/>
            </a:xfrm>
          </p:grpSpPr>
          <p:sp>
            <p:nvSpPr>
              <p:cNvPr id="418" name="TextBox 286"/>
              <p:cNvSpPr txBox="1">
                <a:spLocks noChangeArrowheads="1"/>
              </p:cNvSpPr>
              <p:nvPr/>
            </p:nvSpPr>
            <p:spPr bwMode="auto">
              <a:xfrm>
                <a:off x="8227632" y="450801"/>
                <a:ext cx="494271" cy="648896"/>
              </a:xfrm>
              <a:prstGeom prst="rect">
                <a:avLst/>
              </a:prstGeom>
              <a:noFill/>
              <a:ln w="9525">
                <a:noFill/>
                <a:miter lim="800000"/>
                <a:headEnd/>
                <a:tailEnd/>
              </a:ln>
            </p:spPr>
            <p:txBody>
              <a:bodyPr wrap="square">
                <a:spAutoFit/>
              </a:bodyPr>
              <a:lstStyle/>
              <a:p>
                <a:pPr>
                  <a:lnSpc>
                    <a:spcPts val="2000"/>
                  </a:lnSpc>
                </a:pPr>
                <a:r>
                  <a:rPr lang="en-US" sz="2400" b="1" dirty="0">
                    <a:solidFill>
                      <a:srgbClr val="0000FF"/>
                    </a:solidFill>
                    <a:latin typeface="Angsana New" pitchFamily="18" charset="-34"/>
                    <a:sym typeface="Symbol" pitchFamily="18" charset="2"/>
                  </a:rPr>
                  <a:t></a:t>
                </a:r>
                <a:r>
                  <a:rPr lang="en-US" sz="3200" b="1" baseline="30000" dirty="0">
                    <a:solidFill>
                      <a:srgbClr val="0000FF"/>
                    </a:solidFill>
                    <a:latin typeface="Angsana New" pitchFamily="18" charset="-34"/>
                    <a:sym typeface="Symbol" pitchFamily="18" charset="2"/>
                  </a:rPr>
                  <a:t>2</a:t>
                </a:r>
              </a:p>
              <a:p>
                <a:pPr>
                  <a:lnSpc>
                    <a:spcPts val="2000"/>
                  </a:lnSpc>
                </a:pPr>
                <a:r>
                  <a:rPr lang="en-US" b="1" dirty="0">
                    <a:solidFill>
                      <a:srgbClr val="0000FF"/>
                    </a:solidFill>
                    <a:latin typeface="Angsana New" pitchFamily="18" charset="-34"/>
                    <a:sym typeface="Symbol" pitchFamily="18" charset="2"/>
                  </a:rPr>
                  <a:t> n</a:t>
                </a:r>
                <a:endParaRPr lang="th-TH" b="1" dirty="0">
                  <a:solidFill>
                    <a:srgbClr val="0000FF"/>
                  </a:solidFill>
                  <a:latin typeface="Angsana New" pitchFamily="18" charset="-34"/>
                </a:endParaRPr>
              </a:p>
            </p:txBody>
          </p:sp>
          <p:cxnSp>
            <p:nvCxnSpPr>
              <p:cNvPr id="419" name="Straight Connector 418"/>
              <p:cNvCxnSpPr/>
              <p:nvPr/>
            </p:nvCxnSpPr>
            <p:spPr>
              <a:xfrm>
                <a:off x="8272512" y="763181"/>
                <a:ext cx="36576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415" name="Group 414"/>
            <p:cNvGrpSpPr/>
            <p:nvPr/>
          </p:nvGrpSpPr>
          <p:grpSpPr>
            <a:xfrm>
              <a:off x="6797296" y="3058180"/>
              <a:ext cx="1866900" cy="523220"/>
              <a:chOff x="7872135" y="3684363"/>
              <a:chExt cx="1866900" cy="523220"/>
            </a:xfrm>
          </p:grpSpPr>
          <p:sp>
            <p:nvSpPr>
              <p:cNvPr id="416" name="TextBox 286"/>
              <p:cNvSpPr txBox="1">
                <a:spLocks noChangeArrowheads="1"/>
              </p:cNvSpPr>
              <p:nvPr/>
            </p:nvSpPr>
            <p:spPr bwMode="auto">
              <a:xfrm>
                <a:off x="7872135" y="3684363"/>
                <a:ext cx="1866900" cy="523220"/>
              </a:xfrm>
              <a:prstGeom prst="rect">
                <a:avLst/>
              </a:prstGeom>
              <a:noFill/>
              <a:ln w="9525">
                <a:noFill/>
                <a:miter lim="800000"/>
                <a:headEnd/>
                <a:tailEnd/>
              </a:ln>
            </p:spPr>
            <p:txBody>
              <a:bodyPr wrap="square">
                <a:spAutoFit/>
              </a:bodyPr>
              <a:lstStyle/>
              <a:p>
                <a:r>
                  <a:rPr lang="en-US" b="1" dirty="0">
                    <a:solidFill>
                      <a:srgbClr val="0000FF"/>
                    </a:solidFill>
                    <a:latin typeface="Angsana New" pitchFamily="18" charset="-34"/>
                    <a:sym typeface="Symbol" pitchFamily="18" charset="2"/>
                  </a:rPr>
                  <a:t>V(X) =          = 1 </a:t>
                </a:r>
                <a:endParaRPr lang="th-TH" b="1" dirty="0">
                  <a:solidFill>
                    <a:srgbClr val="0000FF"/>
                  </a:solidFill>
                  <a:latin typeface="Angsana New" pitchFamily="18" charset="-34"/>
                </a:endParaRPr>
              </a:p>
            </p:txBody>
          </p:sp>
          <p:cxnSp>
            <p:nvCxnSpPr>
              <p:cNvPr id="417" name="Straight Connector 416"/>
              <p:cNvCxnSpPr/>
              <p:nvPr/>
            </p:nvCxnSpPr>
            <p:spPr bwMode="auto">
              <a:xfrm>
                <a:off x="8216504" y="3820048"/>
                <a:ext cx="155448" cy="1588"/>
              </a:xfrm>
              <a:prstGeom prst="line">
                <a:avLst/>
              </a:prstGeom>
              <a:ln w="19050">
                <a:solidFill>
                  <a:srgbClr val="0000FF"/>
                </a:solidFill>
              </a:ln>
            </p:spPr>
            <p:style>
              <a:lnRef idx="1">
                <a:schemeClr val="dk1"/>
              </a:lnRef>
              <a:fillRef idx="0">
                <a:schemeClr val="dk1"/>
              </a:fillRef>
              <a:effectRef idx="0">
                <a:schemeClr val="dk1"/>
              </a:effectRef>
              <a:fontRef idx="minor">
                <a:schemeClr val="tx1"/>
              </a:fontRef>
            </p:style>
          </p:cxnSp>
        </p:grpSp>
      </p:grpSp>
      <p:grpSp>
        <p:nvGrpSpPr>
          <p:cNvPr id="12" name="Group 11"/>
          <p:cNvGrpSpPr/>
          <p:nvPr/>
        </p:nvGrpSpPr>
        <p:grpSpPr>
          <a:xfrm>
            <a:off x="6451600" y="5987930"/>
            <a:ext cx="2679700" cy="648896"/>
            <a:chOff x="6400800" y="5987930"/>
            <a:chExt cx="2679700" cy="648896"/>
          </a:xfrm>
        </p:grpSpPr>
        <p:grpSp>
          <p:nvGrpSpPr>
            <p:cNvPr id="389" name="Group 388"/>
            <p:cNvGrpSpPr/>
            <p:nvPr/>
          </p:nvGrpSpPr>
          <p:grpSpPr>
            <a:xfrm>
              <a:off x="6400800" y="5987930"/>
              <a:ext cx="2577470" cy="648896"/>
              <a:chOff x="6860796" y="3004135"/>
              <a:chExt cx="2577470" cy="648896"/>
            </a:xfrm>
          </p:grpSpPr>
          <p:grpSp>
            <p:nvGrpSpPr>
              <p:cNvPr id="390" name="Group 389"/>
              <p:cNvGrpSpPr/>
              <p:nvPr/>
            </p:nvGrpSpPr>
            <p:grpSpPr>
              <a:xfrm>
                <a:off x="8202873" y="3025936"/>
                <a:ext cx="845062" cy="605294"/>
                <a:chOff x="8299372" y="2875176"/>
                <a:chExt cx="845062" cy="605294"/>
              </a:xfrm>
            </p:grpSpPr>
            <p:sp>
              <p:nvSpPr>
                <p:cNvPr id="398" name="TextBox 286"/>
                <p:cNvSpPr txBox="1">
                  <a:spLocks noChangeArrowheads="1"/>
                </p:cNvSpPr>
                <p:nvPr/>
              </p:nvSpPr>
              <p:spPr bwMode="auto">
                <a:xfrm>
                  <a:off x="8299372" y="2875176"/>
                  <a:ext cx="845062" cy="605294"/>
                </a:xfrm>
                <a:prstGeom prst="rect">
                  <a:avLst/>
                </a:prstGeom>
                <a:noFill/>
                <a:ln w="9525">
                  <a:noFill/>
                  <a:miter lim="800000"/>
                  <a:headEnd/>
                  <a:tailEnd/>
                </a:ln>
              </p:spPr>
              <p:txBody>
                <a:bodyPr wrap="square">
                  <a:spAutoFit/>
                </a:bodyPr>
                <a:lstStyle/>
                <a:p>
                  <a:pPr>
                    <a:lnSpc>
                      <a:spcPts val="2000"/>
                    </a:lnSpc>
                  </a:pPr>
                  <a:r>
                    <a:rPr lang="en-US" b="1" dirty="0">
                      <a:solidFill>
                        <a:srgbClr val="FF00FF"/>
                      </a:solidFill>
                      <a:latin typeface="Angsana New" pitchFamily="18" charset="-34"/>
                      <a:sym typeface="Symbol" pitchFamily="18" charset="2"/>
                    </a:rPr>
                    <a:t>N – n</a:t>
                  </a:r>
                </a:p>
                <a:p>
                  <a:pPr>
                    <a:lnSpc>
                      <a:spcPts val="2000"/>
                    </a:lnSpc>
                  </a:pPr>
                  <a:r>
                    <a:rPr lang="en-US" b="1" dirty="0">
                      <a:solidFill>
                        <a:srgbClr val="FF00FF"/>
                      </a:solidFill>
                      <a:latin typeface="Angsana New" pitchFamily="18" charset="-34"/>
                      <a:sym typeface="Symbol" pitchFamily="18" charset="2"/>
                    </a:rPr>
                    <a:t>N – 1</a:t>
                  </a:r>
                  <a:endParaRPr lang="th-TH" b="1" dirty="0">
                    <a:solidFill>
                      <a:srgbClr val="FF00FF"/>
                    </a:solidFill>
                    <a:latin typeface="Angsana New" pitchFamily="18" charset="-34"/>
                  </a:endParaRPr>
                </a:p>
              </p:txBody>
            </p:sp>
            <p:cxnSp>
              <p:nvCxnSpPr>
                <p:cNvPr id="399" name="Straight Connector 398"/>
                <p:cNvCxnSpPr/>
                <p:nvPr/>
              </p:nvCxnSpPr>
              <p:spPr>
                <a:xfrm>
                  <a:off x="8330904" y="3130525"/>
                  <a:ext cx="616028" cy="0"/>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391" name="Group 390"/>
              <p:cNvGrpSpPr/>
              <p:nvPr/>
            </p:nvGrpSpPr>
            <p:grpSpPr>
              <a:xfrm>
                <a:off x="7672687" y="3004135"/>
                <a:ext cx="494271" cy="648896"/>
                <a:chOff x="8227632" y="450801"/>
                <a:chExt cx="494271" cy="648896"/>
              </a:xfrm>
            </p:grpSpPr>
            <p:sp>
              <p:nvSpPr>
                <p:cNvPr id="396" name="TextBox 286"/>
                <p:cNvSpPr txBox="1">
                  <a:spLocks noChangeArrowheads="1"/>
                </p:cNvSpPr>
                <p:nvPr/>
              </p:nvSpPr>
              <p:spPr bwMode="auto">
                <a:xfrm>
                  <a:off x="8227632" y="450801"/>
                  <a:ext cx="494271" cy="648896"/>
                </a:xfrm>
                <a:prstGeom prst="rect">
                  <a:avLst/>
                </a:prstGeom>
                <a:noFill/>
                <a:ln w="9525">
                  <a:noFill/>
                  <a:miter lim="800000"/>
                  <a:headEnd/>
                  <a:tailEnd/>
                </a:ln>
              </p:spPr>
              <p:txBody>
                <a:bodyPr wrap="square">
                  <a:spAutoFit/>
                </a:bodyPr>
                <a:lstStyle/>
                <a:p>
                  <a:pPr>
                    <a:lnSpc>
                      <a:spcPts val="2000"/>
                    </a:lnSpc>
                  </a:pPr>
                  <a:r>
                    <a:rPr lang="en-US" sz="2400" b="1" dirty="0">
                      <a:solidFill>
                        <a:srgbClr val="FF00FF"/>
                      </a:solidFill>
                      <a:latin typeface="Angsana New" pitchFamily="18" charset="-34"/>
                      <a:sym typeface="Symbol" pitchFamily="18" charset="2"/>
                    </a:rPr>
                    <a:t></a:t>
                  </a:r>
                  <a:r>
                    <a:rPr lang="en-US" sz="3200" b="1" baseline="30000" dirty="0">
                      <a:solidFill>
                        <a:srgbClr val="FF00FF"/>
                      </a:solidFill>
                      <a:latin typeface="Angsana New" pitchFamily="18" charset="-34"/>
                      <a:sym typeface="Symbol" pitchFamily="18" charset="2"/>
                    </a:rPr>
                    <a:t>2</a:t>
                  </a:r>
                </a:p>
                <a:p>
                  <a:pPr>
                    <a:lnSpc>
                      <a:spcPts val="2000"/>
                    </a:lnSpc>
                  </a:pPr>
                  <a:r>
                    <a:rPr lang="en-US" b="1" dirty="0">
                      <a:solidFill>
                        <a:srgbClr val="FF00FF"/>
                      </a:solidFill>
                      <a:latin typeface="Angsana New" pitchFamily="18" charset="-34"/>
                      <a:sym typeface="Symbol" pitchFamily="18" charset="2"/>
                    </a:rPr>
                    <a:t> n</a:t>
                  </a:r>
                  <a:endParaRPr lang="th-TH" b="1" dirty="0">
                    <a:solidFill>
                      <a:srgbClr val="FF00FF"/>
                    </a:solidFill>
                    <a:latin typeface="Angsana New" pitchFamily="18" charset="-34"/>
                  </a:endParaRPr>
                </a:p>
              </p:txBody>
            </p:sp>
            <p:cxnSp>
              <p:nvCxnSpPr>
                <p:cNvPr id="397" name="Straight Connector 396"/>
                <p:cNvCxnSpPr/>
                <p:nvPr/>
              </p:nvCxnSpPr>
              <p:spPr>
                <a:xfrm>
                  <a:off x="8272512" y="763181"/>
                  <a:ext cx="365760" cy="0"/>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392" name="Group 391"/>
              <p:cNvGrpSpPr/>
              <p:nvPr/>
            </p:nvGrpSpPr>
            <p:grpSpPr>
              <a:xfrm>
                <a:off x="6860796" y="3058180"/>
                <a:ext cx="2577470" cy="523220"/>
                <a:chOff x="7935635" y="3684363"/>
                <a:chExt cx="2577470" cy="523220"/>
              </a:xfrm>
            </p:grpSpPr>
            <p:sp>
              <p:nvSpPr>
                <p:cNvPr id="394" name="TextBox 286"/>
                <p:cNvSpPr txBox="1">
                  <a:spLocks noChangeArrowheads="1"/>
                </p:cNvSpPr>
                <p:nvPr/>
              </p:nvSpPr>
              <p:spPr bwMode="auto">
                <a:xfrm>
                  <a:off x="7935635" y="3684363"/>
                  <a:ext cx="2577470" cy="523220"/>
                </a:xfrm>
                <a:prstGeom prst="rect">
                  <a:avLst/>
                </a:prstGeom>
                <a:noFill/>
                <a:ln w="9525">
                  <a:noFill/>
                  <a:miter lim="800000"/>
                  <a:headEnd/>
                  <a:tailEnd/>
                </a:ln>
              </p:spPr>
              <p:txBody>
                <a:bodyPr wrap="square">
                  <a:spAutoFit/>
                </a:bodyPr>
                <a:lstStyle/>
                <a:p>
                  <a:r>
                    <a:rPr lang="en-US" b="1" dirty="0">
                      <a:solidFill>
                        <a:srgbClr val="FF00FF"/>
                      </a:solidFill>
                      <a:latin typeface="Angsana New" pitchFamily="18" charset="-34"/>
                      <a:sym typeface="Symbol" pitchFamily="18" charset="2"/>
                    </a:rPr>
                    <a:t>V(X) =                       =</a:t>
                  </a:r>
                  <a:endParaRPr lang="th-TH" b="1" dirty="0">
                    <a:solidFill>
                      <a:srgbClr val="FF00FF"/>
                    </a:solidFill>
                    <a:latin typeface="Angsana New" pitchFamily="18" charset="-34"/>
                  </a:endParaRPr>
                </a:p>
              </p:txBody>
            </p:sp>
            <p:cxnSp>
              <p:nvCxnSpPr>
                <p:cNvPr id="395" name="Straight Connector 394"/>
                <p:cNvCxnSpPr/>
                <p:nvPr/>
              </p:nvCxnSpPr>
              <p:spPr bwMode="auto">
                <a:xfrm>
                  <a:off x="8290052" y="3810000"/>
                  <a:ext cx="155448" cy="1588"/>
                </a:xfrm>
                <a:prstGeom prst="line">
                  <a:avLst/>
                </a:prstGeom>
                <a:ln w="19050">
                  <a:solidFill>
                    <a:srgbClr val="FF00FF"/>
                  </a:solidFill>
                </a:ln>
              </p:spPr>
              <p:style>
                <a:lnRef idx="1">
                  <a:schemeClr val="dk1"/>
                </a:lnRef>
                <a:fillRef idx="0">
                  <a:schemeClr val="dk1"/>
                </a:fillRef>
                <a:effectRef idx="0">
                  <a:schemeClr val="dk1"/>
                </a:effectRef>
                <a:fontRef idx="minor">
                  <a:schemeClr val="tx1"/>
                </a:fontRef>
              </p:style>
            </p:cxnSp>
          </p:grpSp>
          <p:sp>
            <p:nvSpPr>
              <p:cNvPr id="393" name="Double Bracket 392"/>
              <p:cNvSpPr/>
              <p:nvPr/>
            </p:nvSpPr>
            <p:spPr>
              <a:xfrm>
                <a:off x="8187106" y="3042413"/>
                <a:ext cx="731520" cy="457200"/>
              </a:xfrm>
              <a:prstGeom prst="bracketPair">
                <a:avLst>
                  <a:gd name="adj" fmla="val 12967"/>
                </a:avLst>
              </a:prstGeom>
              <a:ln w="28575">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grpSp>
        <p:grpSp>
          <p:nvGrpSpPr>
            <p:cNvPr id="11" name="Group 10"/>
            <p:cNvGrpSpPr/>
            <p:nvPr/>
          </p:nvGrpSpPr>
          <p:grpSpPr>
            <a:xfrm>
              <a:off x="8586229" y="6024106"/>
              <a:ext cx="494271" cy="605294"/>
              <a:chOff x="8586229" y="6024106"/>
              <a:chExt cx="494271" cy="605294"/>
            </a:xfrm>
          </p:grpSpPr>
          <p:sp>
            <p:nvSpPr>
              <p:cNvPr id="282" name="TextBox 286"/>
              <p:cNvSpPr txBox="1">
                <a:spLocks noChangeArrowheads="1"/>
              </p:cNvSpPr>
              <p:nvPr/>
            </p:nvSpPr>
            <p:spPr bwMode="auto">
              <a:xfrm>
                <a:off x="8586229" y="6024106"/>
                <a:ext cx="494271" cy="605294"/>
              </a:xfrm>
              <a:prstGeom prst="rect">
                <a:avLst/>
              </a:prstGeom>
              <a:noFill/>
              <a:ln w="9525">
                <a:noFill/>
                <a:miter lim="800000"/>
                <a:headEnd/>
                <a:tailEnd/>
              </a:ln>
            </p:spPr>
            <p:txBody>
              <a:bodyPr wrap="square">
                <a:spAutoFit/>
              </a:bodyPr>
              <a:lstStyle/>
              <a:p>
                <a:pPr algn="ctr">
                  <a:lnSpc>
                    <a:spcPts val="2000"/>
                  </a:lnSpc>
                </a:pPr>
                <a:r>
                  <a:rPr lang="en-US" b="1" dirty="0">
                    <a:solidFill>
                      <a:srgbClr val="FF00FF"/>
                    </a:solidFill>
                    <a:latin typeface="Angsana New" pitchFamily="18" charset="-34"/>
                    <a:sym typeface="Symbol" pitchFamily="18" charset="2"/>
                  </a:rPr>
                  <a:t>3</a:t>
                </a:r>
                <a:endParaRPr lang="en-US" b="1" baseline="30000" dirty="0">
                  <a:solidFill>
                    <a:srgbClr val="FF00FF"/>
                  </a:solidFill>
                  <a:latin typeface="Angsana New" pitchFamily="18" charset="-34"/>
                  <a:sym typeface="Symbol" pitchFamily="18" charset="2"/>
                </a:endParaRPr>
              </a:p>
              <a:p>
                <a:pPr algn="ctr">
                  <a:lnSpc>
                    <a:spcPts val="2000"/>
                  </a:lnSpc>
                </a:pPr>
                <a:r>
                  <a:rPr lang="en-US" b="1" dirty="0">
                    <a:solidFill>
                      <a:srgbClr val="FF00FF"/>
                    </a:solidFill>
                    <a:latin typeface="Angsana New" pitchFamily="18" charset="-34"/>
                    <a:sym typeface="Symbol" pitchFamily="18" charset="2"/>
                  </a:rPr>
                  <a:t>4</a:t>
                </a:r>
                <a:endParaRPr lang="th-TH" b="1" dirty="0">
                  <a:solidFill>
                    <a:srgbClr val="FF00FF"/>
                  </a:solidFill>
                  <a:latin typeface="Angsana New" pitchFamily="18" charset="-34"/>
                </a:endParaRPr>
              </a:p>
            </p:txBody>
          </p:sp>
          <p:cxnSp>
            <p:nvCxnSpPr>
              <p:cNvPr id="10" name="Straight Connector 9"/>
              <p:cNvCxnSpPr/>
              <p:nvPr/>
            </p:nvCxnSpPr>
            <p:spPr>
              <a:xfrm flipV="1">
                <a:off x="8725929" y="6286848"/>
                <a:ext cx="252000"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sp>
        <p:nvSpPr>
          <p:cNvPr id="4" name="Slide Number Placeholder 3">
            <a:extLst>
              <a:ext uri="{FF2B5EF4-FFF2-40B4-BE49-F238E27FC236}">
                <a16:creationId xmlns:a16="http://schemas.microsoft.com/office/drawing/2014/main" id="{C4CE8E54-A0D5-4E0B-8274-5548783D9953}"/>
              </a:ext>
            </a:extLst>
          </p:cNvPr>
          <p:cNvSpPr>
            <a:spLocks noGrp="1"/>
          </p:cNvSpPr>
          <p:nvPr>
            <p:ph type="sldNum" sz="quarter" idx="12"/>
          </p:nvPr>
        </p:nvSpPr>
        <p:spPr/>
        <p:txBody>
          <a:bodyPr/>
          <a:lstStyle/>
          <a:p>
            <a:pPr>
              <a:defRPr/>
            </a:pPr>
            <a:fld id="{0598EADD-7714-4E0A-AD4B-AC83F9F5DA12}" type="slidenum">
              <a:rPr lang="en-US" smtClean="0"/>
              <a:pPr>
                <a:defRPr/>
              </a:pPr>
              <a:t>16</a:t>
            </a:fld>
            <a:endParaRPr lang="th-TH"/>
          </a:p>
        </p:txBody>
      </p:sp>
    </p:spTree>
    <p:extLst>
      <p:ext uri="{BB962C8B-B14F-4D97-AF65-F5344CB8AC3E}">
        <p14:creationId xmlns:p14="http://schemas.microsoft.com/office/powerpoint/2010/main" val="538509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wipe(left)">
                                      <p:cBhvr>
                                        <p:cTn id="7" dur="300"/>
                                        <p:tgtEl>
                                          <p:spTgt spid="21506"/>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21511"/>
                                        </p:tgtEl>
                                        <p:attrNameLst>
                                          <p:attrName>style.visibility</p:attrName>
                                        </p:attrNameLst>
                                      </p:cBhvr>
                                      <p:to>
                                        <p:strVal val="visible"/>
                                      </p:to>
                                    </p:set>
                                    <p:animEffect transition="in" filter="wipe(left)">
                                      <p:cBhvr>
                                        <p:cTn id="11" dur="300"/>
                                        <p:tgtEl>
                                          <p:spTgt spid="21511"/>
                                        </p:tgtEl>
                                      </p:cBhvr>
                                    </p:animEffect>
                                  </p:childTnLst>
                                </p:cTn>
                              </p:par>
                            </p:childTnLst>
                          </p:cTn>
                        </p:par>
                        <p:par>
                          <p:cTn id="12" fill="hold">
                            <p:stCondLst>
                              <p:cond delay="6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3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4831"/>
                                        </p:tgtEl>
                                        <p:attrNameLst>
                                          <p:attrName>style.visibility</p:attrName>
                                        </p:attrNameLst>
                                      </p:cBhvr>
                                      <p:to>
                                        <p:strVal val="visible"/>
                                      </p:to>
                                    </p:set>
                                    <p:animEffect transition="in" filter="wipe(left)">
                                      <p:cBhvr>
                                        <p:cTn id="20" dur="300"/>
                                        <p:tgtEl>
                                          <p:spTgt spid="34831"/>
                                        </p:tgtEl>
                                      </p:cBhvr>
                                    </p:animEffect>
                                  </p:childTnLst>
                                </p:cTn>
                              </p:par>
                            </p:childTnLst>
                          </p:cTn>
                        </p:par>
                        <p:par>
                          <p:cTn id="21" fill="hold">
                            <p:stCondLst>
                              <p:cond delay="300"/>
                            </p:stCondLst>
                            <p:childTnLst>
                              <p:par>
                                <p:cTn id="22" presetID="22" presetClass="entr" presetSubtype="8"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3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left)">
                                      <p:cBhvr>
                                        <p:cTn id="29" dur="300"/>
                                        <p:tgtEl>
                                          <p:spTgt spid="39"/>
                                        </p:tgtEl>
                                      </p:cBhvr>
                                    </p:animEffect>
                                  </p:childTnLst>
                                </p:cTn>
                              </p:par>
                            </p:childTnLst>
                          </p:cTn>
                        </p:par>
                      </p:childTnLst>
                    </p:cTn>
                  </p:par>
                  <p:par>
                    <p:cTn id="30" fill="hold">
                      <p:stCondLst>
                        <p:cond delay="indefinite"/>
                      </p:stCondLst>
                      <p:childTnLst>
                        <p:par>
                          <p:cTn id="31" fill="hold">
                            <p:stCondLst>
                              <p:cond delay="0"/>
                            </p:stCondLst>
                            <p:childTnLst>
                              <p:par>
                                <p:cTn id="32" presetID="21" presetClass="entr" presetSubtype="1" fill="hold" grpId="0" nodeType="clickEffect">
                                  <p:stCondLst>
                                    <p:cond delay="0"/>
                                  </p:stCondLst>
                                  <p:childTnLst>
                                    <p:set>
                                      <p:cBhvr>
                                        <p:cTn id="33" dur="1" fill="hold">
                                          <p:stCondLst>
                                            <p:cond delay="0"/>
                                          </p:stCondLst>
                                        </p:cTn>
                                        <p:tgtEl>
                                          <p:spTgt spid="90"/>
                                        </p:tgtEl>
                                        <p:attrNameLst>
                                          <p:attrName>style.visibility</p:attrName>
                                        </p:attrNameLst>
                                      </p:cBhvr>
                                      <p:to>
                                        <p:strVal val="visible"/>
                                      </p:to>
                                    </p:set>
                                    <p:animEffect transition="in" filter="wheel(1)">
                                      <p:cBhvr>
                                        <p:cTn id="34" dur="300"/>
                                        <p:tgtEl>
                                          <p:spTgt spid="9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wipe(left)">
                                      <p:cBhvr>
                                        <p:cTn id="39" dur="300"/>
                                        <p:tgtEl>
                                          <p:spTgt spid="4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wipe(left)">
                                      <p:cBhvr>
                                        <p:cTn id="44" dur="300"/>
                                        <p:tgtEl>
                                          <p:spTgt spid="4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92"/>
                                        </p:tgtEl>
                                        <p:attrNameLst>
                                          <p:attrName>style.visibility</p:attrName>
                                        </p:attrNameLst>
                                      </p:cBhvr>
                                      <p:to>
                                        <p:strVal val="visible"/>
                                      </p:to>
                                    </p:set>
                                    <p:animEffect transition="in" filter="wipe(left)">
                                      <p:cBhvr>
                                        <p:cTn id="49" dur="300"/>
                                        <p:tgtEl>
                                          <p:spTgt spid="9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97"/>
                                        </p:tgtEl>
                                        <p:attrNameLst>
                                          <p:attrName>style.visibility</p:attrName>
                                        </p:attrNameLst>
                                      </p:cBhvr>
                                      <p:to>
                                        <p:strVal val="visible"/>
                                      </p:to>
                                    </p:set>
                                    <p:animEffect transition="in" filter="wipe(left)">
                                      <p:cBhvr>
                                        <p:cTn id="54" dur="300"/>
                                        <p:tgtEl>
                                          <p:spTgt spid="9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02"/>
                                        </p:tgtEl>
                                        <p:attrNameLst>
                                          <p:attrName>style.visibility</p:attrName>
                                        </p:attrNameLst>
                                      </p:cBhvr>
                                      <p:to>
                                        <p:strVal val="visible"/>
                                      </p:to>
                                    </p:set>
                                    <p:animEffect transition="in" filter="wipe(left)">
                                      <p:cBhvr>
                                        <p:cTn id="59" dur="300"/>
                                        <p:tgtEl>
                                          <p:spTgt spid="102"/>
                                        </p:tgtEl>
                                      </p:cBhvr>
                                    </p:animEffect>
                                  </p:childTnLst>
                                </p:cTn>
                              </p:par>
                              <p:par>
                                <p:cTn id="60" presetID="22" presetClass="entr" presetSubtype="8" fill="hold" nodeType="withEffect">
                                  <p:stCondLst>
                                    <p:cond delay="0"/>
                                  </p:stCondLst>
                                  <p:childTnLst>
                                    <p:set>
                                      <p:cBhvr>
                                        <p:cTn id="61" dur="1" fill="hold">
                                          <p:stCondLst>
                                            <p:cond delay="0"/>
                                          </p:stCondLst>
                                        </p:cTn>
                                        <p:tgtEl>
                                          <p:spTgt spid="107"/>
                                        </p:tgtEl>
                                        <p:attrNameLst>
                                          <p:attrName>style.visibility</p:attrName>
                                        </p:attrNameLst>
                                      </p:cBhvr>
                                      <p:to>
                                        <p:strVal val="visible"/>
                                      </p:to>
                                    </p:set>
                                    <p:animEffect transition="in" filter="wipe(left)">
                                      <p:cBhvr>
                                        <p:cTn id="62" dur="300"/>
                                        <p:tgtEl>
                                          <p:spTgt spid="107"/>
                                        </p:tgtEl>
                                      </p:cBhvr>
                                    </p:animEffect>
                                  </p:childTnLst>
                                </p:cTn>
                              </p:par>
                              <p:par>
                                <p:cTn id="63" presetID="22" presetClass="entr" presetSubtype="8" fill="hold" nodeType="withEffect">
                                  <p:stCondLst>
                                    <p:cond delay="0"/>
                                  </p:stCondLst>
                                  <p:childTnLst>
                                    <p:set>
                                      <p:cBhvr>
                                        <p:cTn id="64" dur="1" fill="hold">
                                          <p:stCondLst>
                                            <p:cond delay="0"/>
                                          </p:stCondLst>
                                        </p:cTn>
                                        <p:tgtEl>
                                          <p:spTgt spid="112"/>
                                        </p:tgtEl>
                                        <p:attrNameLst>
                                          <p:attrName>style.visibility</p:attrName>
                                        </p:attrNameLst>
                                      </p:cBhvr>
                                      <p:to>
                                        <p:strVal val="visible"/>
                                      </p:to>
                                    </p:set>
                                    <p:animEffect transition="in" filter="wipe(left)">
                                      <p:cBhvr>
                                        <p:cTn id="65" dur="300"/>
                                        <p:tgtEl>
                                          <p:spTgt spid="112"/>
                                        </p:tgtEl>
                                      </p:cBhvr>
                                    </p:animEffect>
                                  </p:childTnLst>
                                </p:cTn>
                              </p:par>
                              <p:par>
                                <p:cTn id="66" presetID="22" presetClass="entr" presetSubtype="8" fill="hold" nodeType="withEffect">
                                  <p:stCondLst>
                                    <p:cond delay="0"/>
                                  </p:stCondLst>
                                  <p:childTnLst>
                                    <p:set>
                                      <p:cBhvr>
                                        <p:cTn id="67" dur="1" fill="hold">
                                          <p:stCondLst>
                                            <p:cond delay="0"/>
                                          </p:stCondLst>
                                        </p:cTn>
                                        <p:tgtEl>
                                          <p:spTgt spid="117"/>
                                        </p:tgtEl>
                                        <p:attrNameLst>
                                          <p:attrName>style.visibility</p:attrName>
                                        </p:attrNameLst>
                                      </p:cBhvr>
                                      <p:to>
                                        <p:strVal val="visible"/>
                                      </p:to>
                                    </p:set>
                                    <p:animEffect transition="in" filter="wipe(left)">
                                      <p:cBhvr>
                                        <p:cTn id="68" dur="300"/>
                                        <p:tgtEl>
                                          <p:spTgt spid="117"/>
                                        </p:tgtEl>
                                      </p:cBhvr>
                                    </p:animEffect>
                                  </p:childTnLst>
                                </p:cTn>
                              </p:par>
                              <p:par>
                                <p:cTn id="69" presetID="22" presetClass="entr" presetSubtype="8" fill="hold" nodeType="withEffect">
                                  <p:stCondLst>
                                    <p:cond delay="0"/>
                                  </p:stCondLst>
                                  <p:childTnLst>
                                    <p:set>
                                      <p:cBhvr>
                                        <p:cTn id="70" dur="1" fill="hold">
                                          <p:stCondLst>
                                            <p:cond delay="0"/>
                                          </p:stCondLst>
                                        </p:cTn>
                                        <p:tgtEl>
                                          <p:spTgt spid="122"/>
                                        </p:tgtEl>
                                        <p:attrNameLst>
                                          <p:attrName>style.visibility</p:attrName>
                                        </p:attrNameLst>
                                      </p:cBhvr>
                                      <p:to>
                                        <p:strVal val="visible"/>
                                      </p:to>
                                    </p:set>
                                    <p:animEffect transition="in" filter="wipe(left)">
                                      <p:cBhvr>
                                        <p:cTn id="71" dur="300"/>
                                        <p:tgtEl>
                                          <p:spTgt spid="122"/>
                                        </p:tgtEl>
                                      </p:cBhvr>
                                    </p:animEffect>
                                  </p:childTnLst>
                                </p:cTn>
                              </p:par>
                              <p:par>
                                <p:cTn id="72" presetID="22" presetClass="entr" presetSubtype="8" fill="hold" nodeType="withEffect">
                                  <p:stCondLst>
                                    <p:cond delay="0"/>
                                  </p:stCondLst>
                                  <p:childTnLst>
                                    <p:set>
                                      <p:cBhvr>
                                        <p:cTn id="73" dur="1" fill="hold">
                                          <p:stCondLst>
                                            <p:cond delay="0"/>
                                          </p:stCondLst>
                                        </p:cTn>
                                        <p:tgtEl>
                                          <p:spTgt spid="127"/>
                                        </p:tgtEl>
                                        <p:attrNameLst>
                                          <p:attrName>style.visibility</p:attrName>
                                        </p:attrNameLst>
                                      </p:cBhvr>
                                      <p:to>
                                        <p:strVal val="visible"/>
                                      </p:to>
                                    </p:set>
                                    <p:animEffect transition="in" filter="wipe(left)">
                                      <p:cBhvr>
                                        <p:cTn id="74" dur="300"/>
                                        <p:tgtEl>
                                          <p:spTgt spid="127"/>
                                        </p:tgtEl>
                                      </p:cBhvr>
                                    </p:animEffect>
                                  </p:childTnLst>
                                </p:cTn>
                              </p:par>
                              <p:par>
                                <p:cTn id="75" presetID="21" presetClass="entr" presetSubtype="1" fill="hold" grpId="0" nodeType="withEffect">
                                  <p:stCondLst>
                                    <p:cond delay="0"/>
                                  </p:stCondLst>
                                  <p:childTnLst>
                                    <p:set>
                                      <p:cBhvr>
                                        <p:cTn id="76" dur="1" fill="hold">
                                          <p:stCondLst>
                                            <p:cond delay="0"/>
                                          </p:stCondLst>
                                        </p:cTn>
                                        <p:tgtEl>
                                          <p:spTgt spid="91"/>
                                        </p:tgtEl>
                                        <p:attrNameLst>
                                          <p:attrName>style.visibility</p:attrName>
                                        </p:attrNameLst>
                                      </p:cBhvr>
                                      <p:to>
                                        <p:strVal val="visible"/>
                                      </p:to>
                                    </p:set>
                                    <p:animEffect transition="in" filter="wheel(1)">
                                      <p:cBhvr>
                                        <p:cTn id="77" dur="300"/>
                                        <p:tgtEl>
                                          <p:spTgt spid="91"/>
                                        </p:tgtEl>
                                      </p:cBhvr>
                                    </p:animEffect>
                                  </p:childTnLst>
                                </p:cTn>
                              </p:par>
                            </p:childTnLst>
                          </p:cTn>
                        </p:par>
                        <p:par>
                          <p:cTn id="78" fill="hold">
                            <p:stCondLst>
                              <p:cond delay="300"/>
                            </p:stCondLst>
                            <p:childTnLst>
                              <p:par>
                                <p:cTn id="79" presetID="22" presetClass="entr" presetSubtype="8" fill="hold" nodeType="after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wipe(left)">
                                      <p:cBhvr>
                                        <p:cTn id="81" dur="300"/>
                                        <p:tgtEl>
                                          <p:spTgt spid="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wipe(left)">
                                      <p:cBhvr>
                                        <p:cTn id="86" dur="300"/>
                                        <p:tgtEl>
                                          <p:spTgt spid="29"/>
                                        </p:tgtEl>
                                      </p:cBhvr>
                                    </p:animEffect>
                                  </p:childTnLst>
                                </p:cTn>
                              </p:par>
                            </p:childTnLst>
                          </p:cTn>
                        </p:par>
                        <p:par>
                          <p:cTn id="87" fill="hold">
                            <p:stCondLst>
                              <p:cond delay="300"/>
                            </p:stCondLst>
                            <p:childTnLst>
                              <p:par>
                                <p:cTn id="88" presetID="22" presetClass="entr" presetSubtype="8" fill="hold" nodeType="after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wipe(left)">
                                      <p:cBhvr>
                                        <p:cTn id="90" dur="300"/>
                                        <p:tgtEl>
                                          <p:spTgt spid="30"/>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361"/>
                                        </p:tgtEl>
                                        <p:attrNameLst>
                                          <p:attrName>style.visibility</p:attrName>
                                        </p:attrNameLst>
                                      </p:cBhvr>
                                      <p:to>
                                        <p:strVal val="visible"/>
                                      </p:to>
                                    </p:set>
                                    <p:animEffect transition="in" filter="wipe(left)">
                                      <p:cBhvr>
                                        <p:cTn id="95" dur="300"/>
                                        <p:tgtEl>
                                          <p:spTgt spid="361"/>
                                        </p:tgtEl>
                                      </p:cBhvr>
                                    </p:animEffect>
                                  </p:childTnLst>
                                </p:cTn>
                              </p:par>
                            </p:childTnLst>
                          </p:cTn>
                        </p:par>
                        <p:par>
                          <p:cTn id="96" fill="hold">
                            <p:stCondLst>
                              <p:cond delay="300"/>
                            </p:stCondLst>
                            <p:childTnLst>
                              <p:par>
                                <p:cTn id="97" presetID="22" presetClass="entr" presetSubtype="8" fill="hold" nodeType="afterEffect">
                                  <p:stCondLst>
                                    <p:cond delay="0"/>
                                  </p:stCondLst>
                                  <p:childTnLst>
                                    <p:set>
                                      <p:cBhvr>
                                        <p:cTn id="98" dur="1" fill="hold">
                                          <p:stCondLst>
                                            <p:cond delay="0"/>
                                          </p:stCondLst>
                                        </p:cTn>
                                        <p:tgtEl>
                                          <p:spTgt spid="6"/>
                                        </p:tgtEl>
                                        <p:attrNameLst>
                                          <p:attrName>style.visibility</p:attrName>
                                        </p:attrNameLst>
                                      </p:cBhvr>
                                      <p:to>
                                        <p:strVal val="visible"/>
                                      </p:to>
                                    </p:set>
                                    <p:animEffect transition="in" filter="wipe(left)">
                                      <p:cBhvr>
                                        <p:cTn id="99" dur="300"/>
                                        <p:tgtEl>
                                          <p:spTgt spid="6"/>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7"/>
                                        </p:tgtEl>
                                        <p:attrNameLst>
                                          <p:attrName>style.visibility</p:attrName>
                                        </p:attrNameLst>
                                      </p:cBhvr>
                                      <p:to>
                                        <p:strVal val="visible"/>
                                      </p:to>
                                    </p:set>
                                    <p:animEffect transition="in" filter="wipe(left)">
                                      <p:cBhvr>
                                        <p:cTn id="104" dur="300"/>
                                        <p:tgtEl>
                                          <p:spTgt spid="7"/>
                                        </p:tgtEl>
                                      </p:cBhvr>
                                    </p:animEffect>
                                  </p:childTnLst>
                                </p:cTn>
                              </p:par>
                            </p:childTnLst>
                          </p:cTn>
                        </p:par>
                        <p:par>
                          <p:cTn id="105" fill="hold">
                            <p:stCondLst>
                              <p:cond delay="300"/>
                            </p:stCondLst>
                            <p:childTnLst>
                              <p:par>
                                <p:cTn id="106" presetID="22" presetClass="entr" presetSubtype="8" fill="hold" nodeType="afterEffect">
                                  <p:stCondLst>
                                    <p:cond delay="0"/>
                                  </p:stCondLst>
                                  <p:childTnLst>
                                    <p:set>
                                      <p:cBhvr>
                                        <p:cTn id="107" dur="1" fill="hold">
                                          <p:stCondLst>
                                            <p:cond delay="0"/>
                                          </p:stCondLst>
                                        </p:cTn>
                                        <p:tgtEl>
                                          <p:spTgt spid="410"/>
                                        </p:tgtEl>
                                        <p:attrNameLst>
                                          <p:attrName>style.visibility</p:attrName>
                                        </p:attrNameLst>
                                      </p:cBhvr>
                                      <p:to>
                                        <p:strVal val="visible"/>
                                      </p:to>
                                    </p:set>
                                    <p:animEffect transition="in" filter="wipe(left)">
                                      <p:cBhvr>
                                        <p:cTn id="108" dur="300"/>
                                        <p:tgtEl>
                                          <p:spTgt spid="410"/>
                                        </p:tgtEl>
                                      </p:cBhvr>
                                    </p:animEffect>
                                  </p:childTnLst>
                                </p:cTn>
                              </p:par>
                              <p:par>
                                <p:cTn id="109" presetID="22" presetClass="entr" presetSubtype="8" fill="hold" nodeType="withEffect">
                                  <p:stCondLst>
                                    <p:cond delay="0"/>
                                  </p:stCondLst>
                                  <p:childTnLst>
                                    <p:set>
                                      <p:cBhvr>
                                        <p:cTn id="110" dur="1" fill="hold">
                                          <p:stCondLst>
                                            <p:cond delay="0"/>
                                          </p:stCondLst>
                                        </p:cTn>
                                        <p:tgtEl>
                                          <p:spTgt spid="413"/>
                                        </p:tgtEl>
                                        <p:attrNameLst>
                                          <p:attrName>style.visibility</p:attrName>
                                        </p:attrNameLst>
                                      </p:cBhvr>
                                      <p:to>
                                        <p:strVal val="visible"/>
                                      </p:to>
                                    </p:set>
                                    <p:animEffect transition="in" filter="wipe(left)">
                                      <p:cBhvr>
                                        <p:cTn id="111" dur="300"/>
                                        <p:tgtEl>
                                          <p:spTgt spid="413"/>
                                        </p:tgtEl>
                                      </p:cBhvr>
                                    </p:animEffect>
                                  </p:childTnLst>
                                </p:cTn>
                              </p:par>
                            </p:childTnLst>
                          </p:cTn>
                        </p:par>
                        <p:par>
                          <p:cTn id="112" fill="hold">
                            <p:stCondLst>
                              <p:cond delay="600"/>
                            </p:stCondLst>
                            <p:childTnLst>
                              <p:par>
                                <p:cTn id="113" presetID="22" presetClass="entr" presetSubtype="2" fill="hold" grpId="0" nodeType="afterEffect">
                                  <p:stCondLst>
                                    <p:cond delay="0"/>
                                  </p:stCondLst>
                                  <p:childTnLst>
                                    <p:set>
                                      <p:cBhvr>
                                        <p:cTn id="114" dur="1" fill="hold">
                                          <p:stCondLst>
                                            <p:cond delay="0"/>
                                          </p:stCondLst>
                                        </p:cTn>
                                        <p:tgtEl>
                                          <p:spTgt spid="327"/>
                                        </p:tgtEl>
                                        <p:attrNameLst>
                                          <p:attrName>style.visibility</p:attrName>
                                        </p:attrNameLst>
                                      </p:cBhvr>
                                      <p:to>
                                        <p:strVal val="visible"/>
                                      </p:to>
                                    </p:set>
                                    <p:animEffect transition="in" filter="wipe(right)">
                                      <p:cBhvr>
                                        <p:cTn id="115" dur="300"/>
                                        <p:tgtEl>
                                          <p:spTgt spid="327"/>
                                        </p:tgtEl>
                                      </p:cBhvr>
                                    </p:animEffect>
                                  </p:childTnLst>
                                </p:cTn>
                              </p:par>
                            </p:childTnLst>
                          </p:cTn>
                        </p:par>
                        <p:par>
                          <p:cTn id="116" fill="hold">
                            <p:stCondLst>
                              <p:cond delay="900"/>
                            </p:stCondLst>
                            <p:childTnLst>
                              <p:par>
                                <p:cTn id="117" presetID="18" presetClass="entr" presetSubtype="9" fill="hold" nodeType="afterEffect">
                                  <p:stCondLst>
                                    <p:cond delay="0"/>
                                  </p:stCondLst>
                                  <p:childTnLst>
                                    <p:set>
                                      <p:cBhvr>
                                        <p:cTn id="118" dur="1" fill="hold">
                                          <p:stCondLst>
                                            <p:cond delay="0"/>
                                          </p:stCondLst>
                                        </p:cTn>
                                        <p:tgtEl>
                                          <p:spTgt spid="356"/>
                                        </p:tgtEl>
                                        <p:attrNameLst>
                                          <p:attrName>style.visibility</p:attrName>
                                        </p:attrNameLst>
                                      </p:cBhvr>
                                      <p:to>
                                        <p:strVal val="visible"/>
                                      </p:to>
                                    </p:set>
                                    <p:animEffect transition="in" filter="strips(upLeft)">
                                      <p:cBhvr>
                                        <p:cTn id="119" dur="300"/>
                                        <p:tgtEl>
                                          <p:spTgt spid="356"/>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8"/>
                                        </p:tgtEl>
                                        <p:attrNameLst>
                                          <p:attrName>style.visibility</p:attrName>
                                        </p:attrNameLst>
                                      </p:cBhvr>
                                      <p:to>
                                        <p:strVal val="visible"/>
                                      </p:to>
                                    </p:set>
                                    <p:animEffect transition="in" filter="wipe(left)">
                                      <p:cBhvr>
                                        <p:cTn id="124" dur="300"/>
                                        <p:tgtEl>
                                          <p:spTgt spid="8"/>
                                        </p:tgtEl>
                                      </p:cBhvr>
                                    </p:animEffect>
                                  </p:childTnLst>
                                </p:cTn>
                              </p:par>
                            </p:childTnLst>
                          </p:cTn>
                        </p:par>
                        <p:par>
                          <p:cTn id="125" fill="hold">
                            <p:stCondLst>
                              <p:cond delay="300"/>
                            </p:stCondLst>
                            <p:childTnLst>
                              <p:par>
                                <p:cTn id="126" presetID="22" presetClass="entr" presetSubtype="8" fill="hold" nodeType="afterEffect">
                                  <p:stCondLst>
                                    <p:cond delay="0"/>
                                  </p:stCondLst>
                                  <p:childTnLst>
                                    <p:set>
                                      <p:cBhvr>
                                        <p:cTn id="127" dur="1" fill="hold">
                                          <p:stCondLst>
                                            <p:cond delay="0"/>
                                          </p:stCondLst>
                                        </p:cTn>
                                        <p:tgtEl>
                                          <p:spTgt spid="386"/>
                                        </p:tgtEl>
                                        <p:attrNameLst>
                                          <p:attrName>style.visibility</p:attrName>
                                        </p:attrNameLst>
                                      </p:cBhvr>
                                      <p:to>
                                        <p:strVal val="visible"/>
                                      </p:to>
                                    </p:set>
                                    <p:animEffect transition="in" filter="wipe(left)">
                                      <p:cBhvr>
                                        <p:cTn id="128" dur="300"/>
                                        <p:tgtEl>
                                          <p:spTgt spid="386"/>
                                        </p:tgtEl>
                                      </p:cBhvr>
                                    </p:animEffect>
                                  </p:childTnLst>
                                </p:cTn>
                              </p:par>
                              <p:par>
                                <p:cTn id="129" presetID="22" presetClass="entr" presetSubtype="8" fill="hold" nodeType="withEffect">
                                  <p:stCondLst>
                                    <p:cond delay="0"/>
                                  </p:stCondLst>
                                  <p:childTnLst>
                                    <p:set>
                                      <p:cBhvr>
                                        <p:cTn id="130" dur="1" fill="hold">
                                          <p:stCondLst>
                                            <p:cond delay="0"/>
                                          </p:stCondLst>
                                        </p:cTn>
                                        <p:tgtEl>
                                          <p:spTgt spid="12"/>
                                        </p:tgtEl>
                                        <p:attrNameLst>
                                          <p:attrName>style.visibility</p:attrName>
                                        </p:attrNameLst>
                                      </p:cBhvr>
                                      <p:to>
                                        <p:strVal val="visible"/>
                                      </p:to>
                                    </p:set>
                                    <p:animEffect transition="in" filter="wipe(left)">
                                      <p:cBhvr>
                                        <p:cTn id="131" dur="300"/>
                                        <p:tgtEl>
                                          <p:spTgt spid="12"/>
                                        </p:tgtEl>
                                      </p:cBhvr>
                                    </p:animEffect>
                                  </p:childTnLst>
                                </p:cTn>
                              </p:par>
                            </p:childTnLst>
                          </p:cTn>
                        </p:par>
                        <p:par>
                          <p:cTn id="132" fill="hold">
                            <p:stCondLst>
                              <p:cond delay="600"/>
                            </p:stCondLst>
                            <p:childTnLst>
                              <p:par>
                                <p:cTn id="133" presetID="22" presetClass="entr" presetSubtype="2" fill="hold" grpId="0" nodeType="afterEffect">
                                  <p:stCondLst>
                                    <p:cond delay="0"/>
                                  </p:stCondLst>
                                  <p:childTnLst>
                                    <p:set>
                                      <p:cBhvr>
                                        <p:cTn id="134" dur="1" fill="hold">
                                          <p:stCondLst>
                                            <p:cond delay="0"/>
                                          </p:stCondLst>
                                        </p:cTn>
                                        <p:tgtEl>
                                          <p:spTgt spid="364"/>
                                        </p:tgtEl>
                                        <p:attrNameLst>
                                          <p:attrName>style.visibility</p:attrName>
                                        </p:attrNameLst>
                                      </p:cBhvr>
                                      <p:to>
                                        <p:strVal val="visible"/>
                                      </p:to>
                                    </p:set>
                                    <p:animEffect transition="in" filter="wipe(right)">
                                      <p:cBhvr>
                                        <p:cTn id="135" dur="300"/>
                                        <p:tgtEl>
                                          <p:spTgt spid="364"/>
                                        </p:tgtEl>
                                      </p:cBhvr>
                                    </p:animEffect>
                                  </p:childTnLst>
                                </p:cTn>
                              </p:par>
                            </p:childTnLst>
                          </p:cTn>
                        </p:par>
                        <p:par>
                          <p:cTn id="136" fill="hold">
                            <p:stCondLst>
                              <p:cond delay="900"/>
                            </p:stCondLst>
                            <p:childTnLst>
                              <p:par>
                                <p:cTn id="137" presetID="18" presetClass="entr" presetSubtype="9" fill="hold" nodeType="afterEffect">
                                  <p:stCondLst>
                                    <p:cond delay="0"/>
                                  </p:stCondLst>
                                  <p:childTnLst>
                                    <p:set>
                                      <p:cBhvr>
                                        <p:cTn id="138" dur="1" fill="hold">
                                          <p:stCondLst>
                                            <p:cond delay="0"/>
                                          </p:stCondLst>
                                        </p:cTn>
                                        <p:tgtEl>
                                          <p:spTgt spid="365"/>
                                        </p:tgtEl>
                                        <p:attrNameLst>
                                          <p:attrName>style.visibility</p:attrName>
                                        </p:attrNameLst>
                                      </p:cBhvr>
                                      <p:to>
                                        <p:strVal val="visible"/>
                                      </p:to>
                                    </p:set>
                                    <p:animEffect transition="in" filter="strips(upLeft)">
                                      <p:cBhvr>
                                        <p:cTn id="139" dur="300"/>
                                        <p:tgtEl>
                                          <p:spTgt spid="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P spid="34831" grpId="0"/>
      <p:bldP spid="21511" grpId="0"/>
      <p:bldP spid="29" grpId="0"/>
      <p:bldP spid="90" grpId="0" animBg="1"/>
      <p:bldP spid="91" grpId="0" animBg="1"/>
      <p:bldP spid="327" grpId="0"/>
      <p:bldP spid="36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กลุ่ม 61">
            <a:extLst>
              <a:ext uri="{FF2B5EF4-FFF2-40B4-BE49-F238E27FC236}">
                <a16:creationId xmlns:a16="http://schemas.microsoft.com/office/drawing/2014/main" id="{3F4D6E6B-9DBB-4838-97DC-6FC7163A8553}"/>
              </a:ext>
            </a:extLst>
          </p:cNvPr>
          <p:cNvGrpSpPr/>
          <p:nvPr/>
        </p:nvGrpSpPr>
        <p:grpSpPr>
          <a:xfrm>
            <a:off x="216874" y="501541"/>
            <a:ext cx="4549793" cy="1212822"/>
            <a:chOff x="3230712" y="1263541"/>
            <a:chExt cx="4549793" cy="1212822"/>
          </a:xfrm>
        </p:grpSpPr>
        <p:grpSp>
          <p:nvGrpSpPr>
            <p:cNvPr id="2" name="Group 22">
              <a:extLst>
                <a:ext uri="{FF2B5EF4-FFF2-40B4-BE49-F238E27FC236}">
                  <a16:creationId xmlns:a16="http://schemas.microsoft.com/office/drawing/2014/main" id="{CBBB5F89-3604-4FF8-95D4-BBD8585DB829}"/>
                </a:ext>
              </a:extLst>
            </p:cNvPr>
            <p:cNvGrpSpPr>
              <a:grpSpLocks/>
            </p:cNvGrpSpPr>
            <p:nvPr/>
          </p:nvGrpSpPr>
          <p:grpSpPr bwMode="auto">
            <a:xfrm>
              <a:off x="3276768" y="1263541"/>
              <a:ext cx="4503737" cy="523875"/>
              <a:chOff x="141" y="594"/>
              <a:chExt cx="2837" cy="330"/>
            </a:xfrm>
          </p:grpSpPr>
          <p:sp>
            <p:nvSpPr>
              <p:cNvPr id="3" name="Text Box 23">
                <a:extLst>
                  <a:ext uri="{FF2B5EF4-FFF2-40B4-BE49-F238E27FC236}">
                    <a16:creationId xmlns:a16="http://schemas.microsoft.com/office/drawing/2014/main" id="{57D5B320-CF46-4D58-8D48-C0C611CFFA57}"/>
                  </a:ext>
                </a:extLst>
              </p:cNvPr>
              <p:cNvSpPr txBox="1">
                <a:spLocks noChangeArrowheads="1"/>
              </p:cNvSpPr>
              <p:nvPr/>
            </p:nvSpPr>
            <p:spPr bwMode="auto">
              <a:xfrm>
                <a:off x="141" y="594"/>
                <a:ext cx="2837"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anose="02020603050405020304" pitchFamily="18" charset="-34"/>
                  </a:rPr>
                  <a:t>X :      1.0  1.5  2.0  2.5  3.0  3.5  4.0  4.5  5.0</a:t>
                </a:r>
              </a:p>
            </p:txBody>
          </p:sp>
          <p:sp>
            <p:nvSpPr>
              <p:cNvPr id="4" name="Line 24">
                <a:extLst>
                  <a:ext uri="{FF2B5EF4-FFF2-40B4-BE49-F238E27FC236}">
                    <a16:creationId xmlns:a16="http://schemas.microsoft.com/office/drawing/2014/main" id="{73480D55-583C-4FAF-9FAC-27582FCD9FA3}"/>
                  </a:ext>
                </a:extLst>
              </p:cNvPr>
              <p:cNvSpPr>
                <a:spLocks noChangeShapeType="1"/>
              </p:cNvSpPr>
              <p:nvPr/>
            </p:nvSpPr>
            <p:spPr bwMode="auto">
              <a:xfrm>
                <a:off x="200" y="678"/>
                <a:ext cx="98" cy="0"/>
              </a:xfrm>
              <a:prstGeom prst="line">
                <a:avLst/>
              </a:prstGeom>
              <a:noFill/>
              <a:ln w="19050">
                <a:solidFill>
                  <a:srgbClr val="008000"/>
                </a:solidFill>
                <a:round/>
                <a:headEnd/>
                <a:tailEnd/>
              </a:ln>
            </p:spPr>
            <p:txBody>
              <a:bodyPr/>
              <a:lstStyle/>
              <a:p>
                <a:endParaRPr lang="en-US">
                  <a:latin typeface="Angsana New" panose="02020603050405020304" pitchFamily="18" charset="-34"/>
                </a:endParaRPr>
              </a:p>
            </p:txBody>
          </p:sp>
        </p:grpSp>
        <p:grpSp>
          <p:nvGrpSpPr>
            <p:cNvPr id="5" name="Group 25">
              <a:extLst>
                <a:ext uri="{FF2B5EF4-FFF2-40B4-BE49-F238E27FC236}">
                  <a16:creationId xmlns:a16="http://schemas.microsoft.com/office/drawing/2014/main" id="{47E79410-87C4-40CC-A8C9-EE3C6D695215}"/>
                </a:ext>
              </a:extLst>
            </p:cNvPr>
            <p:cNvGrpSpPr>
              <a:grpSpLocks/>
            </p:cNvGrpSpPr>
            <p:nvPr/>
          </p:nvGrpSpPr>
          <p:grpSpPr bwMode="auto">
            <a:xfrm>
              <a:off x="3230712" y="1806222"/>
              <a:ext cx="946150" cy="523875"/>
              <a:chOff x="76" y="852"/>
              <a:chExt cx="596" cy="330"/>
            </a:xfrm>
          </p:grpSpPr>
          <p:sp>
            <p:nvSpPr>
              <p:cNvPr id="6" name="Text Box 26">
                <a:extLst>
                  <a:ext uri="{FF2B5EF4-FFF2-40B4-BE49-F238E27FC236}">
                    <a16:creationId xmlns:a16="http://schemas.microsoft.com/office/drawing/2014/main" id="{C7625288-6807-4CEE-89AE-05242EBB73C3}"/>
                  </a:ext>
                </a:extLst>
              </p:cNvPr>
              <p:cNvSpPr txBox="1">
                <a:spLocks noChangeArrowheads="1"/>
              </p:cNvSpPr>
              <p:nvPr/>
            </p:nvSpPr>
            <p:spPr bwMode="auto">
              <a:xfrm>
                <a:off x="76" y="852"/>
                <a:ext cx="596" cy="330"/>
              </a:xfrm>
              <a:prstGeom prst="rect">
                <a:avLst/>
              </a:prstGeom>
              <a:noFill/>
              <a:ln w="9525">
                <a:noFill/>
                <a:miter lim="800000"/>
                <a:headEnd/>
                <a:tailEnd/>
              </a:ln>
            </p:spPr>
            <p:txBody>
              <a:bodyPr wrap="square">
                <a:spAutoFit/>
              </a:bodyPr>
              <a:lstStyle/>
              <a:p>
                <a:pPr>
                  <a:spcBef>
                    <a:spcPct val="50000"/>
                  </a:spcBef>
                </a:pPr>
                <a:r>
                  <a:rPr lang="en-US" b="1" dirty="0" err="1">
                    <a:solidFill>
                      <a:srgbClr val="008000"/>
                    </a:solidFill>
                    <a:latin typeface="Angsana New" panose="02020603050405020304" pitchFamily="18" charset="-34"/>
                  </a:rPr>
                  <a:t>p</a:t>
                </a:r>
                <a:r>
                  <a:rPr lang="en-US" b="1" baseline="-32000" dirty="0" err="1">
                    <a:solidFill>
                      <a:srgbClr val="008000"/>
                    </a:solidFill>
                    <a:latin typeface="Angsana New" pitchFamily="18" charset="-34"/>
                  </a:rPr>
                  <a:t>X</a:t>
                </a:r>
                <a:r>
                  <a:rPr lang="en-US" b="1" dirty="0">
                    <a:solidFill>
                      <a:srgbClr val="008000"/>
                    </a:solidFill>
                    <a:latin typeface="Angsana New" pitchFamily="18" charset="-34"/>
                  </a:rPr>
                  <a:t>(</a:t>
                </a:r>
                <a:r>
                  <a:rPr lang="en-US" b="1" i="1" dirty="0">
                    <a:solidFill>
                      <a:srgbClr val="008000"/>
                    </a:solidFill>
                    <a:latin typeface="Angsana New" pitchFamily="18" charset="-34"/>
                  </a:rPr>
                  <a:t>x</a:t>
                </a:r>
                <a:r>
                  <a:rPr lang="en-US" b="1" dirty="0">
                    <a:solidFill>
                      <a:srgbClr val="008000"/>
                    </a:solidFill>
                    <a:latin typeface="Angsana New" pitchFamily="18" charset="-34"/>
                  </a:rPr>
                  <a:t>):</a:t>
                </a:r>
              </a:p>
            </p:txBody>
          </p:sp>
          <p:sp>
            <p:nvSpPr>
              <p:cNvPr id="7" name="Line 27">
                <a:extLst>
                  <a:ext uri="{FF2B5EF4-FFF2-40B4-BE49-F238E27FC236}">
                    <a16:creationId xmlns:a16="http://schemas.microsoft.com/office/drawing/2014/main" id="{369AD62E-F8E0-430A-86C5-D7D7A938CBEA}"/>
                  </a:ext>
                </a:extLst>
              </p:cNvPr>
              <p:cNvSpPr>
                <a:spLocks noChangeShapeType="1"/>
              </p:cNvSpPr>
              <p:nvPr/>
            </p:nvSpPr>
            <p:spPr bwMode="auto">
              <a:xfrm>
                <a:off x="214" y="1046"/>
                <a:ext cx="69" cy="0"/>
              </a:xfrm>
              <a:prstGeom prst="line">
                <a:avLst/>
              </a:prstGeom>
              <a:noFill/>
              <a:ln w="19050">
                <a:solidFill>
                  <a:srgbClr val="008000"/>
                </a:solidFill>
                <a:round/>
                <a:headEnd/>
                <a:tailEnd/>
              </a:ln>
            </p:spPr>
            <p:txBody>
              <a:bodyPr/>
              <a:lstStyle/>
              <a:p>
                <a:endParaRPr lang="en-US">
                  <a:latin typeface="Angsana New" panose="02020603050405020304" pitchFamily="18" charset="-34"/>
                </a:endParaRPr>
              </a:p>
            </p:txBody>
          </p:sp>
        </p:grpSp>
        <p:grpSp>
          <p:nvGrpSpPr>
            <p:cNvPr id="8" name="Group 28">
              <a:extLst>
                <a:ext uri="{FF2B5EF4-FFF2-40B4-BE49-F238E27FC236}">
                  <a16:creationId xmlns:a16="http://schemas.microsoft.com/office/drawing/2014/main" id="{41BAF0C5-F8E7-4C2E-8582-705540FDFAEC}"/>
                </a:ext>
              </a:extLst>
            </p:cNvPr>
            <p:cNvGrpSpPr>
              <a:grpSpLocks/>
            </p:cNvGrpSpPr>
            <p:nvPr/>
          </p:nvGrpSpPr>
          <p:grpSpPr bwMode="auto">
            <a:xfrm>
              <a:off x="3928869" y="1693725"/>
              <a:ext cx="444500" cy="782638"/>
              <a:chOff x="709" y="3266"/>
              <a:chExt cx="280" cy="493"/>
            </a:xfrm>
          </p:grpSpPr>
          <p:sp>
            <p:nvSpPr>
              <p:cNvPr id="9" name="Text Box 29">
                <a:extLst>
                  <a:ext uri="{FF2B5EF4-FFF2-40B4-BE49-F238E27FC236}">
                    <a16:creationId xmlns:a16="http://schemas.microsoft.com/office/drawing/2014/main" id="{4BAF86A1-678B-4687-879B-752C0A5DE414}"/>
                  </a:ext>
                </a:extLst>
              </p:cNvPr>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a:solidFill>
                      <a:srgbClr val="008000"/>
                    </a:solidFill>
                    <a:latin typeface="Angsana New" pitchFamily="18" charset="-34"/>
                  </a:rPr>
                  <a:t>1</a:t>
                </a:r>
                <a:endParaRPr lang="th-TH" b="1">
                  <a:solidFill>
                    <a:srgbClr val="008000"/>
                  </a:solidFill>
                  <a:latin typeface="Angsana New" pitchFamily="18" charset="-34"/>
                </a:endParaRPr>
              </a:p>
            </p:txBody>
          </p:sp>
          <p:grpSp>
            <p:nvGrpSpPr>
              <p:cNvPr id="10" name="Group 30">
                <a:extLst>
                  <a:ext uri="{FF2B5EF4-FFF2-40B4-BE49-F238E27FC236}">
                    <a16:creationId xmlns:a16="http://schemas.microsoft.com/office/drawing/2014/main" id="{A3E8E101-AFA9-493B-B7C7-73D22EF29595}"/>
                  </a:ext>
                </a:extLst>
              </p:cNvPr>
              <p:cNvGrpSpPr>
                <a:grpSpLocks/>
              </p:cNvGrpSpPr>
              <p:nvPr/>
            </p:nvGrpSpPr>
            <p:grpSpPr bwMode="auto">
              <a:xfrm>
                <a:off x="709" y="3429"/>
                <a:ext cx="280" cy="330"/>
                <a:chOff x="709" y="3429"/>
                <a:chExt cx="280" cy="330"/>
              </a:xfrm>
            </p:grpSpPr>
            <p:sp>
              <p:nvSpPr>
                <p:cNvPr id="11" name="Line 31">
                  <a:extLst>
                    <a:ext uri="{FF2B5EF4-FFF2-40B4-BE49-F238E27FC236}">
                      <a16:creationId xmlns:a16="http://schemas.microsoft.com/office/drawing/2014/main" id="{4A9194A6-1BE8-43E3-8E6C-488FA820814C}"/>
                    </a:ext>
                  </a:extLst>
                </p:cNvPr>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2" name="Text Box 32">
                  <a:extLst>
                    <a:ext uri="{FF2B5EF4-FFF2-40B4-BE49-F238E27FC236}">
                      <a16:creationId xmlns:a16="http://schemas.microsoft.com/office/drawing/2014/main" id="{7E8B6593-FEFC-4583-BFCB-7213B6168905}"/>
                    </a:ext>
                  </a:extLst>
                </p:cNvPr>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sp>
          <p:nvSpPr>
            <p:cNvPr id="13" name="Rectangle 76">
              <a:extLst>
                <a:ext uri="{FF2B5EF4-FFF2-40B4-BE49-F238E27FC236}">
                  <a16:creationId xmlns:a16="http://schemas.microsoft.com/office/drawing/2014/main" id="{D4F1AFF1-5242-412F-AA07-58911D59FC7D}"/>
                </a:ext>
              </a:extLst>
            </p:cNvPr>
            <p:cNvSpPr>
              <a:spLocks noChangeArrowheads="1"/>
            </p:cNvSpPr>
            <p:nvPr/>
          </p:nvSpPr>
          <p:spPr bwMode="auto">
            <a:xfrm>
              <a:off x="3273250" y="1329317"/>
              <a:ext cx="4491682" cy="425912"/>
            </a:xfrm>
            <a:prstGeom prst="rect">
              <a:avLst/>
            </a:prstGeom>
            <a:noFill/>
            <a:ln w="38100">
              <a:solidFill>
                <a:srgbClr val="FF00FF"/>
              </a:solidFill>
              <a:miter lim="800000"/>
              <a:headEnd/>
              <a:tailEnd/>
            </a:ln>
          </p:spPr>
          <p:txBody>
            <a:bodyPr wrap="none" anchor="ctr"/>
            <a:lstStyle/>
            <a:p>
              <a:endParaRPr lang="en-US">
                <a:latin typeface="Angsana New" panose="02020603050405020304" pitchFamily="18" charset="-34"/>
              </a:endParaRPr>
            </a:p>
          </p:txBody>
        </p:sp>
        <p:sp>
          <p:nvSpPr>
            <p:cNvPr id="14" name="Rectangle 77">
              <a:extLst>
                <a:ext uri="{FF2B5EF4-FFF2-40B4-BE49-F238E27FC236}">
                  <a16:creationId xmlns:a16="http://schemas.microsoft.com/office/drawing/2014/main" id="{B7A1A902-1AFF-4554-8E1C-256DA81B48C4}"/>
                </a:ext>
              </a:extLst>
            </p:cNvPr>
            <p:cNvSpPr>
              <a:spLocks noChangeArrowheads="1"/>
            </p:cNvSpPr>
            <p:nvPr/>
          </p:nvSpPr>
          <p:spPr bwMode="auto">
            <a:xfrm>
              <a:off x="3273526" y="1826171"/>
              <a:ext cx="4491682" cy="543912"/>
            </a:xfrm>
            <a:prstGeom prst="rect">
              <a:avLst/>
            </a:prstGeom>
            <a:noFill/>
            <a:ln w="38100">
              <a:solidFill>
                <a:srgbClr val="FF00FF"/>
              </a:solidFill>
              <a:miter lim="800000"/>
              <a:headEnd/>
              <a:tailEnd/>
            </a:ln>
          </p:spPr>
          <p:txBody>
            <a:bodyPr wrap="none" anchor="ctr"/>
            <a:lstStyle/>
            <a:p>
              <a:endParaRPr lang="en-US">
                <a:latin typeface="Angsana New" panose="02020603050405020304" pitchFamily="18" charset="-34"/>
              </a:endParaRPr>
            </a:p>
          </p:txBody>
        </p:sp>
        <p:grpSp>
          <p:nvGrpSpPr>
            <p:cNvPr id="15" name="Group 28">
              <a:extLst>
                <a:ext uri="{FF2B5EF4-FFF2-40B4-BE49-F238E27FC236}">
                  <a16:creationId xmlns:a16="http://schemas.microsoft.com/office/drawing/2014/main" id="{9EE98A37-46BF-4B95-9F2B-F20BF61761FD}"/>
                </a:ext>
              </a:extLst>
            </p:cNvPr>
            <p:cNvGrpSpPr>
              <a:grpSpLocks/>
            </p:cNvGrpSpPr>
            <p:nvPr/>
          </p:nvGrpSpPr>
          <p:grpSpPr bwMode="auto">
            <a:xfrm>
              <a:off x="4349341" y="1693725"/>
              <a:ext cx="444500" cy="782638"/>
              <a:chOff x="709" y="3266"/>
              <a:chExt cx="280" cy="493"/>
            </a:xfrm>
          </p:grpSpPr>
          <p:sp>
            <p:nvSpPr>
              <p:cNvPr id="16" name="Text Box 29">
                <a:extLst>
                  <a:ext uri="{FF2B5EF4-FFF2-40B4-BE49-F238E27FC236}">
                    <a16:creationId xmlns:a16="http://schemas.microsoft.com/office/drawing/2014/main" id="{CF3BCF19-5A30-4AF8-A5FF-9218548CE1D6}"/>
                  </a:ext>
                </a:extLst>
              </p:cNvPr>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2</a:t>
                </a:r>
                <a:endParaRPr lang="th-TH" b="1" dirty="0">
                  <a:solidFill>
                    <a:srgbClr val="008000"/>
                  </a:solidFill>
                  <a:latin typeface="Angsana New" pitchFamily="18" charset="-34"/>
                </a:endParaRPr>
              </a:p>
            </p:txBody>
          </p:sp>
          <p:grpSp>
            <p:nvGrpSpPr>
              <p:cNvPr id="17" name="Group 30">
                <a:extLst>
                  <a:ext uri="{FF2B5EF4-FFF2-40B4-BE49-F238E27FC236}">
                    <a16:creationId xmlns:a16="http://schemas.microsoft.com/office/drawing/2014/main" id="{B2BCD89B-66DE-4EC0-A855-46296714DAF0}"/>
                  </a:ext>
                </a:extLst>
              </p:cNvPr>
              <p:cNvGrpSpPr>
                <a:grpSpLocks/>
              </p:cNvGrpSpPr>
              <p:nvPr/>
            </p:nvGrpSpPr>
            <p:grpSpPr bwMode="auto">
              <a:xfrm>
                <a:off x="709" y="3429"/>
                <a:ext cx="280" cy="330"/>
                <a:chOff x="709" y="3429"/>
                <a:chExt cx="280" cy="330"/>
              </a:xfrm>
            </p:grpSpPr>
            <p:sp>
              <p:nvSpPr>
                <p:cNvPr id="18" name="Line 31">
                  <a:extLst>
                    <a:ext uri="{FF2B5EF4-FFF2-40B4-BE49-F238E27FC236}">
                      <a16:creationId xmlns:a16="http://schemas.microsoft.com/office/drawing/2014/main" id="{1BAC85A7-1E19-45CA-BBA8-33623B00FA4B}"/>
                    </a:ext>
                  </a:extLst>
                </p:cNvPr>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9" name="Text Box 32">
                  <a:extLst>
                    <a:ext uri="{FF2B5EF4-FFF2-40B4-BE49-F238E27FC236}">
                      <a16:creationId xmlns:a16="http://schemas.microsoft.com/office/drawing/2014/main" id="{800381F8-9897-413D-A2BE-317F3AFDAC55}"/>
                    </a:ext>
                  </a:extLst>
                </p:cNvPr>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20" name="Group 28">
              <a:extLst>
                <a:ext uri="{FF2B5EF4-FFF2-40B4-BE49-F238E27FC236}">
                  <a16:creationId xmlns:a16="http://schemas.microsoft.com/office/drawing/2014/main" id="{C07EDA2B-3E79-47DD-B478-CF36121D9330}"/>
                </a:ext>
              </a:extLst>
            </p:cNvPr>
            <p:cNvGrpSpPr>
              <a:grpSpLocks/>
            </p:cNvGrpSpPr>
            <p:nvPr/>
          </p:nvGrpSpPr>
          <p:grpSpPr bwMode="auto">
            <a:xfrm>
              <a:off x="4755055" y="1693725"/>
              <a:ext cx="444500" cy="782638"/>
              <a:chOff x="709" y="3266"/>
              <a:chExt cx="280" cy="493"/>
            </a:xfrm>
          </p:grpSpPr>
          <p:sp>
            <p:nvSpPr>
              <p:cNvPr id="21" name="Text Box 29">
                <a:extLst>
                  <a:ext uri="{FF2B5EF4-FFF2-40B4-BE49-F238E27FC236}">
                    <a16:creationId xmlns:a16="http://schemas.microsoft.com/office/drawing/2014/main" id="{7CB9CA9F-98F1-42DF-8F3B-EE64A137FDBB}"/>
                  </a:ext>
                </a:extLst>
              </p:cNvPr>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3</a:t>
                </a:r>
                <a:endParaRPr lang="th-TH" b="1" dirty="0">
                  <a:solidFill>
                    <a:srgbClr val="008000"/>
                  </a:solidFill>
                  <a:latin typeface="Angsana New" pitchFamily="18" charset="-34"/>
                </a:endParaRPr>
              </a:p>
            </p:txBody>
          </p:sp>
          <p:grpSp>
            <p:nvGrpSpPr>
              <p:cNvPr id="22" name="Group 30">
                <a:extLst>
                  <a:ext uri="{FF2B5EF4-FFF2-40B4-BE49-F238E27FC236}">
                    <a16:creationId xmlns:a16="http://schemas.microsoft.com/office/drawing/2014/main" id="{ECB6BDF9-DCF8-4E9A-B7C3-3C8895F4079D}"/>
                  </a:ext>
                </a:extLst>
              </p:cNvPr>
              <p:cNvGrpSpPr>
                <a:grpSpLocks/>
              </p:cNvGrpSpPr>
              <p:nvPr/>
            </p:nvGrpSpPr>
            <p:grpSpPr bwMode="auto">
              <a:xfrm>
                <a:off x="709" y="3429"/>
                <a:ext cx="280" cy="330"/>
                <a:chOff x="709" y="3429"/>
                <a:chExt cx="280" cy="330"/>
              </a:xfrm>
            </p:grpSpPr>
            <p:sp>
              <p:nvSpPr>
                <p:cNvPr id="23" name="Line 31">
                  <a:extLst>
                    <a:ext uri="{FF2B5EF4-FFF2-40B4-BE49-F238E27FC236}">
                      <a16:creationId xmlns:a16="http://schemas.microsoft.com/office/drawing/2014/main" id="{9CEB8D44-057A-45A2-A512-D33F0DDF729C}"/>
                    </a:ext>
                  </a:extLst>
                </p:cNvPr>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24" name="Text Box 32">
                  <a:extLst>
                    <a:ext uri="{FF2B5EF4-FFF2-40B4-BE49-F238E27FC236}">
                      <a16:creationId xmlns:a16="http://schemas.microsoft.com/office/drawing/2014/main" id="{B5F12559-0833-4392-BE68-2C281B1726A1}"/>
                    </a:ext>
                  </a:extLst>
                </p:cNvPr>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25" name="Group 28">
              <a:extLst>
                <a:ext uri="{FF2B5EF4-FFF2-40B4-BE49-F238E27FC236}">
                  <a16:creationId xmlns:a16="http://schemas.microsoft.com/office/drawing/2014/main" id="{416982A2-A830-494A-B8E7-33DBD28EFFB2}"/>
                </a:ext>
              </a:extLst>
            </p:cNvPr>
            <p:cNvGrpSpPr>
              <a:grpSpLocks/>
            </p:cNvGrpSpPr>
            <p:nvPr/>
          </p:nvGrpSpPr>
          <p:grpSpPr bwMode="auto">
            <a:xfrm>
              <a:off x="5148069" y="1693725"/>
              <a:ext cx="444500" cy="782638"/>
              <a:chOff x="709" y="3266"/>
              <a:chExt cx="280" cy="493"/>
            </a:xfrm>
          </p:grpSpPr>
          <p:sp>
            <p:nvSpPr>
              <p:cNvPr id="26" name="Text Box 29">
                <a:extLst>
                  <a:ext uri="{FF2B5EF4-FFF2-40B4-BE49-F238E27FC236}">
                    <a16:creationId xmlns:a16="http://schemas.microsoft.com/office/drawing/2014/main" id="{C3552AC2-3FF4-4BD8-A519-D0CF83FEAA23}"/>
                  </a:ext>
                </a:extLst>
              </p:cNvPr>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4</a:t>
                </a:r>
                <a:endParaRPr lang="th-TH" b="1" dirty="0">
                  <a:solidFill>
                    <a:srgbClr val="008000"/>
                  </a:solidFill>
                  <a:latin typeface="Angsana New" pitchFamily="18" charset="-34"/>
                </a:endParaRPr>
              </a:p>
            </p:txBody>
          </p:sp>
          <p:grpSp>
            <p:nvGrpSpPr>
              <p:cNvPr id="27" name="Group 30">
                <a:extLst>
                  <a:ext uri="{FF2B5EF4-FFF2-40B4-BE49-F238E27FC236}">
                    <a16:creationId xmlns:a16="http://schemas.microsoft.com/office/drawing/2014/main" id="{601B2374-C04C-4F0B-8422-9A00933089A7}"/>
                  </a:ext>
                </a:extLst>
              </p:cNvPr>
              <p:cNvGrpSpPr>
                <a:grpSpLocks/>
              </p:cNvGrpSpPr>
              <p:nvPr/>
            </p:nvGrpSpPr>
            <p:grpSpPr bwMode="auto">
              <a:xfrm>
                <a:off x="709" y="3429"/>
                <a:ext cx="280" cy="330"/>
                <a:chOff x="709" y="3429"/>
                <a:chExt cx="280" cy="330"/>
              </a:xfrm>
            </p:grpSpPr>
            <p:sp>
              <p:nvSpPr>
                <p:cNvPr id="28" name="Line 31">
                  <a:extLst>
                    <a:ext uri="{FF2B5EF4-FFF2-40B4-BE49-F238E27FC236}">
                      <a16:creationId xmlns:a16="http://schemas.microsoft.com/office/drawing/2014/main" id="{0A49BEE0-E1DE-4945-8EA3-DA7EC46FC109}"/>
                    </a:ext>
                  </a:extLst>
                </p:cNvPr>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29" name="Text Box 32">
                  <a:extLst>
                    <a:ext uri="{FF2B5EF4-FFF2-40B4-BE49-F238E27FC236}">
                      <a16:creationId xmlns:a16="http://schemas.microsoft.com/office/drawing/2014/main" id="{AA6FB296-60B5-4AB9-BBC8-B1885638C113}"/>
                    </a:ext>
                  </a:extLst>
                </p:cNvPr>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30" name="กลุ่ม 29">
              <a:extLst>
                <a:ext uri="{FF2B5EF4-FFF2-40B4-BE49-F238E27FC236}">
                  <a16:creationId xmlns:a16="http://schemas.microsoft.com/office/drawing/2014/main" id="{9EDA1C97-638B-46F3-AE35-6460F08DB534}"/>
                </a:ext>
              </a:extLst>
            </p:cNvPr>
            <p:cNvGrpSpPr/>
            <p:nvPr/>
          </p:nvGrpSpPr>
          <p:grpSpPr>
            <a:xfrm>
              <a:off x="5593255" y="1693725"/>
              <a:ext cx="2096186" cy="782638"/>
              <a:chOff x="5593255" y="1693725"/>
              <a:chExt cx="2096186" cy="782638"/>
            </a:xfrm>
          </p:grpSpPr>
          <p:grpSp>
            <p:nvGrpSpPr>
              <p:cNvPr id="31" name="Group 28">
                <a:extLst>
                  <a:ext uri="{FF2B5EF4-FFF2-40B4-BE49-F238E27FC236}">
                    <a16:creationId xmlns:a16="http://schemas.microsoft.com/office/drawing/2014/main" id="{4E46212F-2009-4DDA-8C83-DB5584FE047F}"/>
                  </a:ext>
                </a:extLst>
              </p:cNvPr>
              <p:cNvGrpSpPr>
                <a:grpSpLocks/>
              </p:cNvGrpSpPr>
              <p:nvPr/>
            </p:nvGrpSpPr>
            <p:grpSpPr bwMode="auto">
              <a:xfrm>
                <a:off x="5593255" y="1693725"/>
                <a:ext cx="444500" cy="782638"/>
                <a:chOff x="709" y="3266"/>
                <a:chExt cx="280" cy="493"/>
              </a:xfrm>
            </p:grpSpPr>
            <p:sp>
              <p:nvSpPr>
                <p:cNvPr id="52" name="Text Box 29">
                  <a:extLst>
                    <a:ext uri="{FF2B5EF4-FFF2-40B4-BE49-F238E27FC236}">
                      <a16:creationId xmlns:a16="http://schemas.microsoft.com/office/drawing/2014/main" id="{7A2FACEE-CAAA-46F9-83BF-262D2A4BACF2}"/>
                    </a:ext>
                  </a:extLst>
                </p:cNvPr>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5</a:t>
                  </a:r>
                  <a:endParaRPr lang="th-TH" b="1" dirty="0">
                    <a:solidFill>
                      <a:srgbClr val="008000"/>
                    </a:solidFill>
                    <a:latin typeface="Angsana New" pitchFamily="18" charset="-34"/>
                  </a:endParaRPr>
                </a:p>
              </p:txBody>
            </p:sp>
            <p:grpSp>
              <p:nvGrpSpPr>
                <p:cNvPr id="53" name="Group 30">
                  <a:extLst>
                    <a:ext uri="{FF2B5EF4-FFF2-40B4-BE49-F238E27FC236}">
                      <a16:creationId xmlns:a16="http://schemas.microsoft.com/office/drawing/2014/main" id="{B19688FC-1026-420A-8486-D94E42D1A973}"/>
                    </a:ext>
                  </a:extLst>
                </p:cNvPr>
                <p:cNvGrpSpPr>
                  <a:grpSpLocks/>
                </p:cNvGrpSpPr>
                <p:nvPr/>
              </p:nvGrpSpPr>
              <p:grpSpPr bwMode="auto">
                <a:xfrm>
                  <a:off x="709" y="3429"/>
                  <a:ext cx="280" cy="330"/>
                  <a:chOff x="709" y="3429"/>
                  <a:chExt cx="280" cy="330"/>
                </a:xfrm>
              </p:grpSpPr>
              <p:sp>
                <p:nvSpPr>
                  <p:cNvPr id="54" name="Line 31">
                    <a:extLst>
                      <a:ext uri="{FF2B5EF4-FFF2-40B4-BE49-F238E27FC236}">
                        <a16:creationId xmlns:a16="http://schemas.microsoft.com/office/drawing/2014/main" id="{2897541D-B51B-417C-BD59-6C2BDD2A63C2}"/>
                      </a:ext>
                    </a:extLst>
                  </p:cNvPr>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55" name="Text Box 32">
                    <a:extLst>
                      <a:ext uri="{FF2B5EF4-FFF2-40B4-BE49-F238E27FC236}">
                        <a16:creationId xmlns:a16="http://schemas.microsoft.com/office/drawing/2014/main" id="{339EA1D7-B47D-4937-BAA5-E4512B320921}"/>
                      </a:ext>
                    </a:extLst>
                  </p:cNvPr>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32" name="Group 28">
                <a:extLst>
                  <a:ext uri="{FF2B5EF4-FFF2-40B4-BE49-F238E27FC236}">
                    <a16:creationId xmlns:a16="http://schemas.microsoft.com/office/drawing/2014/main" id="{04D9BC3B-09E3-4B86-B4C7-C805C60B2B42}"/>
                  </a:ext>
                </a:extLst>
              </p:cNvPr>
              <p:cNvGrpSpPr>
                <a:grpSpLocks/>
              </p:cNvGrpSpPr>
              <p:nvPr/>
            </p:nvGrpSpPr>
            <p:grpSpPr bwMode="auto">
              <a:xfrm>
                <a:off x="5986612" y="1693725"/>
                <a:ext cx="444500" cy="782638"/>
                <a:chOff x="709" y="3266"/>
                <a:chExt cx="280" cy="493"/>
              </a:xfrm>
            </p:grpSpPr>
            <p:sp>
              <p:nvSpPr>
                <p:cNvPr id="48" name="Text Box 29">
                  <a:extLst>
                    <a:ext uri="{FF2B5EF4-FFF2-40B4-BE49-F238E27FC236}">
                      <a16:creationId xmlns:a16="http://schemas.microsoft.com/office/drawing/2014/main" id="{2D773C33-C5D8-4CB7-ADF1-8DD45A9CF21A}"/>
                    </a:ext>
                  </a:extLst>
                </p:cNvPr>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4</a:t>
                  </a:r>
                  <a:endParaRPr lang="th-TH" b="1" dirty="0">
                    <a:solidFill>
                      <a:srgbClr val="008000"/>
                    </a:solidFill>
                    <a:latin typeface="Angsana New" pitchFamily="18" charset="-34"/>
                  </a:endParaRPr>
                </a:p>
              </p:txBody>
            </p:sp>
            <p:grpSp>
              <p:nvGrpSpPr>
                <p:cNvPr id="49" name="Group 30">
                  <a:extLst>
                    <a:ext uri="{FF2B5EF4-FFF2-40B4-BE49-F238E27FC236}">
                      <a16:creationId xmlns:a16="http://schemas.microsoft.com/office/drawing/2014/main" id="{D0C8E528-A589-4C98-A8AA-AC8945DCC5EA}"/>
                    </a:ext>
                  </a:extLst>
                </p:cNvPr>
                <p:cNvGrpSpPr>
                  <a:grpSpLocks/>
                </p:cNvGrpSpPr>
                <p:nvPr/>
              </p:nvGrpSpPr>
              <p:grpSpPr bwMode="auto">
                <a:xfrm>
                  <a:off x="709" y="3429"/>
                  <a:ext cx="280" cy="330"/>
                  <a:chOff x="709" y="3429"/>
                  <a:chExt cx="280" cy="330"/>
                </a:xfrm>
              </p:grpSpPr>
              <p:sp>
                <p:nvSpPr>
                  <p:cNvPr id="50" name="Line 31">
                    <a:extLst>
                      <a:ext uri="{FF2B5EF4-FFF2-40B4-BE49-F238E27FC236}">
                        <a16:creationId xmlns:a16="http://schemas.microsoft.com/office/drawing/2014/main" id="{4040CE51-794A-4129-B3B1-C77BBC07635E}"/>
                      </a:ext>
                    </a:extLst>
                  </p:cNvPr>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51" name="Text Box 32">
                    <a:extLst>
                      <a:ext uri="{FF2B5EF4-FFF2-40B4-BE49-F238E27FC236}">
                        <a16:creationId xmlns:a16="http://schemas.microsoft.com/office/drawing/2014/main" id="{330A08B8-8244-4101-BBC5-0415F748C3B8}"/>
                      </a:ext>
                    </a:extLst>
                  </p:cNvPr>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33" name="Group 28">
                <a:extLst>
                  <a:ext uri="{FF2B5EF4-FFF2-40B4-BE49-F238E27FC236}">
                    <a16:creationId xmlns:a16="http://schemas.microsoft.com/office/drawing/2014/main" id="{7D1EC061-25ED-4533-9974-BDE20B3C6CD3}"/>
                  </a:ext>
                </a:extLst>
              </p:cNvPr>
              <p:cNvGrpSpPr>
                <a:grpSpLocks/>
              </p:cNvGrpSpPr>
              <p:nvPr/>
            </p:nvGrpSpPr>
            <p:grpSpPr bwMode="auto">
              <a:xfrm>
                <a:off x="6418755" y="1693725"/>
                <a:ext cx="444500" cy="782638"/>
                <a:chOff x="709" y="3266"/>
                <a:chExt cx="280" cy="493"/>
              </a:xfrm>
            </p:grpSpPr>
            <p:sp>
              <p:nvSpPr>
                <p:cNvPr id="44" name="Text Box 29">
                  <a:extLst>
                    <a:ext uri="{FF2B5EF4-FFF2-40B4-BE49-F238E27FC236}">
                      <a16:creationId xmlns:a16="http://schemas.microsoft.com/office/drawing/2014/main" id="{92AD23E8-3027-409C-86E2-0B9ED5F1A40F}"/>
                    </a:ext>
                  </a:extLst>
                </p:cNvPr>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3</a:t>
                  </a:r>
                  <a:endParaRPr lang="th-TH" b="1" dirty="0">
                    <a:solidFill>
                      <a:srgbClr val="008000"/>
                    </a:solidFill>
                    <a:latin typeface="Angsana New" pitchFamily="18" charset="-34"/>
                  </a:endParaRPr>
                </a:p>
              </p:txBody>
            </p:sp>
            <p:grpSp>
              <p:nvGrpSpPr>
                <p:cNvPr id="45" name="Group 30">
                  <a:extLst>
                    <a:ext uri="{FF2B5EF4-FFF2-40B4-BE49-F238E27FC236}">
                      <a16:creationId xmlns:a16="http://schemas.microsoft.com/office/drawing/2014/main" id="{45A35589-45BA-423E-8D51-892AE0E33EBE}"/>
                    </a:ext>
                  </a:extLst>
                </p:cNvPr>
                <p:cNvGrpSpPr>
                  <a:grpSpLocks/>
                </p:cNvGrpSpPr>
                <p:nvPr/>
              </p:nvGrpSpPr>
              <p:grpSpPr bwMode="auto">
                <a:xfrm>
                  <a:off x="709" y="3429"/>
                  <a:ext cx="280" cy="330"/>
                  <a:chOff x="709" y="3429"/>
                  <a:chExt cx="280" cy="330"/>
                </a:xfrm>
              </p:grpSpPr>
              <p:sp>
                <p:nvSpPr>
                  <p:cNvPr id="46" name="Line 31">
                    <a:extLst>
                      <a:ext uri="{FF2B5EF4-FFF2-40B4-BE49-F238E27FC236}">
                        <a16:creationId xmlns:a16="http://schemas.microsoft.com/office/drawing/2014/main" id="{D0CCE127-A2A3-4C15-A634-49A4B3420E8D}"/>
                      </a:ext>
                    </a:extLst>
                  </p:cNvPr>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47" name="Text Box 32">
                    <a:extLst>
                      <a:ext uri="{FF2B5EF4-FFF2-40B4-BE49-F238E27FC236}">
                        <a16:creationId xmlns:a16="http://schemas.microsoft.com/office/drawing/2014/main" id="{D989DA1E-5271-4B08-ACCC-442425CD9461}"/>
                      </a:ext>
                    </a:extLst>
                  </p:cNvPr>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34" name="Group 28">
                <a:extLst>
                  <a:ext uri="{FF2B5EF4-FFF2-40B4-BE49-F238E27FC236}">
                    <a16:creationId xmlns:a16="http://schemas.microsoft.com/office/drawing/2014/main" id="{10702376-C11C-45E8-851E-1A39194DE106}"/>
                  </a:ext>
                </a:extLst>
              </p:cNvPr>
              <p:cNvGrpSpPr>
                <a:grpSpLocks/>
              </p:cNvGrpSpPr>
              <p:nvPr/>
            </p:nvGrpSpPr>
            <p:grpSpPr bwMode="auto">
              <a:xfrm>
                <a:off x="6812112" y="1693725"/>
                <a:ext cx="444500" cy="782638"/>
                <a:chOff x="709" y="3266"/>
                <a:chExt cx="280" cy="493"/>
              </a:xfrm>
            </p:grpSpPr>
            <p:sp>
              <p:nvSpPr>
                <p:cNvPr id="40" name="Text Box 29">
                  <a:extLst>
                    <a:ext uri="{FF2B5EF4-FFF2-40B4-BE49-F238E27FC236}">
                      <a16:creationId xmlns:a16="http://schemas.microsoft.com/office/drawing/2014/main" id="{CA5C088F-E0DD-4EE1-BD87-F42F28185554}"/>
                    </a:ext>
                  </a:extLst>
                </p:cNvPr>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2</a:t>
                  </a:r>
                  <a:endParaRPr lang="th-TH" b="1" dirty="0">
                    <a:solidFill>
                      <a:srgbClr val="008000"/>
                    </a:solidFill>
                    <a:latin typeface="Angsana New" pitchFamily="18" charset="-34"/>
                  </a:endParaRPr>
                </a:p>
              </p:txBody>
            </p:sp>
            <p:grpSp>
              <p:nvGrpSpPr>
                <p:cNvPr id="41" name="Group 30">
                  <a:extLst>
                    <a:ext uri="{FF2B5EF4-FFF2-40B4-BE49-F238E27FC236}">
                      <a16:creationId xmlns:a16="http://schemas.microsoft.com/office/drawing/2014/main" id="{061B0C62-D970-4762-B532-DED733985F4A}"/>
                    </a:ext>
                  </a:extLst>
                </p:cNvPr>
                <p:cNvGrpSpPr>
                  <a:grpSpLocks/>
                </p:cNvGrpSpPr>
                <p:nvPr/>
              </p:nvGrpSpPr>
              <p:grpSpPr bwMode="auto">
                <a:xfrm>
                  <a:off x="709" y="3429"/>
                  <a:ext cx="280" cy="330"/>
                  <a:chOff x="709" y="3429"/>
                  <a:chExt cx="280" cy="330"/>
                </a:xfrm>
              </p:grpSpPr>
              <p:sp>
                <p:nvSpPr>
                  <p:cNvPr id="42" name="Line 31">
                    <a:extLst>
                      <a:ext uri="{FF2B5EF4-FFF2-40B4-BE49-F238E27FC236}">
                        <a16:creationId xmlns:a16="http://schemas.microsoft.com/office/drawing/2014/main" id="{3955F902-5E3F-4A15-8DCF-409A75072F18}"/>
                      </a:ext>
                    </a:extLst>
                  </p:cNvPr>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43" name="Text Box 32">
                    <a:extLst>
                      <a:ext uri="{FF2B5EF4-FFF2-40B4-BE49-F238E27FC236}">
                        <a16:creationId xmlns:a16="http://schemas.microsoft.com/office/drawing/2014/main" id="{9FBD4D05-BE3E-4900-B080-23A1E5FCB188}"/>
                      </a:ext>
                    </a:extLst>
                  </p:cNvPr>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nvGrpSpPr>
              <p:cNvPr id="35" name="Group 28">
                <a:extLst>
                  <a:ext uri="{FF2B5EF4-FFF2-40B4-BE49-F238E27FC236}">
                    <a16:creationId xmlns:a16="http://schemas.microsoft.com/office/drawing/2014/main" id="{88BA7414-5125-47CE-8F96-9CC6384FA547}"/>
                  </a:ext>
                </a:extLst>
              </p:cNvPr>
              <p:cNvGrpSpPr>
                <a:grpSpLocks/>
              </p:cNvGrpSpPr>
              <p:nvPr/>
            </p:nvGrpSpPr>
            <p:grpSpPr bwMode="auto">
              <a:xfrm>
                <a:off x="7244941" y="1693725"/>
                <a:ext cx="444500" cy="782638"/>
                <a:chOff x="709" y="3266"/>
                <a:chExt cx="280" cy="493"/>
              </a:xfrm>
            </p:grpSpPr>
            <p:sp>
              <p:nvSpPr>
                <p:cNvPr id="36" name="Text Box 29">
                  <a:extLst>
                    <a:ext uri="{FF2B5EF4-FFF2-40B4-BE49-F238E27FC236}">
                      <a16:creationId xmlns:a16="http://schemas.microsoft.com/office/drawing/2014/main" id="{8D2D2CA4-7420-4676-808F-99FE8E0B4BC4}"/>
                    </a:ext>
                  </a:extLst>
                </p:cNvPr>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1</a:t>
                  </a:r>
                  <a:endParaRPr lang="th-TH" b="1" dirty="0">
                    <a:solidFill>
                      <a:srgbClr val="008000"/>
                    </a:solidFill>
                    <a:latin typeface="Angsana New" pitchFamily="18" charset="-34"/>
                  </a:endParaRPr>
                </a:p>
              </p:txBody>
            </p:sp>
            <p:grpSp>
              <p:nvGrpSpPr>
                <p:cNvPr id="37" name="Group 30">
                  <a:extLst>
                    <a:ext uri="{FF2B5EF4-FFF2-40B4-BE49-F238E27FC236}">
                      <a16:creationId xmlns:a16="http://schemas.microsoft.com/office/drawing/2014/main" id="{18AD6C4E-89F9-4D53-B0B4-C864495D2953}"/>
                    </a:ext>
                  </a:extLst>
                </p:cNvPr>
                <p:cNvGrpSpPr>
                  <a:grpSpLocks/>
                </p:cNvGrpSpPr>
                <p:nvPr/>
              </p:nvGrpSpPr>
              <p:grpSpPr bwMode="auto">
                <a:xfrm>
                  <a:off x="709" y="3429"/>
                  <a:ext cx="280" cy="330"/>
                  <a:chOff x="709" y="3429"/>
                  <a:chExt cx="280" cy="330"/>
                </a:xfrm>
              </p:grpSpPr>
              <p:sp>
                <p:nvSpPr>
                  <p:cNvPr id="38" name="Line 31">
                    <a:extLst>
                      <a:ext uri="{FF2B5EF4-FFF2-40B4-BE49-F238E27FC236}">
                        <a16:creationId xmlns:a16="http://schemas.microsoft.com/office/drawing/2014/main" id="{B6C7A1A6-2A73-409C-82C9-842B9EB338B1}"/>
                      </a:ext>
                    </a:extLst>
                  </p:cNvPr>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39" name="Text Box 32">
                    <a:extLst>
                      <a:ext uri="{FF2B5EF4-FFF2-40B4-BE49-F238E27FC236}">
                        <a16:creationId xmlns:a16="http://schemas.microsoft.com/office/drawing/2014/main" id="{D7A37067-3660-4FFC-9AAF-51EF5F317536}"/>
                      </a:ext>
                    </a:extLst>
                  </p:cNvPr>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25</a:t>
                    </a:r>
                    <a:endParaRPr lang="th-TH" b="1" dirty="0">
                      <a:solidFill>
                        <a:srgbClr val="008000"/>
                      </a:solidFill>
                      <a:latin typeface="Angsana New" pitchFamily="18" charset="-34"/>
                    </a:endParaRPr>
                  </a:p>
                </p:txBody>
              </p:sp>
            </p:grpSp>
          </p:grpSp>
        </p:grpSp>
      </p:grpSp>
      <p:sp>
        <p:nvSpPr>
          <p:cNvPr id="63" name="Text Box 15">
            <a:extLst>
              <a:ext uri="{FF2B5EF4-FFF2-40B4-BE49-F238E27FC236}">
                <a16:creationId xmlns:a16="http://schemas.microsoft.com/office/drawing/2014/main" id="{FA9B0170-DDA6-4224-9E94-0E885F1A34EA}"/>
              </a:ext>
            </a:extLst>
          </p:cNvPr>
          <p:cNvSpPr txBox="1">
            <a:spLocks noChangeArrowheads="1"/>
          </p:cNvSpPr>
          <p:nvPr/>
        </p:nvSpPr>
        <p:spPr bwMode="auto">
          <a:xfrm>
            <a:off x="152400" y="60158"/>
            <a:ext cx="2286000" cy="523220"/>
          </a:xfrm>
          <a:prstGeom prst="rect">
            <a:avLst/>
          </a:prstGeom>
          <a:noFill/>
          <a:ln w="9525">
            <a:noFill/>
            <a:miter lim="800000"/>
            <a:headEnd/>
            <a:tailEnd/>
          </a:ln>
        </p:spPr>
        <p:txBody>
          <a:bodyPr>
            <a:spAutoFit/>
          </a:bodyPr>
          <a:lstStyle/>
          <a:p>
            <a:pPr>
              <a:spcBef>
                <a:spcPct val="50000"/>
              </a:spcBef>
            </a:pPr>
            <a:r>
              <a:rPr lang="en-US" b="1" dirty="0">
                <a:solidFill>
                  <a:srgbClr val="6600CC"/>
                </a:solidFill>
                <a:latin typeface="Angsana New" panose="02020603050405020304" pitchFamily="18" charset="-34"/>
              </a:rPr>
              <a:t>1. </a:t>
            </a:r>
            <a:r>
              <a:rPr lang="th-TH" b="1" dirty="0">
                <a:solidFill>
                  <a:srgbClr val="6600CC"/>
                </a:solidFill>
                <a:latin typeface="Angsana New" panose="02020603050405020304" pitchFamily="18" charset="-34"/>
              </a:rPr>
              <a:t>สุ่ม</a:t>
            </a:r>
            <a:r>
              <a:rPr lang="en-US" b="1" dirty="0" err="1">
                <a:solidFill>
                  <a:srgbClr val="6600CC"/>
                </a:solidFill>
                <a:latin typeface="Angsana New" panose="02020603050405020304" pitchFamily="18" charset="-34"/>
              </a:rPr>
              <a:t>แบบคืนที่</a:t>
            </a:r>
            <a:endParaRPr lang="en-US" b="1" dirty="0">
              <a:solidFill>
                <a:srgbClr val="6600CC"/>
              </a:solidFill>
              <a:latin typeface="Angsana New" panose="02020603050405020304" pitchFamily="18" charset="-34"/>
            </a:endParaRPr>
          </a:p>
        </p:txBody>
      </p:sp>
      <p:grpSp>
        <p:nvGrpSpPr>
          <p:cNvPr id="104" name="กลุ่ม 103">
            <a:extLst>
              <a:ext uri="{FF2B5EF4-FFF2-40B4-BE49-F238E27FC236}">
                <a16:creationId xmlns:a16="http://schemas.microsoft.com/office/drawing/2014/main" id="{439F747D-C222-4B5D-BC62-ECA96E1D811C}"/>
              </a:ext>
            </a:extLst>
          </p:cNvPr>
          <p:cNvGrpSpPr/>
          <p:nvPr/>
        </p:nvGrpSpPr>
        <p:grpSpPr>
          <a:xfrm>
            <a:off x="152400" y="1701258"/>
            <a:ext cx="8153400" cy="737142"/>
            <a:chOff x="152400" y="1628274"/>
            <a:chExt cx="8153400" cy="737142"/>
          </a:xfrm>
        </p:grpSpPr>
        <p:grpSp>
          <p:nvGrpSpPr>
            <p:cNvPr id="80" name="กลุ่ม 79">
              <a:extLst>
                <a:ext uri="{FF2B5EF4-FFF2-40B4-BE49-F238E27FC236}">
                  <a16:creationId xmlns:a16="http://schemas.microsoft.com/office/drawing/2014/main" id="{C6405B58-D6D0-448F-86BC-B69066EB00DD}"/>
                </a:ext>
              </a:extLst>
            </p:cNvPr>
            <p:cNvGrpSpPr/>
            <p:nvPr/>
          </p:nvGrpSpPr>
          <p:grpSpPr>
            <a:xfrm>
              <a:off x="152400" y="1628274"/>
              <a:ext cx="946150" cy="609600"/>
              <a:chOff x="152400" y="1628274"/>
              <a:chExt cx="946150" cy="609600"/>
            </a:xfrm>
          </p:grpSpPr>
          <p:sp>
            <p:nvSpPr>
              <p:cNvPr id="64" name="Rectangle 4">
                <a:extLst>
                  <a:ext uri="{FF2B5EF4-FFF2-40B4-BE49-F238E27FC236}">
                    <a16:creationId xmlns:a16="http://schemas.microsoft.com/office/drawing/2014/main" id="{C9A5D7EA-BECD-4FD1-ABC3-5783CF6F198A}"/>
                  </a:ext>
                </a:extLst>
              </p:cNvPr>
              <p:cNvSpPr>
                <a:spLocks noChangeArrowheads="1"/>
              </p:cNvSpPr>
              <p:nvPr/>
            </p:nvSpPr>
            <p:spPr bwMode="auto">
              <a:xfrm>
                <a:off x="152400" y="1628274"/>
                <a:ext cx="946150" cy="609600"/>
              </a:xfrm>
              <a:prstGeom prst="rect">
                <a:avLst/>
              </a:prstGeom>
              <a:noFill/>
              <a:ln w="9525">
                <a:noFill/>
                <a:miter lim="800000"/>
                <a:headEnd/>
                <a:tailEnd/>
              </a:ln>
            </p:spPr>
            <p:txBody>
              <a:bodyPr/>
              <a:lstStyle/>
              <a:p>
                <a:pPr>
                  <a:tabLst>
                    <a:tab pos="457200" algn="l"/>
                  </a:tabLst>
                </a:pPr>
                <a:r>
                  <a:rPr lang="en-US" sz="2400" b="1" dirty="0">
                    <a:solidFill>
                      <a:srgbClr val="663300"/>
                    </a:solidFill>
                    <a:latin typeface="Angsana New" panose="02020603050405020304" pitchFamily="18" charset="-34"/>
                    <a:sym typeface="Symbol"/>
                  </a:rPr>
                  <a:t></a:t>
                </a:r>
                <a:r>
                  <a:rPr lang="en-US" sz="3200" b="1" baseline="-25000" dirty="0">
                    <a:solidFill>
                      <a:srgbClr val="663300"/>
                    </a:solidFill>
                    <a:latin typeface="Angsana New" panose="02020603050405020304" pitchFamily="18" charset="-34"/>
                    <a:sym typeface="Symbol" pitchFamily="18" charset="2"/>
                  </a:rPr>
                  <a:t>X</a:t>
                </a:r>
                <a:r>
                  <a:rPr lang="en-US" sz="3200" b="1" dirty="0">
                    <a:solidFill>
                      <a:srgbClr val="663300"/>
                    </a:solidFill>
                    <a:latin typeface="Angsana New" panose="02020603050405020304" pitchFamily="18" charset="-34"/>
                    <a:sym typeface="Symbol" pitchFamily="18" charset="2"/>
                  </a:rPr>
                  <a:t>  =</a:t>
                </a:r>
                <a:endParaRPr lang="en-US" sz="3200" b="1" dirty="0">
                  <a:solidFill>
                    <a:srgbClr val="663300"/>
                  </a:solidFill>
                  <a:latin typeface="Angsana New" pitchFamily="18" charset="-34"/>
                </a:endParaRPr>
              </a:p>
            </p:txBody>
          </p:sp>
          <p:cxnSp>
            <p:nvCxnSpPr>
              <p:cNvPr id="66" name="ตัวเชื่อมต่อตรง 65">
                <a:extLst>
                  <a:ext uri="{FF2B5EF4-FFF2-40B4-BE49-F238E27FC236}">
                    <a16:creationId xmlns:a16="http://schemas.microsoft.com/office/drawing/2014/main" id="{9F36BED8-0015-4217-96A2-A6F8F7398F8E}"/>
                  </a:ext>
                </a:extLst>
              </p:cNvPr>
              <p:cNvCxnSpPr/>
              <p:nvPr/>
            </p:nvCxnSpPr>
            <p:spPr>
              <a:xfrm>
                <a:off x="401191" y="1959016"/>
                <a:ext cx="137160" cy="0"/>
              </a:xfrm>
              <a:prstGeom prst="line">
                <a:avLst/>
              </a:prstGeom>
              <a:ln w="19050">
                <a:solidFill>
                  <a:srgbClr val="663300"/>
                </a:solidFill>
              </a:ln>
            </p:spPr>
            <p:style>
              <a:lnRef idx="1">
                <a:schemeClr val="accent1"/>
              </a:lnRef>
              <a:fillRef idx="0">
                <a:schemeClr val="accent1"/>
              </a:fillRef>
              <a:effectRef idx="0">
                <a:schemeClr val="accent1"/>
              </a:effectRef>
              <a:fontRef idx="minor">
                <a:schemeClr val="tx1"/>
              </a:fontRef>
            </p:style>
          </p:cxnSp>
        </p:grpSp>
        <p:grpSp>
          <p:nvGrpSpPr>
            <p:cNvPr id="70" name="กลุ่ม 69">
              <a:extLst>
                <a:ext uri="{FF2B5EF4-FFF2-40B4-BE49-F238E27FC236}">
                  <a16:creationId xmlns:a16="http://schemas.microsoft.com/office/drawing/2014/main" id="{4DCE8605-96EB-43CE-B3EF-2209CB521267}"/>
                </a:ext>
              </a:extLst>
            </p:cNvPr>
            <p:cNvGrpSpPr/>
            <p:nvPr/>
          </p:nvGrpSpPr>
          <p:grpSpPr>
            <a:xfrm>
              <a:off x="902368" y="1637524"/>
              <a:ext cx="677446" cy="727892"/>
              <a:chOff x="1600200" y="2286000"/>
              <a:chExt cx="677446" cy="727892"/>
            </a:xfrm>
          </p:grpSpPr>
          <p:sp>
            <p:nvSpPr>
              <p:cNvPr id="67" name="กล่องข้อความ 66">
                <a:extLst>
                  <a:ext uri="{FF2B5EF4-FFF2-40B4-BE49-F238E27FC236}">
                    <a16:creationId xmlns:a16="http://schemas.microsoft.com/office/drawing/2014/main" id="{C5F3D2B5-B666-4DF5-A3CD-C847D6468A0D}"/>
                  </a:ext>
                </a:extLst>
              </p:cNvPr>
              <p:cNvSpPr txBox="1"/>
              <p:nvPr/>
            </p:nvSpPr>
            <p:spPr>
              <a:xfrm>
                <a:off x="1600200"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1</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1</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69" name="ตัวเชื่อมต่อตรง 68">
                <a:extLst>
                  <a:ext uri="{FF2B5EF4-FFF2-40B4-BE49-F238E27FC236}">
                    <a16:creationId xmlns:a16="http://schemas.microsoft.com/office/drawing/2014/main" id="{C92FE7D1-B73E-4D2A-A9FB-E16C72664D41}"/>
                  </a:ext>
                </a:extLst>
              </p:cNvPr>
              <p:cNvCxnSpPr/>
              <p:nvPr/>
            </p:nvCxnSpPr>
            <p:spPr>
              <a:xfrm>
                <a:off x="1700464"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71" name="กลุ่ม 70">
              <a:extLst>
                <a:ext uri="{FF2B5EF4-FFF2-40B4-BE49-F238E27FC236}">
                  <a16:creationId xmlns:a16="http://schemas.microsoft.com/office/drawing/2014/main" id="{592441D3-8F59-4543-9C37-FB3843F4C9F5}"/>
                </a:ext>
              </a:extLst>
            </p:cNvPr>
            <p:cNvGrpSpPr/>
            <p:nvPr/>
          </p:nvGrpSpPr>
          <p:grpSpPr>
            <a:xfrm>
              <a:off x="1556437" y="1636294"/>
              <a:ext cx="1034363" cy="727892"/>
              <a:chOff x="1600199" y="2286000"/>
              <a:chExt cx="1034363" cy="727892"/>
            </a:xfrm>
          </p:grpSpPr>
          <p:sp>
            <p:nvSpPr>
              <p:cNvPr id="72" name="กล่องข้อความ 71">
                <a:extLst>
                  <a:ext uri="{FF2B5EF4-FFF2-40B4-BE49-F238E27FC236}">
                    <a16:creationId xmlns:a16="http://schemas.microsoft.com/office/drawing/2014/main" id="{9869CAEB-D2F0-4CE0-9911-A7EC84C44752}"/>
                  </a:ext>
                </a:extLst>
              </p:cNvPr>
              <p:cNvSpPr txBox="1"/>
              <p:nvPr/>
            </p:nvSpPr>
            <p:spPr>
              <a:xfrm>
                <a:off x="1600199" y="2286000"/>
                <a:ext cx="1034363"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1.5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2</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73" name="ตัวเชื่อมต่อตรง 72">
                <a:extLst>
                  <a:ext uri="{FF2B5EF4-FFF2-40B4-BE49-F238E27FC236}">
                    <a16:creationId xmlns:a16="http://schemas.microsoft.com/office/drawing/2014/main" id="{0DABDF74-9987-49CD-8F5E-897C3AD2F13F}"/>
                  </a:ext>
                </a:extLst>
              </p:cNvPr>
              <p:cNvCxnSpPr/>
              <p:nvPr/>
            </p:nvCxnSpPr>
            <p:spPr>
              <a:xfrm>
                <a:off x="1796716" y="2585560"/>
                <a:ext cx="64008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74" name="กลุ่ม 73">
              <a:extLst>
                <a:ext uri="{FF2B5EF4-FFF2-40B4-BE49-F238E27FC236}">
                  <a16:creationId xmlns:a16="http://schemas.microsoft.com/office/drawing/2014/main" id="{7A68044C-10B4-4AE8-A733-182311281A1E}"/>
                </a:ext>
              </a:extLst>
            </p:cNvPr>
            <p:cNvGrpSpPr/>
            <p:nvPr/>
          </p:nvGrpSpPr>
          <p:grpSpPr>
            <a:xfrm>
              <a:off x="2590800" y="1637524"/>
              <a:ext cx="677446" cy="727892"/>
              <a:chOff x="1600200" y="2286000"/>
              <a:chExt cx="677446" cy="727892"/>
            </a:xfrm>
          </p:grpSpPr>
          <p:sp>
            <p:nvSpPr>
              <p:cNvPr id="75" name="กล่องข้อความ 74">
                <a:extLst>
                  <a:ext uri="{FF2B5EF4-FFF2-40B4-BE49-F238E27FC236}">
                    <a16:creationId xmlns:a16="http://schemas.microsoft.com/office/drawing/2014/main" id="{F6A23A8A-35B5-4CD6-840F-F30BB24CC7B7}"/>
                  </a:ext>
                </a:extLst>
              </p:cNvPr>
              <p:cNvSpPr txBox="1"/>
              <p:nvPr/>
            </p:nvSpPr>
            <p:spPr>
              <a:xfrm>
                <a:off x="1600200"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2</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3</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76" name="ตัวเชื่อมต่อตรง 75">
                <a:extLst>
                  <a:ext uri="{FF2B5EF4-FFF2-40B4-BE49-F238E27FC236}">
                    <a16:creationId xmlns:a16="http://schemas.microsoft.com/office/drawing/2014/main" id="{736CD410-2F6A-4BCC-AEE4-4295BFACACF7}"/>
                  </a:ext>
                </a:extLst>
              </p:cNvPr>
              <p:cNvCxnSpPr/>
              <p:nvPr/>
            </p:nvCxnSpPr>
            <p:spPr>
              <a:xfrm>
                <a:off x="1700464"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77" name="กลุ่ม 76">
              <a:extLst>
                <a:ext uri="{FF2B5EF4-FFF2-40B4-BE49-F238E27FC236}">
                  <a16:creationId xmlns:a16="http://schemas.microsoft.com/office/drawing/2014/main" id="{FCE960F8-0EEA-4FEE-9F8E-55C96D788F8C}"/>
                </a:ext>
              </a:extLst>
            </p:cNvPr>
            <p:cNvGrpSpPr/>
            <p:nvPr/>
          </p:nvGrpSpPr>
          <p:grpSpPr>
            <a:xfrm>
              <a:off x="3232837" y="1636294"/>
              <a:ext cx="1034363" cy="727892"/>
              <a:chOff x="1600199" y="2286000"/>
              <a:chExt cx="1034363" cy="727892"/>
            </a:xfrm>
          </p:grpSpPr>
          <p:sp>
            <p:nvSpPr>
              <p:cNvPr id="78" name="กล่องข้อความ 77">
                <a:extLst>
                  <a:ext uri="{FF2B5EF4-FFF2-40B4-BE49-F238E27FC236}">
                    <a16:creationId xmlns:a16="http://schemas.microsoft.com/office/drawing/2014/main" id="{0A2AE61E-C5B5-442D-A27D-701F784693B9}"/>
                  </a:ext>
                </a:extLst>
              </p:cNvPr>
              <p:cNvSpPr txBox="1"/>
              <p:nvPr/>
            </p:nvSpPr>
            <p:spPr>
              <a:xfrm>
                <a:off x="1600199" y="2286000"/>
                <a:ext cx="1034363"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2.5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4</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79" name="ตัวเชื่อมต่อตรง 78">
                <a:extLst>
                  <a:ext uri="{FF2B5EF4-FFF2-40B4-BE49-F238E27FC236}">
                    <a16:creationId xmlns:a16="http://schemas.microsoft.com/office/drawing/2014/main" id="{28567319-0400-4464-B9B4-A4487744761F}"/>
                  </a:ext>
                </a:extLst>
              </p:cNvPr>
              <p:cNvCxnSpPr/>
              <p:nvPr/>
            </p:nvCxnSpPr>
            <p:spPr>
              <a:xfrm>
                <a:off x="1796716" y="2585560"/>
                <a:ext cx="64008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81" name="กลุ่ม 80">
              <a:extLst>
                <a:ext uri="{FF2B5EF4-FFF2-40B4-BE49-F238E27FC236}">
                  <a16:creationId xmlns:a16="http://schemas.microsoft.com/office/drawing/2014/main" id="{CC3622E2-3470-470D-8467-DC8CF1535731}"/>
                </a:ext>
              </a:extLst>
            </p:cNvPr>
            <p:cNvGrpSpPr/>
            <p:nvPr/>
          </p:nvGrpSpPr>
          <p:grpSpPr>
            <a:xfrm>
              <a:off x="4267200" y="1637524"/>
              <a:ext cx="677446" cy="695575"/>
              <a:chOff x="1600200" y="2286000"/>
              <a:chExt cx="677446" cy="695575"/>
            </a:xfrm>
          </p:grpSpPr>
          <p:sp>
            <p:nvSpPr>
              <p:cNvPr id="82" name="กล่องข้อความ 81">
                <a:extLst>
                  <a:ext uri="{FF2B5EF4-FFF2-40B4-BE49-F238E27FC236}">
                    <a16:creationId xmlns:a16="http://schemas.microsoft.com/office/drawing/2014/main" id="{27DF9364-C05E-4D5B-BAB8-57F0BFFDAD9A}"/>
                  </a:ext>
                </a:extLst>
              </p:cNvPr>
              <p:cNvSpPr txBox="1"/>
              <p:nvPr/>
            </p:nvSpPr>
            <p:spPr>
              <a:xfrm>
                <a:off x="1600200" y="2286000"/>
                <a:ext cx="677446" cy="695575"/>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3</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5</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83" name="ตัวเชื่อมต่อตรง 82">
                <a:extLst>
                  <a:ext uri="{FF2B5EF4-FFF2-40B4-BE49-F238E27FC236}">
                    <a16:creationId xmlns:a16="http://schemas.microsoft.com/office/drawing/2014/main" id="{000578BF-BD3A-4D43-A981-70C69FA6046B}"/>
                  </a:ext>
                </a:extLst>
              </p:cNvPr>
              <p:cNvCxnSpPr/>
              <p:nvPr/>
            </p:nvCxnSpPr>
            <p:spPr>
              <a:xfrm>
                <a:off x="1700464"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84" name="กลุ่ม 83">
              <a:extLst>
                <a:ext uri="{FF2B5EF4-FFF2-40B4-BE49-F238E27FC236}">
                  <a16:creationId xmlns:a16="http://schemas.microsoft.com/office/drawing/2014/main" id="{3FCFCC76-450B-48E4-A1E4-EFA8B6B194A4}"/>
                </a:ext>
              </a:extLst>
            </p:cNvPr>
            <p:cNvGrpSpPr/>
            <p:nvPr/>
          </p:nvGrpSpPr>
          <p:grpSpPr>
            <a:xfrm>
              <a:off x="4909237" y="1636294"/>
              <a:ext cx="1034363" cy="727892"/>
              <a:chOff x="1600199" y="2286000"/>
              <a:chExt cx="1034363" cy="727892"/>
            </a:xfrm>
          </p:grpSpPr>
          <p:sp>
            <p:nvSpPr>
              <p:cNvPr id="85" name="กล่องข้อความ 84">
                <a:extLst>
                  <a:ext uri="{FF2B5EF4-FFF2-40B4-BE49-F238E27FC236}">
                    <a16:creationId xmlns:a16="http://schemas.microsoft.com/office/drawing/2014/main" id="{4C1CF0C0-D67C-460E-9C99-330686963105}"/>
                  </a:ext>
                </a:extLst>
              </p:cNvPr>
              <p:cNvSpPr txBox="1"/>
              <p:nvPr/>
            </p:nvSpPr>
            <p:spPr>
              <a:xfrm>
                <a:off x="1600199" y="2286000"/>
                <a:ext cx="1034363"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3.5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4</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86" name="ตัวเชื่อมต่อตรง 85">
                <a:extLst>
                  <a:ext uri="{FF2B5EF4-FFF2-40B4-BE49-F238E27FC236}">
                    <a16:creationId xmlns:a16="http://schemas.microsoft.com/office/drawing/2014/main" id="{54C18B83-0AC5-44C2-A5AA-C84BB7B330A3}"/>
                  </a:ext>
                </a:extLst>
              </p:cNvPr>
              <p:cNvCxnSpPr/>
              <p:nvPr/>
            </p:nvCxnSpPr>
            <p:spPr>
              <a:xfrm>
                <a:off x="1796716" y="2585560"/>
                <a:ext cx="64008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87" name="กลุ่ม 86">
              <a:extLst>
                <a:ext uri="{FF2B5EF4-FFF2-40B4-BE49-F238E27FC236}">
                  <a16:creationId xmlns:a16="http://schemas.microsoft.com/office/drawing/2014/main" id="{F3FD91A4-971A-4B64-84AE-505FB4A9C010}"/>
                </a:ext>
              </a:extLst>
            </p:cNvPr>
            <p:cNvGrpSpPr/>
            <p:nvPr/>
          </p:nvGrpSpPr>
          <p:grpSpPr>
            <a:xfrm>
              <a:off x="5951954" y="1632284"/>
              <a:ext cx="677446" cy="727892"/>
              <a:chOff x="1600200" y="2286000"/>
              <a:chExt cx="677446" cy="727892"/>
            </a:xfrm>
          </p:grpSpPr>
          <p:sp>
            <p:nvSpPr>
              <p:cNvPr id="88" name="กล่องข้อความ 87">
                <a:extLst>
                  <a:ext uri="{FF2B5EF4-FFF2-40B4-BE49-F238E27FC236}">
                    <a16:creationId xmlns:a16="http://schemas.microsoft.com/office/drawing/2014/main" id="{47E5F164-BC05-44B3-9F5E-637208508962}"/>
                  </a:ext>
                </a:extLst>
              </p:cNvPr>
              <p:cNvSpPr txBox="1"/>
              <p:nvPr/>
            </p:nvSpPr>
            <p:spPr>
              <a:xfrm>
                <a:off x="1600200"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sym typeface="Symbol" panose="05050102010706020507" pitchFamily="18" charset="2"/>
                  </a:rPr>
                  <a:t>4</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3</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89" name="ตัวเชื่อมต่อตรง 88">
                <a:extLst>
                  <a:ext uri="{FF2B5EF4-FFF2-40B4-BE49-F238E27FC236}">
                    <a16:creationId xmlns:a16="http://schemas.microsoft.com/office/drawing/2014/main" id="{5000EF67-92CC-4420-AB85-2064891A5D4E}"/>
                  </a:ext>
                </a:extLst>
              </p:cNvPr>
              <p:cNvCxnSpPr/>
              <p:nvPr/>
            </p:nvCxnSpPr>
            <p:spPr>
              <a:xfrm>
                <a:off x="1700464"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90" name="กลุ่ม 89">
              <a:extLst>
                <a:ext uri="{FF2B5EF4-FFF2-40B4-BE49-F238E27FC236}">
                  <a16:creationId xmlns:a16="http://schemas.microsoft.com/office/drawing/2014/main" id="{C7450A6A-AFFD-4260-B256-7B981496CAC9}"/>
                </a:ext>
              </a:extLst>
            </p:cNvPr>
            <p:cNvGrpSpPr/>
            <p:nvPr/>
          </p:nvGrpSpPr>
          <p:grpSpPr>
            <a:xfrm>
              <a:off x="6585637" y="1636294"/>
              <a:ext cx="1034363" cy="727892"/>
              <a:chOff x="1600199" y="2286000"/>
              <a:chExt cx="1034363" cy="727892"/>
            </a:xfrm>
          </p:grpSpPr>
          <p:sp>
            <p:nvSpPr>
              <p:cNvPr id="91" name="กล่องข้อความ 90">
                <a:extLst>
                  <a:ext uri="{FF2B5EF4-FFF2-40B4-BE49-F238E27FC236}">
                    <a16:creationId xmlns:a16="http://schemas.microsoft.com/office/drawing/2014/main" id="{626689B7-A551-4697-81F6-A213F33F99C2}"/>
                  </a:ext>
                </a:extLst>
              </p:cNvPr>
              <p:cNvSpPr txBox="1"/>
              <p:nvPr/>
            </p:nvSpPr>
            <p:spPr>
              <a:xfrm>
                <a:off x="1600199" y="2286000"/>
                <a:ext cx="1034363"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4.5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2</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92" name="ตัวเชื่อมต่อตรง 91">
                <a:extLst>
                  <a:ext uri="{FF2B5EF4-FFF2-40B4-BE49-F238E27FC236}">
                    <a16:creationId xmlns:a16="http://schemas.microsoft.com/office/drawing/2014/main" id="{5007B065-65A4-4308-BA72-E022DCACCDF1}"/>
                  </a:ext>
                </a:extLst>
              </p:cNvPr>
              <p:cNvCxnSpPr/>
              <p:nvPr/>
            </p:nvCxnSpPr>
            <p:spPr>
              <a:xfrm>
                <a:off x="1796716" y="2585560"/>
                <a:ext cx="64008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93" name="กลุ่ม 92">
              <a:extLst>
                <a:ext uri="{FF2B5EF4-FFF2-40B4-BE49-F238E27FC236}">
                  <a16:creationId xmlns:a16="http://schemas.microsoft.com/office/drawing/2014/main" id="{858C376F-65E5-4F79-9331-33FD9B8DA84C}"/>
                </a:ext>
              </a:extLst>
            </p:cNvPr>
            <p:cNvGrpSpPr/>
            <p:nvPr/>
          </p:nvGrpSpPr>
          <p:grpSpPr>
            <a:xfrm>
              <a:off x="7628354" y="1632284"/>
              <a:ext cx="677446" cy="727892"/>
              <a:chOff x="1600200" y="2286000"/>
              <a:chExt cx="677446" cy="727892"/>
            </a:xfrm>
          </p:grpSpPr>
          <p:sp>
            <p:nvSpPr>
              <p:cNvPr id="94" name="กล่องข้อความ 93">
                <a:extLst>
                  <a:ext uri="{FF2B5EF4-FFF2-40B4-BE49-F238E27FC236}">
                    <a16:creationId xmlns:a16="http://schemas.microsoft.com/office/drawing/2014/main" id="{30B6A2F1-2408-413E-8CD1-CC6B73159218}"/>
                  </a:ext>
                </a:extLst>
              </p:cNvPr>
              <p:cNvSpPr txBox="1"/>
              <p:nvPr/>
            </p:nvSpPr>
            <p:spPr>
              <a:xfrm>
                <a:off x="1600200"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1</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95" name="ตัวเชื่อมต่อตรง 94">
                <a:extLst>
                  <a:ext uri="{FF2B5EF4-FFF2-40B4-BE49-F238E27FC236}">
                    <a16:creationId xmlns:a16="http://schemas.microsoft.com/office/drawing/2014/main" id="{4C58E63E-369F-4308-9C5F-206496858B5A}"/>
                  </a:ext>
                </a:extLst>
              </p:cNvPr>
              <p:cNvCxnSpPr/>
              <p:nvPr/>
            </p:nvCxnSpPr>
            <p:spPr>
              <a:xfrm>
                <a:off x="1700464"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sp>
          <p:nvSpPr>
            <p:cNvPr id="96" name="Rectangle 4">
              <a:extLst>
                <a:ext uri="{FF2B5EF4-FFF2-40B4-BE49-F238E27FC236}">
                  <a16:creationId xmlns:a16="http://schemas.microsoft.com/office/drawing/2014/main" id="{D4F067C3-546C-4779-A1F3-562DC3AC3331}"/>
                </a:ext>
              </a:extLst>
            </p:cNvPr>
            <p:cNvSpPr>
              <a:spLocks noChangeArrowheads="1"/>
            </p:cNvSpPr>
            <p:nvPr/>
          </p:nvSpPr>
          <p:spPr bwMode="auto">
            <a:xfrm>
              <a:off x="1444338" y="1642293"/>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97" name="Rectangle 4">
              <a:extLst>
                <a:ext uri="{FF2B5EF4-FFF2-40B4-BE49-F238E27FC236}">
                  <a16:creationId xmlns:a16="http://schemas.microsoft.com/office/drawing/2014/main" id="{FA3ADE37-97BF-4195-9371-C45BDA25AA19}"/>
                </a:ext>
              </a:extLst>
            </p:cNvPr>
            <p:cNvSpPr>
              <a:spLocks noChangeArrowheads="1"/>
            </p:cNvSpPr>
            <p:nvPr/>
          </p:nvSpPr>
          <p:spPr bwMode="auto">
            <a:xfrm>
              <a:off x="2388874"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98" name="Rectangle 4">
              <a:extLst>
                <a:ext uri="{FF2B5EF4-FFF2-40B4-BE49-F238E27FC236}">
                  <a16:creationId xmlns:a16="http://schemas.microsoft.com/office/drawing/2014/main" id="{DDE7E717-BA67-47AA-8073-5C46A53B4CFD}"/>
                </a:ext>
              </a:extLst>
            </p:cNvPr>
            <p:cNvSpPr>
              <a:spLocks noChangeArrowheads="1"/>
            </p:cNvSpPr>
            <p:nvPr/>
          </p:nvSpPr>
          <p:spPr bwMode="auto">
            <a:xfrm>
              <a:off x="3152274"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99" name="Rectangle 4">
              <a:extLst>
                <a:ext uri="{FF2B5EF4-FFF2-40B4-BE49-F238E27FC236}">
                  <a16:creationId xmlns:a16="http://schemas.microsoft.com/office/drawing/2014/main" id="{0048E28B-88CE-45E4-A615-6F3143FF4CCB}"/>
                </a:ext>
              </a:extLst>
            </p:cNvPr>
            <p:cNvSpPr>
              <a:spLocks noChangeArrowheads="1"/>
            </p:cNvSpPr>
            <p:nvPr/>
          </p:nvSpPr>
          <p:spPr bwMode="auto">
            <a:xfrm>
              <a:off x="4065274"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00" name="Rectangle 4">
              <a:extLst>
                <a:ext uri="{FF2B5EF4-FFF2-40B4-BE49-F238E27FC236}">
                  <a16:creationId xmlns:a16="http://schemas.microsoft.com/office/drawing/2014/main" id="{B3951A77-3F61-4F09-AF04-2D51110C3137}"/>
                </a:ext>
              </a:extLst>
            </p:cNvPr>
            <p:cNvSpPr>
              <a:spLocks noChangeArrowheads="1"/>
            </p:cNvSpPr>
            <p:nvPr/>
          </p:nvSpPr>
          <p:spPr bwMode="auto">
            <a:xfrm>
              <a:off x="4827274"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01" name="Rectangle 4">
              <a:extLst>
                <a:ext uri="{FF2B5EF4-FFF2-40B4-BE49-F238E27FC236}">
                  <a16:creationId xmlns:a16="http://schemas.microsoft.com/office/drawing/2014/main" id="{9D10DC3A-5EA1-49B8-B237-0019ABB3F336}"/>
                </a:ext>
              </a:extLst>
            </p:cNvPr>
            <p:cNvSpPr>
              <a:spLocks noChangeArrowheads="1"/>
            </p:cNvSpPr>
            <p:nvPr/>
          </p:nvSpPr>
          <p:spPr bwMode="auto">
            <a:xfrm>
              <a:off x="5769748"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02" name="Rectangle 4">
              <a:extLst>
                <a:ext uri="{FF2B5EF4-FFF2-40B4-BE49-F238E27FC236}">
                  <a16:creationId xmlns:a16="http://schemas.microsoft.com/office/drawing/2014/main" id="{2F16D051-BA26-4B72-95F3-698DAFB1EF2C}"/>
                </a:ext>
              </a:extLst>
            </p:cNvPr>
            <p:cNvSpPr>
              <a:spLocks noChangeArrowheads="1"/>
            </p:cNvSpPr>
            <p:nvPr/>
          </p:nvSpPr>
          <p:spPr bwMode="auto">
            <a:xfrm>
              <a:off x="6487632"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03" name="Rectangle 4">
              <a:extLst>
                <a:ext uri="{FF2B5EF4-FFF2-40B4-BE49-F238E27FC236}">
                  <a16:creationId xmlns:a16="http://schemas.microsoft.com/office/drawing/2014/main" id="{5C17CC76-AD8F-467D-B4EF-C312820DBD65}"/>
                </a:ext>
              </a:extLst>
            </p:cNvPr>
            <p:cNvSpPr>
              <a:spLocks noChangeArrowheads="1"/>
            </p:cNvSpPr>
            <p:nvPr/>
          </p:nvSpPr>
          <p:spPr bwMode="auto">
            <a:xfrm>
              <a:off x="7426096"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grpSp>
      <p:grpSp>
        <p:nvGrpSpPr>
          <p:cNvPr id="108" name="กลุ่ม 107">
            <a:extLst>
              <a:ext uri="{FF2B5EF4-FFF2-40B4-BE49-F238E27FC236}">
                <a16:creationId xmlns:a16="http://schemas.microsoft.com/office/drawing/2014/main" id="{B13D575F-BFD8-4E82-B7DB-04C72CE12BB7}"/>
              </a:ext>
            </a:extLst>
          </p:cNvPr>
          <p:cNvGrpSpPr/>
          <p:nvPr/>
        </p:nvGrpSpPr>
        <p:grpSpPr>
          <a:xfrm>
            <a:off x="622489" y="2320108"/>
            <a:ext cx="2970943" cy="727892"/>
            <a:chOff x="622489" y="2346158"/>
            <a:chExt cx="2970943" cy="727892"/>
          </a:xfrm>
        </p:grpSpPr>
        <p:sp>
          <p:nvSpPr>
            <p:cNvPr id="105" name="Rectangle 4">
              <a:extLst>
                <a:ext uri="{FF2B5EF4-FFF2-40B4-BE49-F238E27FC236}">
                  <a16:creationId xmlns:a16="http://schemas.microsoft.com/office/drawing/2014/main" id="{DFB10C61-B685-446B-ADFF-A2AE17BD8B73}"/>
                </a:ext>
              </a:extLst>
            </p:cNvPr>
            <p:cNvSpPr>
              <a:spLocks noChangeArrowheads="1"/>
            </p:cNvSpPr>
            <p:nvPr/>
          </p:nvSpPr>
          <p:spPr bwMode="auto">
            <a:xfrm>
              <a:off x="622489" y="2362200"/>
              <a:ext cx="2970943"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            =  3  =  </a:t>
              </a:r>
              <a:r>
                <a:rPr lang="en-US" sz="2400" b="1" dirty="0">
                  <a:solidFill>
                    <a:srgbClr val="663300"/>
                  </a:solidFill>
                  <a:latin typeface="Angsana New" panose="02020603050405020304" pitchFamily="18" charset="-34"/>
                  <a:sym typeface="Symbol"/>
                </a:rPr>
                <a:t></a:t>
              </a:r>
              <a:r>
                <a:rPr lang="en-US" sz="3200" b="1" baseline="-25000" dirty="0">
                  <a:solidFill>
                    <a:srgbClr val="663300"/>
                  </a:solidFill>
                  <a:latin typeface="Angsana New" panose="02020603050405020304" pitchFamily="18" charset="-34"/>
                  <a:sym typeface="Symbol"/>
                </a:rPr>
                <a:t>X</a:t>
              </a:r>
              <a:r>
                <a:rPr lang="en-US" sz="3200" b="1" dirty="0">
                  <a:solidFill>
                    <a:srgbClr val="663300"/>
                  </a:solidFill>
                  <a:latin typeface="Angsana New" panose="02020603050405020304" pitchFamily="18" charset="-34"/>
                  <a:sym typeface="Symbol" pitchFamily="18" charset="2"/>
                </a:rPr>
                <a:t>    </a:t>
              </a:r>
              <a:endParaRPr lang="en-US" sz="3200" b="1" dirty="0">
                <a:solidFill>
                  <a:srgbClr val="663300"/>
                </a:solidFill>
                <a:latin typeface="Angsana New" pitchFamily="18" charset="-34"/>
              </a:endParaRPr>
            </a:p>
          </p:txBody>
        </p:sp>
        <p:sp>
          <p:nvSpPr>
            <p:cNvPr id="106" name="กล่องข้อความ 105">
              <a:extLst>
                <a:ext uri="{FF2B5EF4-FFF2-40B4-BE49-F238E27FC236}">
                  <a16:creationId xmlns:a16="http://schemas.microsoft.com/office/drawing/2014/main" id="{0787A86B-5D5F-43A2-8FFA-49640EF6C353}"/>
                </a:ext>
              </a:extLst>
            </p:cNvPr>
            <p:cNvSpPr txBox="1"/>
            <p:nvPr/>
          </p:nvSpPr>
          <p:spPr>
            <a:xfrm>
              <a:off x="882669" y="2346158"/>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75</a:t>
              </a:r>
            </a:p>
            <a:p>
              <a:pPr algn="ctr">
                <a:lnSpc>
                  <a:spcPct val="70000"/>
                </a:lnSpc>
              </a:pPr>
              <a:r>
                <a:rPr lang="en-US" b="1" dirty="0">
                  <a:solidFill>
                    <a:srgbClr val="008000"/>
                  </a:solidFill>
                  <a:latin typeface="Angsana New" panose="02020603050405020304" pitchFamily="18" charset="-34"/>
                </a:rPr>
                <a:t>25</a:t>
              </a:r>
            </a:p>
          </p:txBody>
        </p:sp>
        <p:cxnSp>
          <p:nvCxnSpPr>
            <p:cNvPr id="107" name="ตัวเชื่อมต่อตรง 106">
              <a:extLst>
                <a:ext uri="{FF2B5EF4-FFF2-40B4-BE49-F238E27FC236}">
                  <a16:creationId xmlns:a16="http://schemas.microsoft.com/office/drawing/2014/main" id="{C0342D8D-4B2E-4A9D-A263-36193F844C87}"/>
                </a:ext>
              </a:extLst>
            </p:cNvPr>
            <p:cNvCxnSpPr/>
            <p:nvPr/>
          </p:nvCxnSpPr>
          <p:spPr>
            <a:xfrm>
              <a:off x="990600" y="266700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49" name="กลุ่ม 148">
            <a:extLst>
              <a:ext uri="{FF2B5EF4-FFF2-40B4-BE49-F238E27FC236}">
                <a16:creationId xmlns:a16="http://schemas.microsoft.com/office/drawing/2014/main" id="{0598F5B0-7B4D-4EF6-848F-22CFC61FF2DF}"/>
              </a:ext>
            </a:extLst>
          </p:cNvPr>
          <p:cNvGrpSpPr/>
          <p:nvPr/>
        </p:nvGrpSpPr>
        <p:grpSpPr>
          <a:xfrm>
            <a:off x="78078" y="3204410"/>
            <a:ext cx="8548561" cy="834190"/>
            <a:chOff x="88231" y="4118810"/>
            <a:chExt cx="8548561" cy="834190"/>
          </a:xfrm>
        </p:grpSpPr>
        <p:grpSp>
          <p:nvGrpSpPr>
            <p:cNvPr id="109" name="กลุ่ม 108">
              <a:extLst>
                <a:ext uri="{FF2B5EF4-FFF2-40B4-BE49-F238E27FC236}">
                  <a16:creationId xmlns:a16="http://schemas.microsoft.com/office/drawing/2014/main" id="{07232D1C-FE4B-43FC-8B73-00E49453B375}"/>
                </a:ext>
              </a:extLst>
            </p:cNvPr>
            <p:cNvGrpSpPr/>
            <p:nvPr/>
          </p:nvGrpSpPr>
          <p:grpSpPr>
            <a:xfrm>
              <a:off x="88231" y="4215858"/>
              <a:ext cx="8548561" cy="737142"/>
              <a:chOff x="181539" y="1628274"/>
              <a:chExt cx="8315419" cy="737142"/>
            </a:xfrm>
          </p:grpSpPr>
          <p:grpSp>
            <p:nvGrpSpPr>
              <p:cNvPr id="110" name="กลุ่ม 109">
                <a:extLst>
                  <a:ext uri="{FF2B5EF4-FFF2-40B4-BE49-F238E27FC236}">
                    <a16:creationId xmlns:a16="http://schemas.microsoft.com/office/drawing/2014/main" id="{047EC3BB-BF66-41AC-BDD4-BB696B6B672E}"/>
                  </a:ext>
                </a:extLst>
              </p:cNvPr>
              <p:cNvGrpSpPr/>
              <p:nvPr/>
            </p:nvGrpSpPr>
            <p:grpSpPr>
              <a:xfrm>
                <a:off x="181539" y="1628274"/>
                <a:ext cx="946150" cy="609600"/>
                <a:chOff x="181539" y="1628274"/>
                <a:chExt cx="946150" cy="609600"/>
              </a:xfrm>
            </p:grpSpPr>
            <p:sp>
              <p:nvSpPr>
                <p:cNvPr id="146" name="Rectangle 4">
                  <a:extLst>
                    <a:ext uri="{FF2B5EF4-FFF2-40B4-BE49-F238E27FC236}">
                      <a16:creationId xmlns:a16="http://schemas.microsoft.com/office/drawing/2014/main" id="{6A80A5B9-3C80-41DE-8502-E0363F807666}"/>
                    </a:ext>
                  </a:extLst>
                </p:cNvPr>
                <p:cNvSpPr>
                  <a:spLocks noChangeArrowheads="1"/>
                </p:cNvSpPr>
                <p:nvPr/>
              </p:nvSpPr>
              <p:spPr bwMode="auto">
                <a:xfrm>
                  <a:off x="181539" y="1628274"/>
                  <a:ext cx="946150" cy="609600"/>
                </a:xfrm>
                <a:prstGeom prst="rect">
                  <a:avLst/>
                </a:prstGeom>
                <a:noFill/>
                <a:ln w="9525">
                  <a:noFill/>
                  <a:miter lim="800000"/>
                  <a:headEnd/>
                  <a:tailEnd/>
                </a:ln>
              </p:spPr>
              <p:txBody>
                <a:bodyPr/>
                <a:lstStyle/>
                <a:p>
                  <a:pPr>
                    <a:tabLst>
                      <a:tab pos="457200" algn="l"/>
                    </a:tabLst>
                  </a:pPr>
                  <a:r>
                    <a:rPr lang="en-US" sz="2400" b="1" dirty="0">
                      <a:solidFill>
                        <a:srgbClr val="663300"/>
                      </a:solidFill>
                      <a:latin typeface="Angsana New" panose="02020603050405020304" pitchFamily="18" charset="-34"/>
                      <a:sym typeface="Symbol" panose="05050102010706020507" pitchFamily="18" charset="2"/>
                    </a:rPr>
                    <a:t></a:t>
                  </a:r>
                  <a:r>
                    <a:rPr lang="en-US" sz="3200" b="1" baseline="-25000" dirty="0">
                      <a:solidFill>
                        <a:srgbClr val="663300"/>
                      </a:solidFill>
                      <a:latin typeface="Angsana New" panose="02020603050405020304" pitchFamily="18" charset="-34"/>
                      <a:sym typeface="Symbol" pitchFamily="18" charset="2"/>
                    </a:rPr>
                    <a:t>X</a:t>
                  </a:r>
                  <a:r>
                    <a:rPr lang="en-US" sz="3200" b="1" dirty="0">
                      <a:solidFill>
                        <a:srgbClr val="663300"/>
                      </a:solidFill>
                      <a:latin typeface="Angsana New" panose="02020603050405020304" pitchFamily="18" charset="-34"/>
                      <a:sym typeface="Symbol" pitchFamily="18" charset="2"/>
                    </a:rPr>
                    <a:t>  =</a:t>
                  </a:r>
                  <a:endParaRPr lang="en-US" sz="3200" b="1" dirty="0">
                    <a:solidFill>
                      <a:srgbClr val="663300"/>
                    </a:solidFill>
                    <a:latin typeface="Angsana New" pitchFamily="18" charset="-34"/>
                  </a:endParaRPr>
                </a:p>
              </p:txBody>
            </p:sp>
            <p:cxnSp>
              <p:nvCxnSpPr>
                <p:cNvPr id="147" name="ตัวเชื่อมต่อตรง 146">
                  <a:extLst>
                    <a:ext uri="{FF2B5EF4-FFF2-40B4-BE49-F238E27FC236}">
                      <a16:creationId xmlns:a16="http://schemas.microsoft.com/office/drawing/2014/main" id="{432477C2-17BA-424E-AB8C-AE89B21CD29F}"/>
                    </a:ext>
                  </a:extLst>
                </p:cNvPr>
                <p:cNvCxnSpPr/>
                <p:nvPr/>
              </p:nvCxnSpPr>
              <p:spPr>
                <a:xfrm>
                  <a:off x="434613" y="1946442"/>
                  <a:ext cx="137160" cy="0"/>
                </a:xfrm>
                <a:prstGeom prst="line">
                  <a:avLst/>
                </a:prstGeom>
                <a:ln w="19050">
                  <a:solidFill>
                    <a:srgbClr val="663300"/>
                  </a:solidFill>
                </a:ln>
              </p:spPr>
              <p:style>
                <a:lnRef idx="1">
                  <a:schemeClr val="accent1"/>
                </a:lnRef>
                <a:fillRef idx="0">
                  <a:schemeClr val="accent1"/>
                </a:fillRef>
                <a:effectRef idx="0">
                  <a:schemeClr val="accent1"/>
                </a:effectRef>
                <a:fontRef idx="minor">
                  <a:schemeClr val="tx1"/>
                </a:fontRef>
              </p:style>
            </p:cxnSp>
          </p:grpSp>
          <p:grpSp>
            <p:nvGrpSpPr>
              <p:cNvPr id="111" name="กลุ่ม 110">
                <a:extLst>
                  <a:ext uri="{FF2B5EF4-FFF2-40B4-BE49-F238E27FC236}">
                    <a16:creationId xmlns:a16="http://schemas.microsoft.com/office/drawing/2014/main" id="{339CB91D-E65E-40CB-BB27-9C9491E51614}"/>
                  </a:ext>
                </a:extLst>
              </p:cNvPr>
              <p:cNvGrpSpPr/>
              <p:nvPr/>
            </p:nvGrpSpPr>
            <p:grpSpPr>
              <a:xfrm>
                <a:off x="902368" y="1637524"/>
                <a:ext cx="677446" cy="727892"/>
                <a:chOff x="1600200" y="2286000"/>
                <a:chExt cx="677446" cy="727892"/>
              </a:xfrm>
            </p:grpSpPr>
            <p:sp>
              <p:nvSpPr>
                <p:cNvPr id="144" name="กล่องข้อความ 143">
                  <a:extLst>
                    <a:ext uri="{FF2B5EF4-FFF2-40B4-BE49-F238E27FC236}">
                      <a16:creationId xmlns:a16="http://schemas.microsoft.com/office/drawing/2014/main" id="{CB515CAB-0141-4EF5-B4D8-5CCE45A78F40}"/>
                    </a:ext>
                  </a:extLst>
                </p:cNvPr>
                <p:cNvSpPr txBox="1"/>
                <p:nvPr/>
              </p:nvSpPr>
              <p:spPr>
                <a:xfrm>
                  <a:off x="1600200"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1</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1</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145" name="ตัวเชื่อมต่อตรง 144">
                  <a:extLst>
                    <a:ext uri="{FF2B5EF4-FFF2-40B4-BE49-F238E27FC236}">
                      <a16:creationId xmlns:a16="http://schemas.microsoft.com/office/drawing/2014/main" id="{42133578-044E-43B5-A8F7-C3542F3D5E77}"/>
                    </a:ext>
                  </a:extLst>
                </p:cNvPr>
                <p:cNvCxnSpPr/>
                <p:nvPr/>
              </p:nvCxnSpPr>
              <p:spPr>
                <a:xfrm>
                  <a:off x="1700464"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2" name="กลุ่ม 111">
                <a:extLst>
                  <a:ext uri="{FF2B5EF4-FFF2-40B4-BE49-F238E27FC236}">
                    <a16:creationId xmlns:a16="http://schemas.microsoft.com/office/drawing/2014/main" id="{986F62CA-B613-412D-A35F-93DFE39AE059}"/>
                  </a:ext>
                </a:extLst>
              </p:cNvPr>
              <p:cNvGrpSpPr/>
              <p:nvPr/>
            </p:nvGrpSpPr>
            <p:grpSpPr>
              <a:xfrm>
                <a:off x="1540833" y="1636294"/>
                <a:ext cx="1034363" cy="727892"/>
                <a:chOff x="1584595" y="2286000"/>
                <a:chExt cx="1034363" cy="727892"/>
              </a:xfrm>
            </p:grpSpPr>
            <p:sp>
              <p:nvSpPr>
                <p:cNvPr id="142" name="กล่องข้อความ 141">
                  <a:extLst>
                    <a:ext uri="{FF2B5EF4-FFF2-40B4-BE49-F238E27FC236}">
                      <a16:creationId xmlns:a16="http://schemas.microsoft.com/office/drawing/2014/main" id="{2F47EF5A-EE14-41F8-B944-96B9247439CD}"/>
                    </a:ext>
                  </a:extLst>
                </p:cNvPr>
                <p:cNvSpPr txBox="1"/>
                <p:nvPr/>
              </p:nvSpPr>
              <p:spPr>
                <a:xfrm>
                  <a:off x="1584595" y="2286000"/>
                  <a:ext cx="1034363"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2.25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2</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143" name="ตัวเชื่อมต่อตรง 142">
                  <a:extLst>
                    <a:ext uri="{FF2B5EF4-FFF2-40B4-BE49-F238E27FC236}">
                      <a16:creationId xmlns:a16="http://schemas.microsoft.com/office/drawing/2014/main" id="{FE4A47C9-7847-495F-8059-BBA58E9F00CE}"/>
                    </a:ext>
                  </a:extLst>
                </p:cNvPr>
                <p:cNvCxnSpPr/>
                <p:nvPr/>
              </p:nvCxnSpPr>
              <p:spPr>
                <a:xfrm>
                  <a:off x="1781111" y="2585560"/>
                  <a:ext cx="64008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3" name="กลุ่ม 112">
                <a:extLst>
                  <a:ext uri="{FF2B5EF4-FFF2-40B4-BE49-F238E27FC236}">
                    <a16:creationId xmlns:a16="http://schemas.microsoft.com/office/drawing/2014/main" id="{5664B38F-DD8D-4264-8158-2DBE4927C15D}"/>
                  </a:ext>
                </a:extLst>
              </p:cNvPr>
              <p:cNvGrpSpPr/>
              <p:nvPr/>
            </p:nvGrpSpPr>
            <p:grpSpPr>
              <a:xfrm>
                <a:off x="2512780" y="1637524"/>
                <a:ext cx="677446" cy="727892"/>
                <a:chOff x="1522180" y="2286000"/>
                <a:chExt cx="677446" cy="727892"/>
              </a:xfrm>
            </p:grpSpPr>
            <p:sp>
              <p:nvSpPr>
                <p:cNvPr id="140" name="กล่องข้อความ 139">
                  <a:extLst>
                    <a:ext uri="{FF2B5EF4-FFF2-40B4-BE49-F238E27FC236}">
                      <a16:creationId xmlns:a16="http://schemas.microsoft.com/office/drawing/2014/main" id="{4C18DE23-2096-4868-B924-82646D5F5A5F}"/>
                    </a:ext>
                  </a:extLst>
                </p:cNvPr>
                <p:cNvSpPr txBox="1"/>
                <p:nvPr/>
              </p:nvSpPr>
              <p:spPr>
                <a:xfrm>
                  <a:off x="1522180"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sym typeface="Symbol" panose="05050102010706020507" pitchFamily="18" charset="2"/>
                    </a:rPr>
                    <a:t>4</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3</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141" name="ตัวเชื่อมต่อตรง 140">
                  <a:extLst>
                    <a:ext uri="{FF2B5EF4-FFF2-40B4-BE49-F238E27FC236}">
                      <a16:creationId xmlns:a16="http://schemas.microsoft.com/office/drawing/2014/main" id="{3923C1CD-E790-4ED7-8A7A-CA602146FDAD}"/>
                    </a:ext>
                  </a:extLst>
                </p:cNvPr>
                <p:cNvCxnSpPr/>
                <p:nvPr/>
              </p:nvCxnSpPr>
              <p:spPr>
                <a:xfrm>
                  <a:off x="1622441"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4" name="กลุ่ม 113">
                <a:extLst>
                  <a:ext uri="{FF2B5EF4-FFF2-40B4-BE49-F238E27FC236}">
                    <a16:creationId xmlns:a16="http://schemas.microsoft.com/office/drawing/2014/main" id="{5C86E526-CD5D-4BFE-A858-74865A86EA34}"/>
                  </a:ext>
                </a:extLst>
              </p:cNvPr>
              <p:cNvGrpSpPr/>
              <p:nvPr/>
            </p:nvGrpSpPr>
            <p:grpSpPr>
              <a:xfrm>
                <a:off x="3134707" y="1636294"/>
                <a:ext cx="1034363" cy="727892"/>
                <a:chOff x="1502069" y="2286000"/>
                <a:chExt cx="1034363" cy="727892"/>
              </a:xfrm>
            </p:grpSpPr>
            <p:sp>
              <p:nvSpPr>
                <p:cNvPr id="138" name="กล่องข้อความ 137">
                  <a:extLst>
                    <a:ext uri="{FF2B5EF4-FFF2-40B4-BE49-F238E27FC236}">
                      <a16:creationId xmlns:a16="http://schemas.microsoft.com/office/drawing/2014/main" id="{DF1C8152-35A4-4506-9A1C-03D570DF7B91}"/>
                    </a:ext>
                  </a:extLst>
                </p:cNvPr>
                <p:cNvSpPr txBox="1"/>
                <p:nvPr/>
              </p:nvSpPr>
              <p:spPr>
                <a:xfrm>
                  <a:off x="1502069" y="2286000"/>
                  <a:ext cx="1034363"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6.25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4</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139" name="ตัวเชื่อมต่อตรง 138">
                  <a:extLst>
                    <a:ext uri="{FF2B5EF4-FFF2-40B4-BE49-F238E27FC236}">
                      <a16:creationId xmlns:a16="http://schemas.microsoft.com/office/drawing/2014/main" id="{6F7714EF-EA32-46E9-9518-2BAFD5A2AA83}"/>
                    </a:ext>
                  </a:extLst>
                </p:cNvPr>
                <p:cNvCxnSpPr/>
                <p:nvPr/>
              </p:nvCxnSpPr>
              <p:spPr>
                <a:xfrm>
                  <a:off x="1698586" y="2585560"/>
                  <a:ext cx="64008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5" name="กลุ่ม 114">
                <a:extLst>
                  <a:ext uri="{FF2B5EF4-FFF2-40B4-BE49-F238E27FC236}">
                    <a16:creationId xmlns:a16="http://schemas.microsoft.com/office/drawing/2014/main" id="{AD054927-9768-4A50-BC95-5BDC1991EC80}"/>
                  </a:ext>
                </a:extLst>
              </p:cNvPr>
              <p:cNvGrpSpPr/>
              <p:nvPr/>
            </p:nvGrpSpPr>
            <p:grpSpPr>
              <a:xfrm>
                <a:off x="4137306" y="1637524"/>
                <a:ext cx="677446" cy="727892"/>
                <a:chOff x="1470306" y="2286000"/>
                <a:chExt cx="677446" cy="727892"/>
              </a:xfrm>
            </p:grpSpPr>
            <p:sp>
              <p:nvSpPr>
                <p:cNvPr id="136" name="กล่องข้อความ 135">
                  <a:extLst>
                    <a:ext uri="{FF2B5EF4-FFF2-40B4-BE49-F238E27FC236}">
                      <a16:creationId xmlns:a16="http://schemas.microsoft.com/office/drawing/2014/main" id="{15C71661-DE7F-4795-9AF7-CDFA7F06DC7C}"/>
                    </a:ext>
                  </a:extLst>
                </p:cNvPr>
                <p:cNvSpPr txBox="1"/>
                <p:nvPr/>
              </p:nvSpPr>
              <p:spPr>
                <a:xfrm>
                  <a:off x="1470306"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sym typeface="Symbol" panose="05050102010706020507" pitchFamily="18" charset="2"/>
                    </a:rPr>
                    <a:t>9</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5</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137" name="ตัวเชื่อมต่อตรง 136">
                  <a:extLst>
                    <a:ext uri="{FF2B5EF4-FFF2-40B4-BE49-F238E27FC236}">
                      <a16:creationId xmlns:a16="http://schemas.microsoft.com/office/drawing/2014/main" id="{AF2D1944-09F2-47C7-B99B-E44AB41AE2EE}"/>
                    </a:ext>
                  </a:extLst>
                </p:cNvPr>
                <p:cNvCxnSpPr/>
                <p:nvPr/>
              </p:nvCxnSpPr>
              <p:spPr>
                <a:xfrm>
                  <a:off x="1570567"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6" name="กลุ่ม 115">
                <a:extLst>
                  <a:ext uri="{FF2B5EF4-FFF2-40B4-BE49-F238E27FC236}">
                    <a16:creationId xmlns:a16="http://schemas.microsoft.com/office/drawing/2014/main" id="{AA66974B-533B-453E-A739-FB2D0CEA7C1F}"/>
                  </a:ext>
                </a:extLst>
              </p:cNvPr>
              <p:cNvGrpSpPr/>
              <p:nvPr/>
            </p:nvGrpSpPr>
            <p:grpSpPr>
              <a:xfrm>
                <a:off x="4839509" y="1636294"/>
                <a:ext cx="1034363" cy="727892"/>
                <a:chOff x="1530471" y="2286000"/>
                <a:chExt cx="1034363" cy="727892"/>
              </a:xfrm>
            </p:grpSpPr>
            <p:sp>
              <p:nvSpPr>
                <p:cNvPr id="134" name="กล่องข้อความ 133">
                  <a:extLst>
                    <a:ext uri="{FF2B5EF4-FFF2-40B4-BE49-F238E27FC236}">
                      <a16:creationId xmlns:a16="http://schemas.microsoft.com/office/drawing/2014/main" id="{61EDE7A4-8B62-424A-B785-E87A371FA234}"/>
                    </a:ext>
                  </a:extLst>
                </p:cNvPr>
                <p:cNvSpPr txBox="1"/>
                <p:nvPr/>
              </p:nvSpPr>
              <p:spPr>
                <a:xfrm>
                  <a:off x="1530471" y="2286000"/>
                  <a:ext cx="1034363"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12.25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4</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135" name="ตัวเชื่อมต่อตรง 134">
                  <a:extLst>
                    <a:ext uri="{FF2B5EF4-FFF2-40B4-BE49-F238E27FC236}">
                      <a16:creationId xmlns:a16="http://schemas.microsoft.com/office/drawing/2014/main" id="{FE317B19-B106-4C9C-A3B0-FC99B19145FB}"/>
                    </a:ext>
                  </a:extLst>
                </p:cNvPr>
                <p:cNvCxnSpPr/>
                <p:nvPr/>
              </p:nvCxnSpPr>
              <p:spPr>
                <a:xfrm>
                  <a:off x="1662820" y="2585560"/>
                  <a:ext cx="82296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7" name="กลุ่ม 116">
                <a:extLst>
                  <a:ext uri="{FF2B5EF4-FFF2-40B4-BE49-F238E27FC236}">
                    <a16:creationId xmlns:a16="http://schemas.microsoft.com/office/drawing/2014/main" id="{D53C9408-BCD1-405A-9A0A-200FD6F062D2}"/>
                  </a:ext>
                </a:extLst>
              </p:cNvPr>
              <p:cNvGrpSpPr/>
              <p:nvPr/>
            </p:nvGrpSpPr>
            <p:grpSpPr>
              <a:xfrm>
                <a:off x="5956590" y="1632284"/>
                <a:ext cx="677446" cy="695575"/>
                <a:chOff x="1604836" y="2286000"/>
                <a:chExt cx="677446" cy="695575"/>
              </a:xfrm>
            </p:grpSpPr>
            <p:sp>
              <p:nvSpPr>
                <p:cNvPr id="132" name="กล่องข้อความ 131">
                  <a:extLst>
                    <a:ext uri="{FF2B5EF4-FFF2-40B4-BE49-F238E27FC236}">
                      <a16:creationId xmlns:a16="http://schemas.microsoft.com/office/drawing/2014/main" id="{92E16FCA-18A7-4366-A04B-BD299C0E7C62}"/>
                    </a:ext>
                  </a:extLst>
                </p:cNvPr>
                <p:cNvSpPr txBox="1"/>
                <p:nvPr/>
              </p:nvSpPr>
              <p:spPr>
                <a:xfrm>
                  <a:off x="1604836" y="2286000"/>
                  <a:ext cx="677446" cy="695575"/>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sym typeface="Symbol" panose="05050102010706020507" pitchFamily="18" charset="2"/>
                    </a:rPr>
                    <a:t>16</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3</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133" name="ตัวเชื่อมต่อตรง 132">
                  <a:extLst>
                    <a:ext uri="{FF2B5EF4-FFF2-40B4-BE49-F238E27FC236}">
                      <a16:creationId xmlns:a16="http://schemas.microsoft.com/office/drawing/2014/main" id="{029F7B40-AC71-4440-B35C-9E526AB9D2BC}"/>
                    </a:ext>
                  </a:extLst>
                </p:cNvPr>
                <p:cNvCxnSpPr/>
                <p:nvPr/>
              </p:nvCxnSpPr>
              <p:spPr>
                <a:xfrm>
                  <a:off x="1705105"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8" name="กลุ่ม 117">
                <a:extLst>
                  <a:ext uri="{FF2B5EF4-FFF2-40B4-BE49-F238E27FC236}">
                    <a16:creationId xmlns:a16="http://schemas.microsoft.com/office/drawing/2014/main" id="{0E0F226D-68FB-42AD-BFC9-D12FA2E52551}"/>
                  </a:ext>
                </a:extLst>
              </p:cNvPr>
              <p:cNvGrpSpPr/>
              <p:nvPr/>
            </p:nvGrpSpPr>
            <p:grpSpPr>
              <a:xfrm>
                <a:off x="6696453" y="1636294"/>
                <a:ext cx="1034363" cy="727892"/>
                <a:chOff x="1711015" y="2286000"/>
                <a:chExt cx="1034363" cy="727892"/>
              </a:xfrm>
            </p:grpSpPr>
            <p:sp>
              <p:nvSpPr>
                <p:cNvPr id="130" name="กล่องข้อความ 129">
                  <a:extLst>
                    <a:ext uri="{FF2B5EF4-FFF2-40B4-BE49-F238E27FC236}">
                      <a16:creationId xmlns:a16="http://schemas.microsoft.com/office/drawing/2014/main" id="{C9141C61-1127-489D-A6E1-8C2B5E64B026}"/>
                    </a:ext>
                  </a:extLst>
                </p:cNvPr>
                <p:cNvSpPr txBox="1"/>
                <p:nvPr/>
              </p:nvSpPr>
              <p:spPr>
                <a:xfrm>
                  <a:off x="1711015" y="2286000"/>
                  <a:ext cx="1034363"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20.25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2</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131" name="ตัวเชื่อมต่อตรง 130">
                  <a:extLst>
                    <a:ext uri="{FF2B5EF4-FFF2-40B4-BE49-F238E27FC236}">
                      <a16:creationId xmlns:a16="http://schemas.microsoft.com/office/drawing/2014/main" id="{D23D6144-ACAA-4D98-9A91-F7AF77A4881D}"/>
                    </a:ext>
                  </a:extLst>
                </p:cNvPr>
                <p:cNvCxnSpPr/>
                <p:nvPr/>
              </p:nvCxnSpPr>
              <p:spPr>
                <a:xfrm>
                  <a:off x="1829512" y="2585560"/>
                  <a:ext cx="800516"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9" name="กลุ่ม 118">
                <a:extLst>
                  <a:ext uri="{FF2B5EF4-FFF2-40B4-BE49-F238E27FC236}">
                    <a16:creationId xmlns:a16="http://schemas.microsoft.com/office/drawing/2014/main" id="{FD59FC15-4395-46C4-A555-E918FD7FF631}"/>
                  </a:ext>
                </a:extLst>
              </p:cNvPr>
              <p:cNvGrpSpPr/>
              <p:nvPr/>
            </p:nvGrpSpPr>
            <p:grpSpPr>
              <a:xfrm>
                <a:off x="7819512" y="1632284"/>
                <a:ext cx="677446" cy="727892"/>
                <a:chOff x="1791358" y="2286000"/>
                <a:chExt cx="677446" cy="727892"/>
              </a:xfrm>
            </p:grpSpPr>
            <p:sp>
              <p:nvSpPr>
                <p:cNvPr id="128" name="กล่องข้อความ 127">
                  <a:extLst>
                    <a:ext uri="{FF2B5EF4-FFF2-40B4-BE49-F238E27FC236}">
                      <a16:creationId xmlns:a16="http://schemas.microsoft.com/office/drawing/2014/main" id="{C5156B7E-6559-4EC2-A933-8E06E27DF782}"/>
                    </a:ext>
                  </a:extLst>
                </p:cNvPr>
                <p:cNvSpPr txBox="1"/>
                <p:nvPr/>
              </p:nvSpPr>
              <p:spPr>
                <a:xfrm>
                  <a:off x="1791358"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25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1</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25</a:t>
                  </a:r>
                </a:p>
              </p:txBody>
            </p:sp>
            <p:cxnSp>
              <p:nvCxnSpPr>
                <p:cNvPr id="129" name="ตัวเชื่อมต่อตรง 128">
                  <a:extLst>
                    <a:ext uri="{FF2B5EF4-FFF2-40B4-BE49-F238E27FC236}">
                      <a16:creationId xmlns:a16="http://schemas.microsoft.com/office/drawing/2014/main" id="{015A471A-AC1B-40C1-A46F-EAE4020D1E48}"/>
                    </a:ext>
                  </a:extLst>
                </p:cNvPr>
                <p:cNvCxnSpPr/>
                <p:nvPr/>
              </p:nvCxnSpPr>
              <p:spPr>
                <a:xfrm>
                  <a:off x="1890667"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sp>
            <p:nvSpPr>
              <p:cNvPr id="120" name="Rectangle 4">
                <a:extLst>
                  <a:ext uri="{FF2B5EF4-FFF2-40B4-BE49-F238E27FC236}">
                    <a16:creationId xmlns:a16="http://schemas.microsoft.com/office/drawing/2014/main" id="{60B06515-3DBB-4BDA-969A-B98850EC6B86}"/>
                  </a:ext>
                </a:extLst>
              </p:cNvPr>
              <p:cNvSpPr>
                <a:spLocks noChangeArrowheads="1"/>
              </p:cNvSpPr>
              <p:nvPr/>
            </p:nvSpPr>
            <p:spPr bwMode="auto">
              <a:xfrm>
                <a:off x="1428296" y="1642293"/>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21" name="Rectangle 4">
                <a:extLst>
                  <a:ext uri="{FF2B5EF4-FFF2-40B4-BE49-F238E27FC236}">
                    <a16:creationId xmlns:a16="http://schemas.microsoft.com/office/drawing/2014/main" id="{FE0DF3D4-BB48-47C5-8936-1DC5D302C613}"/>
                  </a:ext>
                </a:extLst>
              </p:cNvPr>
              <p:cNvSpPr>
                <a:spLocks noChangeArrowheads="1"/>
              </p:cNvSpPr>
              <p:nvPr/>
            </p:nvSpPr>
            <p:spPr bwMode="auto">
              <a:xfrm>
                <a:off x="2326019"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22" name="Rectangle 4">
                <a:extLst>
                  <a:ext uri="{FF2B5EF4-FFF2-40B4-BE49-F238E27FC236}">
                    <a16:creationId xmlns:a16="http://schemas.microsoft.com/office/drawing/2014/main" id="{A5125969-0DFE-44D5-AB07-F2F0CBAB9F49}"/>
                  </a:ext>
                </a:extLst>
              </p:cNvPr>
              <p:cNvSpPr>
                <a:spLocks noChangeArrowheads="1"/>
              </p:cNvSpPr>
              <p:nvPr/>
            </p:nvSpPr>
            <p:spPr bwMode="auto">
              <a:xfrm>
                <a:off x="3026563"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23" name="Rectangle 4">
                <a:extLst>
                  <a:ext uri="{FF2B5EF4-FFF2-40B4-BE49-F238E27FC236}">
                    <a16:creationId xmlns:a16="http://schemas.microsoft.com/office/drawing/2014/main" id="{40A98C17-531D-44E2-AECC-DF46C00C15F6}"/>
                  </a:ext>
                </a:extLst>
              </p:cNvPr>
              <p:cNvSpPr>
                <a:spLocks noChangeArrowheads="1"/>
              </p:cNvSpPr>
              <p:nvPr/>
            </p:nvSpPr>
            <p:spPr bwMode="auto">
              <a:xfrm>
                <a:off x="3938343"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24" name="Rectangle 4">
                <a:extLst>
                  <a:ext uri="{FF2B5EF4-FFF2-40B4-BE49-F238E27FC236}">
                    <a16:creationId xmlns:a16="http://schemas.microsoft.com/office/drawing/2014/main" id="{037E188E-6F9F-4C66-A221-0F966D437849}"/>
                  </a:ext>
                </a:extLst>
              </p:cNvPr>
              <p:cNvSpPr>
                <a:spLocks noChangeArrowheads="1"/>
              </p:cNvSpPr>
              <p:nvPr/>
            </p:nvSpPr>
            <p:spPr bwMode="auto">
              <a:xfrm>
                <a:off x="4648353"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25" name="Rectangle 4">
                <a:extLst>
                  <a:ext uri="{FF2B5EF4-FFF2-40B4-BE49-F238E27FC236}">
                    <a16:creationId xmlns:a16="http://schemas.microsoft.com/office/drawing/2014/main" id="{688A1553-D527-4F90-B6EC-6B80AC92A7E6}"/>
                  </a:ext>
                </a:extLst>
              </p:cNvPr>
              <p:cNvSpPr>
                <a:spLocks noChangeArrowheads="1"/>
              </p:cNvSpPr>
              <p:nvPr/>
            </p:nvSpPr>
            <p:spPr bwMode="auto">
              <a:xfrm>
                <a:off x="5771250"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26" name="Rectangle 4">
                <a:extLst>
                  <a:ext uri="{FF2B5EF4-FFF2-40B4-BE49-F238E27FC236}">
                    <a16:creationId xmlns:a16="http://schemas.microsoft.com/office/drawing/2014/main" id="{462A07E9-42A9-4869-A216-369942D33D40}"/>
                  </a:ext>
                </a:extLst>
              </p:cNvPr>
              <p:cNvSpPr>
                <a:spLocks noChangeArrowheads="1"/>
              </p:cNvSpPr>
              <p:nvPr/>
            </p:nvSpPr>
            <p:spPr bwMode="auto">
              <a:xfrm>
                <a:off x="6512468" y="1645920"/>
                <a:ext cx="402452" cy="67056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27" name="Rectangle 4">
                <a:extLst>
                  <a:ext uri="{FF2B5EF4-FFF2-40B4-BE49-F238E27FC236}">
                    <a16:creationId xmlns:a16="http://schemas.microsoft.com/office/drawing/2014/main" id="{BE5BA6A5-7624-4F65-87CF-78389AE816C1}"/>
                  </a:ext>
                </a:extLst>
              </p:cNvPr>
              <p:cNvSpPr>
                <a:spLocks noChangeArrowheads="1"/>
              </p:cNvSpPr>
              <p:nvPr/>
            </p:nvSpPr>
            <p:spPr bwMode="auto">
              <a:xfrm>
                <a:off x="7602960"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grpSp>
        <p:sp>
          <p:nvSpPr>
            <p:cNvPr id="148" name="Rectangle 4">
              <a:extLst>
                <a:ext uri="{FF2B5EF4-FFF2-40B4-BE49-F238E27FC236}">
                  <a16:creationId xmlns:a16="http://schemas.microsoft.com/office/drawing/2014/main" id="{4C5D60DF-8DC3-4CCB-B91A-8D4F636121F2}"/>
                </a:ext>
              </a:extLst>
            </p:cNvPr>
            <p:cNvSpPr>
              <a:spLocks noChangeArrowheads="1"/>
            </p:cNvSpPr>
            <p:nvPr/>
          </p:nvSpPr>
          <p:spPr bwMode="auto">
            <a:xfrm>
              <a:off x="304800" y="4118810"/>
              <a:ext cx="402452" cy="609600"/>
            </a:xfrm>
            <a:prstGeom prst="rect">
              <a:avLst/>
            </a:prstGeom>
            <a:noFill/>
            <a:ln w="9525">
              <a:noFill/>
              <a:miter lim="800000"/>
              <a:headEnd/>
              <a:tailEnd/>
            </a:ln>
          </p:spPr>
          <p:txBody>
            <a:bodyPr/>
            <a:lstStyle/>
            <a:p>
              <a:pPr>
                <a:tabLst>
                  <a:tab pos="457200" algn="l"/>
                </a:tabLst>
              </a:pPr>
              <a:r>
                <a:rPr lang="en-US" sz="2400" b="1" dirty="0">
                  <a:solidFill>
                    <a:srgbClr val="663300"/>
                  </a:solidFill>
                  <a:latin typeface="Angsana New" panose="02020603050405020304" pitchFamily="18" charset="-34"/>
                  <a:sym typeface="Symbol" pitchFamily="18" charset="2"/>
                </a:rPr>
                <a:t>2</a:t>
              </a:r>
              <a:endParaRPr lang="en-US" sz="2400" b="1" dirty="0">
                <a:solidFill>
                  <a:srgbClr val="663300"/>
                </a:solidFill>
                <a:latin typeface="Angsana New" pitchFamily="18" charset="-34"/>
              </a:endParaRPr>
            </a:p>
          </p:txBody>
        </p:sp>
      </p:grpSp>
      <p:grpSp>
        <p:nvGrpSpPr>
          <p:cNvPr id="150" name="กลุ่ม 149">
            <a:extLst>
              <a:ext uri="{FF2B5EF4-FFF2-40B4-BE49-F238E27FC236}">
                <a16:creationId xmlns:a16="http://schemas.microsoft.com/office/drawing/2014/main" id="{431941EB-2B47-4A16-887F-807E5A3B354B}"/>
              </a:ext>
            </a:extLst>
          </p:cNvPr>
          <p:cNvGrpSpPr/>
          <p:nvPr/>
        </p:nvGrpSpPr>
        <p:grpSpPr>
          <a:xfrm>
            <a:off x="577516" y="4114800"/>
            <a:ext cx="3348456" cy="727892"/>
            <a:chOff x="622489" y="2346158"/>
            <a:chExt cx="3348456" cy="727892"/>
          </a:xfrm>
        </p:grpSpPr>
        <p:sp>
          <p:nvSpPr>
            <p:cNvPr id="151" name="Rectangle 4">
              <a:extLst>
                <a:ext uri="{FF2B5EF4-FFF2-40B4-BE49-F238E27FC236}">
                  <a16:creationId xmlns:a16="http://schemas.microsoft.com/office/drawing/2014/main" id="{E1B610D4-6D53-427A-97D1-4C77A9AAE6D2}"/>
                </a:ext>
              </a:extLst>
            </p:cNvPr>
            <p:cNvSpPr>
              <a:spLocks noChangeArrowheads="1"/>
            </p:cNvSpPr>
            <p:nvPr/>
          </p:nvSpPr>
          <p:spPr bwMode="auto">
            <a:xfrm>
              <a:off x="622489" y="2362200"/>
              <a:ext cx="3348456"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           – 9  =  10 – 9  =  1    </a:t>
              </a:r>
              <a:endParaRPr lang="en-US" sz="3200" b="1" dirty="0">
                <a:solidFill>
                  <a:srgbClr val="663300"/>
                </a:solidFill>
                <a:latin typeface="Angsana New" pitchFamily="18" charset="-34"/>
              </a:endParaRPr>
            </a:p>
          </p:txBody>
        </p:sp>
        <p:sp>
          <p:nvSpPr>
            <p:cNvPr id="152" name="กล่องข้อความ 151">
              <a:extLst>
                <a:ext uri="{FF2B5EF4-FFF2-40B4-BE49-F238E27FC236}">
                  <a16:creationId xmlns:a16="http://schemas.microsoft.com/office/drawing/2014/main" id="{C301DC1E-A6F1-409B-8013-B14187031525}"/>
                </a:ext>
              </a:extLst>
            </p:cNvPr>
            <p:cNvSpPr txBox="1"/>
            <p:nvPr/>
          </p:nvSpPr>
          <p:spPr>
            <a:xfrm>
              <a:off x="882669" y="2346158"/>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250</a:t>
              </a:r>
            </a:p>
            <a:p>
              <a:pPr algn="ctr">
                <a:lnSpc>
                  <a:spcPct val="70000"/>
                </a:lnSpc>
              </a:pPr>
              <a:r>
                <a:rPr lang="en-US" b="1" dirty="0">
                  <a:solidFill>
                    <a:srgbClr val="008000"/>
                  </a:solidFill>
                  <a:latin typeface="Angsana New" panose="02020603050405020304" pitchFamily="18" charset="-34"/>
                </a:rPr>
                <a:t>25</a:t>
              </a:r>
            </a:p>
          </p:txBody>
        </p:sp>
        <p:cxnSp>
          <p:nvCxnSpPr>
            <p:cNvPr id="153" name="ตัวเชื่อมต่อตรง 152">
              <a:extLst>
                <a:ext uri="{FF2B5EF4-FFF2-40B4-BE49-F238E27FC236}">
                  <a16:creationId xmlns:a16="http://schemas.microsoft.com/office/drawing/2014/main" id="{3AA8824A-F6D2-4BE7-969B-077323C85F3B}"/>
                </a:ext>
              </a:extLst>
            </p:cNvPr>
            <p:cNvCxnSpPr/>
            <p:nvPr/>
          </p:nvCxnSpPr>
          <p:spPr>
            <a:xfrm>
              <a:off x="990600" y="266700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sp>
        <p:nvSpPr>
          <p:cNvPr id="161" name="วงเล็บเหลี่ยมคู่ 160">
            <a:extLst>
              <a:ext uri="{FF2B5EF4-FFF2-40B4-BE49-F238E27FC236}">
                <a16:creationId xmlns:a16="http://schemas.microsoft.com/office/drawing/2014/main" id="{07EAAB47-ADF6-4E2C-AA0B-EA6F0120B7E3}"/>
              </a:ext>
            </a:extLst>
          </p:cNvPr>
          <p:cNvSpPr/>
          <p:nvPr/>
        </p:nvSpPr>
        <p:spPr>
          <a:xfrm>
            <a:off x="866905" y="3204410"/>
            <a:ext cx="7711608" cy="737142"/>
          </a:xfrm>
          <a:prstGeom prst="bracketPair">
            <a:avLst>
              <a:gd name="adj" fmla="val 7962"/>
            </a:avLst>
          </a:prstGeom>
          <a:ln w="19050">
            <a:solidFill>
              <a:srgbClr val="66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70" name="กลุ่ม 169">
            <a:extLst>
              <a:ext uri="{FF2B5EF4-FFF2-40B4-BE49-F238E27FC236}">
                <a16:creationId xmlns:a16="http://schemas.microsoft.com/office/drawing/2014/main" id="{12847029-0EC5-46FB-BEB1-E0C40735F896}"/>
              </a:ext>
            </a:extLst>
          </p:cNvPr>
          <p:cNvGrpSpPr/>
          <p:nvPr/>
        </p:nvGrpSpPr>
        <p:grpSpPr>
          <a:xfrm>
            <a:off x="3581400" y="3854116"/>
            <a:ext cx="1752600" cy="910157"/>
            <a:chOff x="1676400" y="4772526"/>
            <a:chExt cx="1752600" cy="910157"/>
          </a:xfrm>
        </p:grpSpPr>
        <p:sp>
          <p:nvSpPr>
            <p:cNvPr id="167" name="กล่องข้อความ 166">
              <a:extLst>
                <a:ext uri="{FF2B5EF4-FFF2-40B4-BE49-F238E27FC236}">
                  <a16:creationId xmlns:a16="http://schemas.microsoft.com/office/drawing/2014/main" id="{28480391-257B-40C9-A37F-1CEF80EE9469}"/>
                </a:ext>
              </a:extLst>
            </p:cNvPr>
            <p:cNvSpPr txBox="1"/>
            <p:nvPr/>
          </p:nvSpPr>
          <p:spPr>
            <a:xfrm>
              <a:off x="1913354" y="4987108"/>
              <a:ext cx="677446" cy="695575"/>
            </a:xfrm>
            <a:prstGeom prst="rect">
              <a:avLst/>
            </a:prstGeom>
            <a:noFill/>
          </p:spPr>
          <p:txBody>
            <a:bodyPr wrap="square" rtlCol="0">
              <a:spAutoFit/>
            </a:bodyPr>
            <a:lstStyle/>
            <a:p>
              <a:pPr algn="ctr">
                <a:lnSpc>
                  <a:spcPct val="70000"/>
                </a:lnSpc>
              </a:pPr>
              <a:r>
                <a:rPr lang="en-US" b="1" dirty="0">
                  <a:solidFill>
                    <a:srgbClr val="FF0000"/>
                  </a:solidFill>
                  <a:latin typeface="Angsana New" panose="02020603050405020304" pitchFamily="18" charset="-34"/>
                </a:rPr>
                <a:t>2</a:t>
              </a:r>
            </a:p>
            <a:p>
              <a:pPr algn="ctr">
                <a:lnSpc>
                  <a:spcPct val="70000"/>
                </a:lnSpc>
              </a:pPr>
              <a:r>
                <a:rPr lang="en-US" b="1" dirty="0">
                  <a:solidFill>
                    <a:srgbClr val="FF0000"/>
                  </a:solidFill>
                  <a:latin typeface="Angsana New" panose="02020603050405020304" pitchFamily="18" charset="-34"/>
                </a:rPr>
                <a:t>2</a:t>
              </a:r>
            </a:p>
          </p:txBody>
        </p:sp>
        <p:grpSp>
          <p:nvGrpSpPr>
            <p:cNvPr id="169" name="กลุ่ม 168">
              <a:extLst>
                <a:ext uri="{FF2B5EF4-FFF2-40B4-BE49-F238E27FC236}">
                  <a16:creationId xmlns:a16="http://schemas.microsoft.com/office/drawing/2014/main" id="{D6AD2FEF-81FE-49EB-83FD-477604145A13}"/>
                </a:ext>
              </a:extLst>
            </p:cNvPr>
            <p:cNvGrpSpPr/>
            <p:nvPr/>
          </p:nvGrpSpPr>
          <p:grpSpPr>
            <a:xfrm>
              <a:off x="1676400" y="4772526"/>
              <a:ext cx="1752600" cy="875089"/>
              <a:chOff x="1676400" y="4763711"/>
              <a:chExt cx="1752600" cy="875089"/>
            </a:xfrm>
          </p:grpSpPr>
          <p:grpSp>
            <p:nvGrpSpPr>
              <p:cNvPr id="160" name="กลุ่ม 159">
                <a:extLst>
                  <a:ext uri="{FF2B5EF4-FFF2-40B4-BE49-F238E27FC236}">
                    <a16:creationId xmlns:a16="http://schemas.microsoft.com/office/drawing/2014/main" id="{F0CCA2B1-C1BD-4955-9D88-620FE060ABD7}"/>
                  </a:ext>
                </a:extLst>
              </p:cNvPr>
              <p:cNvGrpSpPr/>
              <p:nvPr/>
            </p:nvGrpSpPr>
            <p:grpSpPr>
              <a:xfrm>
                <a:off x="2731467" y="4763711"/>
                <a:ext cx="697533" cy="738731"/>
                <a:chOff x="5290183" y="4820652"/>
                <a:chExt cx="697533" cy="738731"/>
              </a:xfrm>
            </p:grpSpPr>
            <p:grpSp>
              <p:nvGrpSpPr>
                <p:cNvPr id="155" name="กลุ่ม 154">
                  <a:extLst>
                    <a:ext uri="{FF2B5EF4-FFF2-40B4-BE49-F238E27FC236}">
                      <a16:creationId xmlns:a16="http://schemas.microsoft.com/office/drawing/2014/main" id="{B5AF9557-8E4A-47FA-AE79-384F10752624}"/>
                    </a:ext>
                  </a:extLst>
                </p:cNvPr>
                <p:cNvGrpSpPr/>
                <p:nvPr/>
              </p:nvGrpSpPr>
              <p:grpSpPr>
                <a:xfrm>
                  <a:off x="5290183" y="4949783"/>
                  <a:ext cx="639829" cy="609600"/>
                  <a:chOff x="622489" y="2362200"/>
                  <a:chExt cx="630350" cy="609600"/>
                </a:xfrm>
              </p:grpSpPr>
              <p:sp>
                <p:nvSpPr>
                  <p:cNvPr id="156" name="Rectangle 4">
                    <a:extLst>
                      <a:ext uri="{FF2B5EF4-FFF2-40B4-BE49-F238E27FC236}">
                        <a16:creationId xmlns:a16="http://schemas.microsoft.com/office/drawing/2014/main" id="{26EE668E-50CE-4AF8-9523-115C9DFDE8C4}"/>
                      </a:ext>
                    </a:extLst>
                  </p:cNvPr>
                  <p:cNvSpPr>
                    <a:spLocks noChangeArrowheads="1"/>
                  </p:cNvSpPr>
                  <p:nvPr/>
                </p:nvSpPr>
                <p:spPr bwMode="auto">
                  <a:xfrm>
                    <a:off x="622489" y="2362200"/>
                    <a:ext cx="630350" cy="609600"/>
                  </a:xfrm>
                  <a:prstGeom prst="rect">
                    <a:avLst/>
                  </a:prstGeom>
                  <a:noFill/>
                  <a:ln w="9525">
                    <a:noFill/>
                    <a:miter lim="800000"/>
                    <a:headEnd/>
                    <a:tailEnd/>
                  </a:ln>
                </p:spPr>
                <p:txBody>
                  <a:bodyPr/>
                  <a:lstStyle/>
                  <a:p>
                    <a:pPr algn="ctr">
                      <a:lnSpc>
                        <a:spcPct val="70000"/>
                      </a:lnSpc>
                      <a:tabLst>
                        <a:tab pos="457200" algn="l"/>
                      </a:tabLst>
                    </a:pPr>
                    <a:r>
                      <a:rPr lang="en-US" b="1" dirty="0">
                        <a:solidFill>
                          <a:srgbClr val="FF0000"/>
                        </a:solidFill>
                        <a:latin typeface="Angsana New" panose="02020603050405020304" pitchFamily="18" charset="-34"/>
                        <a:sym typeface="Symbol" panose="05050102010706020507" pitchFamily="18" charset="2"/>
                      </a:rPr>
                      <a:t></a:t>
                    </a:r>
                    <a:r>
                      <a:rPr lang="en-US" sz="3200" b="1" baseline="-25000" dirty="0">
                        <a:solidFill>
                          <a:srgbClr val="FF0000"/>
                        </a:solidFill>
                        <a:latin typeface="Angsana New" panose="02020603050405020304" pitchFamily="18" charset="-34"/>
                        <a:sym typeface="Symbol"/>
                      </a:rPr>
                      <a:t>X</a:t>
                    </a:r>
                    <a:endParaRPr lang="en-US" sz="3200" b="1" dirty="0">
                      <a:solidFill>
                        <a:srgbClr val="FF0000"/>
                      </a:solidFill>
                      <a:latin typeface="Angsana New" panose="02020603050405020304" pitchFamily="18" charset="-34"/>
                      <a:sym typeface="Symbol"/>
                    </a:endParaRPr>
                  </a:p>
                  <a:p>
                    <a:pPr algn="ctr">
                      <a:lnSpc>
                        <a:spcPct val="70000"/>
                      </a:lnSpc>
                      <a:tabLst>
                        <a:tab pos="457200" algn="l"/>
                      </a:tabLst>
                    </a:pPr>
                    <a:r>
                      <a:rPr lang="en-US" sz="3200" b="1" dirty="0">
                        <a:solidFill>
                          <a:srgbClr val="FF0000"/>
                        </a:solidFill>
                        <a:latin typeface="Angsana New" panose="02020603050405020304" pitchFamily="18" charset="-34"/>
                        <a:sym typeface="Symbol"/>
                      </a:rPr>
                      <a:t>n</a:t>
                    </a:r>
                    <a:r>
                      <a:rPr lang="en-US" sz="3200" b="1" dirty="0">
                        <a:solidFill>
                          <a:srgbClr val="FF0000"/>
                        </a:solidFill>
                        <a:latin typeface="Angsana New" panose="02020603050405020304" pitchFamily="18" charset="-34"/>
                        <a:sym typeface="Symbol" pitchFamily="18" charset="2"/>
                      </a:rPr>
                      <a:t>    </a:t>
                    </a:r>
                    <a:endParaRPr lang="en-US" sz="3200" b="1" dirty="0">
                      <a:solidFill>
                        <a:srgbClr val="FF0000"/>
                      </a:solidFill>
                      <a:latin typeface="Angsana New" pitchFamily="18" charset="-34"/>
                    </a:endParaRPr>
                  </a:p>
                </p:txBody>
              </p:sp>
              <p:cxnSp>
                <p:nvCxnSpPr>
                  <p:cNvPr id="158" name="ตัวเชื่อมต่อตรง 157">
                    <a:extLst>
                      <a:ext uri="{FF2B5EF4-FFF2-40B4-BE49-F238E27FC236}">
                        <a16:creationId xmlns:a16="http://schemas.microsoft.com/office/drawing/2014/main" id="{32C36832-4E05-4ACF-89DE-2997A6139448}"/>
                      </a:ext>
                    </a:extLst>
                  </p:cNvPr>
                  <p:cNvCxnSpPr/>
                  <p:nvPr/>
                </p:nvCxnSpPr>
                <p:spPr>
                  <a:xfrm>
                    <a:off x="729523" y="2778501"/>
                    <a:ext cx="4572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59" name="Rectangle 4">
                  <a:extLst>
                    <a:ext uri="{FF2B5EF4-FFF2-40B4-BE49-F238E27FC236}">
                      <a16:creationId xmlns:a16="http://schemas.microsoft.com/office/drawing/2014/main" id="{E29BABEE-A911-42AD-996E-6204874BCC2B}"/>
                    </a:ext>
                  </a:extLst>
                </p:cNvPr>
                <p:cNvSpPr>
                  <a:spLocks noChangeArrowheads="1"/>
                </p:cNvSpPr>
                <p:nvPr/>
              </p:nvSpPr>
              <p:spPr bwMode="auto">
                <a:xfrm>
                  <a:off x="5585264" y="4820652"/>
                  <a:ext cx="402452" cy="609600"/>
                </a:xfrm>
                <a:prstGeom prst="rect">
                  <a:avLst/>
                </a:prstGeom>
                <a:noFill/>
                <a:ln w="9525">
                  <a:noFill/>
                  <a:miter lim="800000"/>
                  <a:headEnd/>
                  <a:tailEnd/>
                </a:ln>
              </p:spPr>
              <p:txBody>
                <a:bodyPr/>
                <a:lstStyle/>
                <a:p>
                  <a:pPr>
                    <a:tabLst>
                      <a:tab pos="457200" algn="l"/>
                    </a:tabLst>
                  </a:pPr>
                  <a:r>
                    <a:rPr lang="en-US" sz="2400" b="1" dirty="0">
                      <a:solidFill>
                        <a:srgbClr val="FF0000"/>
                      </a:solidFill>
                      <a:latin typeface="Angsana New" panose="02020603050405020304" pitchFamily="18" charset="-34"/>
                      <a:sym typeface="Symbol" pitchFamily="18" charset="2"/>
                    </a:rPr>
                    <a:t>2</a:t>
                  </a:r>
                  <a:endParaRPr lang="en-US" sz="2400" b="1" dirty="0">
                    <a:solidFill>
                      <a:srgbClr val="FF0000"/>
                    </a:solidFill>
                    <a:latin typeface="Angsana New" pitchFamily="18" charset="-34"/>
                  </a:endParaRPr>
                </a:p>
              </p:txBody>
            </p:sp>
          </p:grpSp>
          <p:sp>
            <p:nvSpPr>
              <p:cNvPr id="166" name="Rectangle 4">
                <a:extLst>
                  <a:ext uri="{FF2B5EF4-FFF2-40B4-BE49-F238E27FC236}">
                    <a16:creationId xmlns:a16="http://schemas.microsoft.com/office/drawing/2014/main" id="{B4B83B29-B113-4F93-BF21-BFEF48DCE6A7}"/>
                  </a:ext>
                </a:extLst>
              </p:cNvPr>
              <p:cNvSpPr>
                <a:spLocks noChangeArrowheads="1"/>
              </p:cNvSpPr>
              <p:nvPr/>
            </p:nvSpPr>
            <p:spPr bwMode="auto">
              <a:xfrm>
                <a:off x="1676400" y="5029200"/>
                <a:ext cx="1296374" cy="609600"/>
              </a:xfrm>
              <a:prstGeom prst="rect">
                <a:avLst/>
              </a:prstGeom>
              <a:noFill/>
              <a:ln w="9525">
                <a:noFill/>
                <a:miter lim="800000"/>
                <a:headEnd/>
                <a:tailEnd/>
              </a:ln>
            </p:spPr>
            <p:txBody>
              <a:bodyPr/>
              <a:lstStyle/>
              <a:p>
                <a:pPr>
                  <a:tabLst>
                    <a:tab pos="457200" algn="l"/>
                  </a:tabLst>
                </a:pPr>
                <a:r>
                  <a:rPr lang="en-US" sz="3200" b="1" dirty="0">
                    <a:solidFill>
                      <a:srgbClr val="FF0000"/>
                    </a:solidFill>
                    <a:latin typeface="Angsana New" panose="02020603050405020304" pitchFamily="18" charset="-34"/>
                    <a:sym typeface="Symbol" pitchFamily="18" charset="2"/>
                  </a:rPr>
                  <a:t>=          =    </a:t>
                </a:r>
                <a:endParaRPr lang="en-US" sz="3200" b="1" dirty="0">
                  <a:solidFill>
                    <a:srgbClr val="FF0000"/>
                  </a:solidFill>
                  <a:latin typeface="Angsana New" pitchFamily="18" charset="-34"/>
                </a:endParaRPr>
              </a:p>
            </p:txBody>
          </p:sp>
          <p:cxnSp>
            <p:nvCxnSpPr>
              <p:cNvPr id="168" name="ตัวเชื่อมต่อตรง 167">
                <a:extLst>
                  <a:ext uri="{FF2B5EF4-FFF2-40B4-BE49-F238E27FC236}">
                    <a16:creationId xmlns:a16="http://schemas.microsoft.com/office/drawing/2014/main" id="{232F8538-57D1-4DBC-9C2A-A3D603ADA2BE}"/>
                  </a:ext>
                </a:extLst>
              </p:cNvPr>
              <p:cNvCxnSpPr/>
              <p:nvPr/>
            </p:nvCxnSpPr>
            <p:spPr>
              <a:xfrm>
                <a:off x="2021285" y="5307950"/>
                <a:ext cx="4572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171" name="Group 170"/>
          <p:cNvGrpSpPr/>
          <p:nvPr/>
        </p:nvGrpSpPr>
        <p:grpSpPr>
          <a:xfrm>
            <a:off x="8193002" y="3810000"/>
            <a:ext cx="1103398" cy="702052"/>
            <a:chOff x="8193002" y="3810000"/>
            <a:chExt cx="1103398" cy="702052"/>
          </a:xfrm>
        </p:grpSpPr>
        <p:grpSp>
          <p:nvGrpSpPr>
            <p:cNvPr id="172" name="กลุ่ม 164">
              <a:extLst>
                <a:ext uri="{FF2B5EF4-FFF2-40B4-BE49-F238E27FC236}">
                  <a16:creationId xmlns:a16="http://schemas.microsoft.com/office/drawing/2014/main" id="{20F15B01-A0C1-416C-B363-F071A5DE2D1E}"/>
                </a:ext>
              </a:extLst>
            </p:cNvPr>
            <p:cNvGrpSpPr/>
            <p:nvPr/>
          </p:nvGrpSpPr>
          <p:grpSpPr>
            <a:xfrm>
              <a:off x="8193002" y="3810000"/>
              <a:ext cx="1103398" cy="702052"/>
              <a:chOff x="3649076" y="5715000"/>
              <a:chExt cx="1103398" cy="702052"/>
            </a:xfrm>
          </p:grpSpPr>
          <p:sp>
            <p:nvSpPr>
              <p:cNvPr id="174" name="Rectangle 4">
                <a:extLst>
                  <a:ext uri="{FF2B5EF4-FFF2-40B4-BE49-F238E27FC236}">
                    <a16:creationId xmlns:a16="http://schemas.microsoft.com/office/drawing/2014/main" id="{D525190B-A273-42D9-94E1-26597D2BC3C1}"/>
                  </a:ext>
                </a:extLst>
              </p:cNvPr>
              <p:cNvSpPr>
                <a:spLocks noChangeArrowheads="1"/>
              </p:cNvSpPr>
              <p:nvPr/>
            </p:nvSpPr>
            <p:spPr bwMode="auto">
              <a:xfrm>
                <a:off x="3649076" y="5807452"/>
                <a:ext cx="1021053"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  </a:t>
                </a:r>
                <a:r>
                  <a:rPr lang="en-US" sz="2400" b="1" dirty="0">
                    <a:solidFill>
                      <a:srgbClr val="663300"/>
                    </a:solidFill>
                    <a:latin typeface="Angsana New" panose="02020603050405020304" pitchFamily="18" charset="-34"/>
                    <a:sym typeface="Symbol"/>
                  </a:rPr>
                  <a:t></a:t>
                </a:r>
                <a:r>
                  <a:rPr lang="en-US" sz="3200" b="1" baseline="-25000" dirty="0">
                    <a:solidFill>
                      <a:srgbClr val="663300"/>
                    </a:solidFill>
                    <a:latin typeface="Angsana New" panose="02020603050405020304" pitchFamily="18" charset="-34"/>
                    <a:sym typeface="Symbol"/>
                  </a:rPr>
                  <a:t>X</a:t>
                </a:r>
                <a:r>
                  <a:rPr lang="en-US" sz="3200" b="1" dirty="0">
                    <a:solidFill>
                      <a:srgbClr val="663300"/>
                    </a:solidFill>
                    <a:latin typeface="Angsana New" panose="02020603050405020304" pitchFamily="18" charset="-34"/>
                    <a:sym typeface="Symbol" pitchFamily="18" charset="2"/>
                  </a:rPr>
                  <a:t>         </a:t>
                </a:r>
                <a:endParaRPr lang="en-US" sz="3200" b="1" dirty="0">
                  <a:solidFill>
                    <a:srgbClr val="663300"/>
                  </a:solidFill>
                  <a:latin typeface="Angsana New" pitchFamily="18" charset="-34"/>
                </a:endParaRPr>
              </a:p>
            </p:txBody>
          </p:sp>
          <p:sp>
            <p:nvSpPr>
              <p:cNvPr id="175" name="Rectangle 4">
                <a:extLst>
                  <a:ext uri="{FF2B5EF4-FFF2-40B4-BE49-F238E27FC236}">
                    <a16:creationId xmlns:a16="http://schemas.microsoft.com/office/drawing/2014/main" id="{1D1FF98F-BA72-41B8-BDC9-EB0B01D74A2E}"/>
                  </a:ext>
                </a:extLst>
              </p:cNvPr>
              <p:cNvSpPr>
                <a:spLocks noChangeArrowheads="1"/>
              </p:cNvSpPr>
              <p:nvPr/>
            </p:nvSpPr>
            <p:spPr bwMode="auto">
              <a:xfrm>
                <a:off x="4350022" y="5715000"/>
                <a:ext cx="402452" cy="609600"/>
              </a:xfrm>
              <a:prstGeom prst="rect">
                <a:avLst/>
              </a:prstGeom>
              <a:noFill/>
              <a:ln w="9525">
                <a:noFill/>
                <a:miter lim="800000"/>
                <a:headEnd/>
                <a:tailEnd/>
              </a:ln>
            </p:spPr>
            <p:txBody>
              <a:bodyPr/>
              <a:lstStyle/>
              <a:p>
                <a:pPr>
                  <a:tabLst>
                    <a:tab pos="457200" algn="l"/>
                  </a:tabLst>
                </a:pPr>
                <a:r>
                  <a:rPr lang="en-US" sz="2400" b="1" dirty="0">
                    <a:solidFill>
                      <a:srgbClr val="663300"/>
                    </a:solidFill>
                    <a:latin typeface="Angsana New" panose="02020603050405020304" pitchFamily="18" charset="-34"/>
                    <a:sym typeface="Symbol" pitchFamily="18" charset="2"/>
                  </a:rPr>
                  <a:t>2</a:t>
                </a:r>
                <a:endParaRPr lang="en-US" sz="2400" b="1" dirty="0">
                  <a:solidFill>
                    <a:srgbClr val="663300"/>
                  </a:solidFill>
                  <a:latin typeface="Angsana New" pitchFamily="18" charset="-34"/>
                </a:endParaRPr>
              </a:p>
            </p:txBody>
          </p:sp>
          <p:sp>
            <p:nvSpPr>
              <p:cNvPr id="176" name="วงเล็บเหลี่ยมคู่ 163">
                <a:extLst>
                  <a:ext uri="{FF2B5EF4-FFF2-40B4-BE49-F238E27FC236}">
                    <a16:creationId xmlns:a16="http://schemas.microsoft.com/office/drawing/2014/main" id="{C17DAF56-404F-4DF9-A6BE-B823E91862ED}"/>
                  </a:ext>
                </a:extLst>
              </p:cNvPr>
              <p:cNvSpPr/>
              <p:nvPr/>
            </p:nvSpPr>
            <p:spPr>
              <a:xfrm>
                <a:off x="3950368" y="5952192"/>
                <a:ext cx="447780" cy="296208"/>
              </a:xfrm>
              <a:prstGeom prst="bracketPair">
                <a:avLst>
                  <a:gd name="adj" fmla="val 7962"/>
                </a:avLst>
              </a:prstGeom>
              <a:ln w="19050">
                <a:solidFill>
                  <a:srgbClr val="66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173" name="Straight Connector 172"/>
            <p:cNvCxnSpPr/>
            <p:nvPr/>
          </p:nvCxnSpPr>
          <p:spPr>
            <a:xfrm>
              <a:off x="8743900" y="4229100"/>
              <a:ext cx="108000" cy="0"/>
            </a:xfrm>
            <a:prstGeom prst="line">
              <a:avLst/>
            </a:prstGeom>
            <a:ln w="19050">
              <a:solidFill>
                <a:srgbClr val="663300"/>
              </a:solidFill>
            </a:ln>
          </p:spPr>
          <p:style>
            <a:lnRef idx="1">
              <a:schemeClr val="accent1"/>
            </a:lnRef>
            <a:fillRef idx="0">
              <a:schemeClr val="accent1"/>
            </a:fillRef>
            <a:effectRef idx="0">
              <a:schemeClr val="accent1"/>
            </a:effectRef>
            <a:fontRef idx="minor">
              <a:schemeClr val="tx1"/>
            </a:fontRef>
          </p:style>
        </p:cxnSp>
      </p:grpSp>
      <p:sp>
        <p:nvSpPr>
          <p:cNvPr id="56" name="Slide Number Placeholder 55">
            <a:extLst>
              <a:ext uri="{FF2B5EF4-FFF2-40B4-BE49-F238E27FC236}">
                <a16:creationId xmlns:a16="http://schemas.microsoft.com/office/drawing/2014/main" id="{E98D7B4F-80FD-40DB-B932-D5CAD2C6705F}"/>
              </a:ext>
            </a:extLst>
          </p:cNvPr>
          <p:cNvSpPr>
            <a:spLocks noGrp="1"/>
          </p:cNvSpPr>
          <p:nvPr>
            <p:ph type="sldNum" sz="quarter" idx="12"/>
          </p:nvPr>
        </p:nvSpPr>
        <p:spPr/>
        <p:txBody>
          <a:bodyPr/>
          <a:lstStyle/>
          <a:p>
            <a:pPr>
              <a:defRPr/>
            </a:pPr>
            <a:fld id="{3DEAF3BF-11C4-4504-A2C2-F31678299685}" type="slidenum">
              <a:rPr lang="en-US" smtClean="0"/>
              <a:pPr>
                <a:defRPr/>
              </a:pPr>
              <a:t>17</a:t>
            </a:fld>
            <a:endParaRPr lang="th-TH"/>
          </a:p>
        </p:txBody>
      </p:sp>
    </p:spTree>
    <p:extLst>
      <p:ext uri="{BB962C8B-B14F-4D97-AF65-F5344CB8AC3E}">
        <p14:creationId xmlns:p14="http://schemas.microsoft.com/office/powerpoint/2010/main" val="1356250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 Box 15">
            <a:extLst>
              <a:ext uri="{FF2B5EF4-FFF2-40B4-BE49-F238E27FC236}">
                <a16:creationId xmlns:a16="http://schemas.microsoft.com/office/drawing/2014/main" id="{FA9B0170-DDA6-4224-9E94-0E885F1A34EA}"/>
              </a:ext>
            </a:extLst>
          </p:cNvPr>
          <p:cNvSpPr txBox="1">
            <a:spLocks noChangeArrowheads="1"/>
          </p:cNvSpPr>
          <p:nvPr/>
        </p:nvSpPr>
        <p:spPr bwMode="auto">
          <a:xfrm>
            <a:off x="152400" y="60158"/>
            <a:ext cx="2286000" cy="523220"/>
          </a:xfrm>
          <a:prstGeom prst="rect">
            <a:avLst/>
          </a:prstGeom>
          <a:noFill/>
          <a:ln w="9525">
            <a:noFill/>
            <a:miter lim="800000"/>
            <a:headEnd/>
            <a:tailEnd/>
          </a:ln>
        </p:spPr>
        <p:txBody>
          <a:bodyPr>
            <a:spAutoFit/>
          </a:bodyPr>
          <a:lstStyle/>
          <a:p>
            <a:pPr>
              <a:spcBef>
                <a:spcPct val="50000"/>
              </a:spcBef>
            </a:pPr>
            <a:r>
              <a:rPr lang="en-US" b="1" dirty="0">
                <a:solidFill>
                  <a:srgbClr val="6600CC"/>
                </a:solidFill>
                <a:latin typeface="Angsana New" panose="02020603050405020304" pitchFamily="18" charset="-34"/>
              </a:rPr>
              <a:t>2. </a:t>
            </a:r>
            <a:r>
              <a:rPr lang="th-TH" b="1" dirty="0">
                <a:solidFill>
                  <a:srgbClr val="6600CC"/>
                </a:solidFill>
                <a:latin typeface="Angsana New" panose="02020603050405020304" pitchFamily="18" charset="-34"/>
              </a:rPr>
              <a:t>สุ่ม</a:t>
            </a:r>
            <a:r>
              <a:rPr lang="en-US" b="1" dirty="0" err="1">
                <a:solidFill>
                  <a:srgbClr val="6600CC"/>
                </a:solidFill>
                <a:latin typeface="Angsana New" panose="02020603050405020304" pitchFamily="18" charset="-34"/>
              </a:rPr>
              <a:t>แบบ</a:t>
            </a:r>
            <a:r>
              <a:rPr lang="th-TH" b="1" dirty="0">
                <a:solidFill>
                  <a:srgbClr val="6600CC"/>
                </a:solidFill>
                <a:latin typeface="Angsana New" panose="02020603050405020304" pitchFamily="18" charset="-34"/>
              </a:rPr>
              <a:t>ไม่</a:t>
            </a:r>
            <a:r>
              <a:rPr lang="en-US" b="1" dirty="0" err="1">
                <a:solidFill>
                  <a:srgbClr val="6600CC"/>
                </a:solidFill>
                <a:latin typeface="Angsana New" panose="02020603050405020304" pitchFamily="18" charset="-34"/>
              </a:rPr>
              <a:t>คืนที่</a:t>
            </a:r>
            <a:endParaRPr lang="en-US" b="1" dirty="0">
              <a:solidFill>
                <a:srgbClr val="6600CC"/>
              </a:solidFill>
              <a:latin typeface="Angsana New" panose="02020603050405020304" pitchFamily="18" charset="-34"/>
            </a:endParaRPr>
          </a:p>
        </p:txBody>
      </p:sp>
      <p:grpSp>
        <p:nvGrpSpPr>
          <p:cNvPr id="104" name="กลุ่ม 103">
            <a:extLst>
              <a:ext uri="{FF2B5EF4-FFF2-40B4-BE49-F238E27FC236}">
                <a16:creationId xmlns:a16="http://schemas.microsoft.com/office/drawing/2014/main" id="{439F747D-C222-4B5D-BC62-ECA96E1D811C}"/>
              </a:ext>
            </a:extLst>
          </p:cNvPr>
          <p:cNvGrpSpPr/>
          <p:nvPr/>
        </p:nvGrpSpPr>
        <p:grpSpPr>
          <a:xfrm>
            <a:off x="165100" y="1701258"/>
            <a:ext cx="6813550" cy="737142"/>
            <a:chOff x="806450" y="1628274"/>
            <a:chExt cx="6813550" cy="737142"/>
          </a:xfrm>
        </p:grpSpPr>
        <p:grpSp>
          <p:nvGrpSpPr>
            <p:cNvPr id="80" name="กลุ่ม 79">
              <a:extLst>
                <a:ext uri="{FF2B5EF4-FFF2-40B4-BE49-F238E27FC236}">
                  <a16:creationId xmlns:a16="http://schemas.microsoft.com/office/drawing/2014/main" id="{C6405B58-D6D0-448F-86BC-B69066EB00DD}"/>
                </a:ext>
              </a:extLst>
            </p:cNvPr>
            <p:cNvGrpSpPr/>
            <p:nvPr/>
          </p:nvGrpSpPr>
          <p:grpSpPr>
            <a:xfrm>
              <a:off x="806450" y="1628274"/>
              <a:ext cx="946150" cy="609600"/>
              <a:chOff x="806450" y="1628274"/>
              <a:chExt cx="946150" cy="609600"/>
            </a:xfrm>
          </p:grpSpPr>
          <p:sp>
            <p:nvSpPr>
              <p:cNvPr id="64" name="Rectangle 4">
                <a:extLst>
                  <a:ext uri="{FF2B5EF4-FFF2-40B4-BE49-F238E27FC236}">
                    <a16:creationId xmlns:a16="http://schemas.microsoft.com/office/drawing/2014/main" id="{C9A5D7EA-BECD-4FD1-ABC3-5783CF6F198A}"/>
                  </a:ext>
                </a:extLst>
              </p:cNvPr>
              <p:cNvSpPr>
                <a:spLocks noChangeArrowheads="1"/>
              </p:cNvSpPr>
              <p:nvPr/>
            </p:nvSpPr>
            <p:spPr bwMode="auto">
              <a:xfrm>
                <a:off x="806450" y="1628274"/>
                <a:ext cx="946150" cy="609600"/>
              </a:xfrm>
              <a:prstGeom prst="rect">
                <a:avLst/>
              </a:prstGeom>
              <a:noFill/>
              <a:ln w="9525">
                <a:noFill/>
                <a:miter lim="800000"/>
                <a:headEnd/>
                <a:tailEnd/>
              </a:ln>
            </p:spPr>
            <p:txBody>
              <a:bodyPr/>
              <a:lstStyle/>
              <a:p>
                <a:pPr>
                  <a:tabLst>
                    <a:tab pos="457200" algn="l"/>
                  </a:tabLst>
                </a:pPr>
                <a:r>
                  <a:rPr lang="en-US" sz="2400" b="1" dirty="0">
                    <a:solidFill>
                      <a:srgbClr val="663300"/>
                    </a:solidFill>
                    <a:latin typeface="Angsana New" panose="02020603050405020304" pitchFamily="18" charset="-34"/>
                    <a:sym typeface="Symbol"/>
                  </a:rPr>
                  <a:t></a:t>
                </a:r>
                <a:r>
                  <a:rPr lang="en-US" sz="3200" b="1" baseline="-25000" dirty="0">
                    <a:solidFill>
                      <a:srgbClr val="663300"/>
                    </a:solidFill>
                    <a:latin typeface="Angsana New" panose="02020603050405020304" pitchFamily="18" charset="-34"/>
                    <a:sym typeface="Symbol" pitchFamily="18" charset="2"/>
                  </a:rPr>
                  <a:t>X</a:t>
                </a:r>
                <a:r>
                  <a:rPr lang="en-US" sz="3200" b="1" dirty="0">
                    <a:solidFill>
                      <a:srgbClr val="663300"/>
                    </a:solidFill>
                    <a:latin typeface="Angsana New" panose="02020603050405020304" pitchFamily="18" charset="-34"/>
                    <a:sym typeface="Symbol" pitchFamily="18" charset="2"/>
                  </a:rPr>
                  <a:t>  =</a:t>
                </a:r>
                <a:endParaRPr lang="en-US" sz="3200" b="1" dirty="0">
                  <a:solidFill>
                    <a:srgbClr val="663300"/>
                  </a:solidFill>
                  <a:latin typeface="Angsana New" pitchFamily="18" charset="-34"/>
                </a:endParaRPr>
              </a:p>
            </p:txBody>
          </p:sp>
          <p:cxnSp>
            <p:nvCxnSpPr>
              <p:cNvPr id="66" name="ตัวเชื่อมต่อตรง 65">
                <a:extLst>
                  <a:ext uri="{FF2B5EF4-FFF2-40B4-BE49-F238E27FC236}">
                    <a16:creationId xmlns:a16="http://schemas.microsoft.com/office/drawing/2014/main" id="{9F36BED8-0015-4217-96A2-A6F8F7398F8E}"/>
                  </a:ext>
                </a:extLst>
              </p:cNvPr>
              <p:cNvCxnSpPr/>
              <p:nvPr/>
            </p:nvCxnSpPr>
            <p:spPr>
              <a:xfrm>
                <a:off x="1069340" y="1959016"/>
                <a:ext cx="108000" cy="0"/>
              </a:xfrm>
              <a:prstGeom prst="line">
                <a:avLst/>
              </a:prstGeom>
              <a:ln w="19050">
                <a:solidFill>
                  <a:srgbClr val="663300"/>
                </a:solidFill>
              </a:ln>
            </p:spPr>
            <p:style>
              <a:lnRef idx="1">
                <a:schemeClr val="accent1"/>
              </a:lnRef>
              <a:fillRef idx="0">
                <a:schemeClr val="accent1"/>
              </a:fillRef>
              <a:effectRef idx="0">
                <a:schemeClr val="accent1"/>
              </a:effectRef>
              <a:fontRef idx="minor">
                <a:schemeClr val="tx1"/>
              </a:fontRef>
            </p:style>
          </p:cxnSp>
        </p:grpSp>
        <p:grpSp>
          <p:nvGrpSpPr>
            <p:cNvPr id="71" name="กลุ่ม 70">
              <a:extLst>
                <a:ext uri="{FF2B5EF4-FFF2-40B4-BE49-F238E27FC236}">
                  <a16:creationId xmlns:a16="http://schemas.microsoft.com/office/drawing/2014/main" id="{592441D3-8F59-4543-9C37-FB3843F4C9F5}"/>
                </a:ext>
              </a:extLst>
            </p:cNvPr>
            <p:cNvGrpSpPr/>
            <p:nvPr/>
          </p:nvGrpSpPr>
          <p:grpSpPr>
            <a:xfrm>
              <a:off x="1556437" y="1636294"/>
              <a:ext cx="1034363" cy="695575"/>
              <a:chOff x="1600199" y="2286000"/>
              <a:chExt cx="1034363" cy="695575"/>
            </a:xfrm>
          </p:grpSpPr>
          <p:sp>
            <p:nvSpPr>
              <p:cNvPr id="72" name="กล่องข้อความ 71">
                <a:extLst>
                  <a:ext uri="{FF2B5EF4-FFF2-40B4-BE49-F238E27FC236}">
                    <a16:creationId xmlns:a16="http://schemas.microsoft.com/office/drawing/2014/main" id="{9869CAEB-D2F0-4CE0-9911-A7EC84C44752}"/>
                  </a:ext>
                </a:extLst>
              </p:cNvPr>
              <p:cNvSpPr txBox="1"/>
              <p:nvPr/>
            </p:nvSpPr>
            <p:spPr>
              <a:xfrm>
                <a:off x="1600199" y="2286000"/>
                <a:ext cx="1034363" cy="695575"/>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1.5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2</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73" name="ตัวเชื่อมต่อตรง 72">
                <a:extLst>
                  <a:ext uri="{FF2B5EF4-FFF2-40B4-BE49-F238E27FC236}">
                    <a16:creationId xmlns:a16="http://schemas.microsoft.com/office/drawing/2014/main" id="{0DABDF74-9987-49CD-8F5E-897C3AD2F13F}"/>
                  </a:ext>
                </a:extLst>
              </p:cNvPr>
              <p:cNvCxnSpPr/>
              <p:nvPr/>
            </p:nvCxnSpPr>
            <p:spPr>
              <a:xfrm>
                <a:off x="1796716" y="2585560"/>
                <a:ext cx="64008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74" name="กลุ่ม 73">
              <a:extLst>
                <a:ext uri="{FF2B5EF4-FFF2-40B4-BE49-F238E27FC236}">
                  <a16:creationId xmlns:a16="http://schemas.microsoft.com/office/drawing/2014/main" id="{7A68044C-10B4-4AE8-A733-182311281A1E}"/>
                </a:ext>
              </a:extLst>
            </p:cNvPr>
            <p:cNvGrpSpPr/>
            <p:nvPr/>
          </p:nvGrpSpPr>
          <p:grpSpPr>
            <a:xfrm>
              <a:off x="2590800" y="1637524"/>
              <a:ext cx="677446" cy="727892"/>
              <a:chOff x="1600200" y="2286000"/>
              <a:chExt cx="677446" cy="727892"/>
            </a:xfrm>
          </p:grpSpPr>
          <p:sp>
            <p:nvSpPr>
              <p:cNvPr id="75" name="กล่องข้อความ 74">
                <a:extLst>
                  <a:ext uri="{FF2B5EF4-FFF2-40B4-BE49-F238E27FC236}">
                    <a16:creationId xmlns:a16="http://schemas.microsoft.com/office/drawing/2014/main" id="{F6A23A8A-35B5-4CD6-840F-F30BB24CC7B7}"/>
                  </a:ext>
                </a:extLst>
              </p:cNvPr>
              <p:cNvSpPr txBox="1"/>
              <p:nvPr/>
            </p:nvSpPr>
            <p:spPr>
              <a:xfrm>
                <a:off x="1600200"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2</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2</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76" name="ตัวเชื่อมต่อตรง 75">
                <a:extLst>
                  <a:ext uri="{FF2B5EF4-FFF2-40B4-BE49-F238E27FC236}">
                    <a16:creationId xmlns:a16="http://schemas.microsoft.com/office/drawing/2014/main" id="{736CD410-2F6A-4BCC-AEE4-4295BFACACF7}"/>
                  </a:ext>
                </a:extLst>
              </p:cNvPr>
              <p:cNvCxnSpPr/>
              <p:nvPr/>
            </p:nvCxnSpPr>
            <p:spPr>
              <a:xfrm>
                <a:off x="1700464"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77" name="กลุ่ม 76">
              <a:extLst>
                <a:ext uri="{FF2B5EF4-FFF2-40B4-BE49-F238E27FC236}">
                  <a16:creationId xmlns:a16="http://schemas.microsoft.com/office/drawing/2014/main" id="{FCE960F8-0EEA-4FEE-9F8E-55C96D788F8C}"/>
                </a:ext>
              </a:extLst>
            </p:cNvPr>
            <p:cNvGrpSpPr/>
            <p:nvPr/>
          </p:nvGrpSpPr>
          <p:grpSpPr>
            <a:xfrm>
              <a:off x="3232837" y="1636294"/>
              <a:ext cx="1034363" cy="695575"/>
              <a:chOff x="1600199" y="2286000"/>
              <a:chExt cx="1034363" cy="695575"/>
            </a:xfrm>
          </p:grpSpPr>
          <p:sp>
            <p:nvSpPr>
              <p:cNvPr id="78" name="กล่องข้อความ 77">
                <a:extLst>
                  <a:ext uri="{FF2B5EF4-FFF2-40B4-BE49-F238E27FC236}">
                    <a16:creationId xmlns:a16="http://schemas.microsoft.com/office/drawing/2014/main" id="{0A2AE61E-C5B5-442D-A27D-701F784693B9}"/>
                  </a:ext>
                </a:extLst>
              </p:cNvPr>
              <p:cNvSpPr txBox="1"/>
              <p:nvPr/>
            </p:nvSpPr>
            <p:spPr>
              <a:xfrm>
                <a:off x="1600199" y="2286000"/>
                <a:ext cx="1034363" cy="695575"/>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2.5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4</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79" name="ตัวเชื่อมต่อตรง 78">
                <a:extLst>
                  <a:ext uri="{FF2B5EF4-FFF2-40B4-BE49-F238E27FC236}">
                    <a16:creationId xmlns:a16="http://schemas.microsoft.com/office/drawing/2014/main" id="{28567319-0400-4464-B9B4-A4487744761F}"/>
                  </a:ext>
                </a:extLst>
              </p:cNvPr>
              <p:cNvCxnSpPr/>
              <p:nvPr/>
            </p:nvCxnSpPr>
            <p:spPr>
              <a:xfrm>
                <a:off x="1796716" y="2585560"/>
                <a:ext cx="64008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81" name="กลุ่ม 80">
              <a:extLst>
                <a:ext uri="{FF2B5EF4-FFF2-40B4-BE49-F238E27FC236}">
                  <a16:creationId xmlns:a16="http://schemas.microsoft.com/office/drawing/2014/main" id="{CC3622E2-3470-470D-8467-DC8CF1535731}"/>
                </a:ext>
              </a:extLst>
            </p:cNvPr>
            <p:cNvGrpSpPr/>
            <p:nvPr/>
          </p:nvGrpSpPr>
          <p:grpSpPr>
            <a:xfrm>
              <a:off x="4267200" y="1637524"/>
              <a:ext cx="677446" cy="727892"/>
              <a:chOff x="1600200" y="2286000"/>
              <a:chExt cx="677446" cy="727892"/>
            </a:xfrm>
          </p:grpSpPr>
          <p:sp>
            <p:nvSpPr>
              <p:cNvPr id="82" name="กล่องข้อความ 81">
                <a:extLst>
                  <a:ext uri="{FF2B5EF4-FFF2-40B4-BE49-F238E27FC236}">
                    <a16:creationId xmlns:a16="http://schemas.microsoft.com/office/drawing/2014/main" id="{27DF9364-C05E-4D5B-BAB8-57F0BFFDAD9A}"/>
                  </a:ext>
                </a:extLst>
              </p:cNvPr>
              <p:cNvSpPr txBox="1"/>
              <p:nvPr/>
            </p:nvSpPr>
            <p:spPr>
              <a:xfrm>
                <a:off x="1600200"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3</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4</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83" name="ตัวเชื่อมต่อตรง 82">
                <a:extLst>
                  <a:ext uri="{FF2B5EF4-FFF2-40B4-BE49-F238E27FC236}">
                    <a16:creationId xmlns:a16="http://schemas.microsoft.com/office/drawing/2014/main" id="{000578BF-BD3A-4D43-A981-70C69FA6046B}"/>
                  </a:ext>
                </a:extLst>
              </p:cNvPr>
              <p:cNvCxnSpPr/>
              <p:nvPr/>
            </p:nvCxnSpPr>
            <p:spPr>
              <a:xfrm>
                <a:off x="1700464"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84" name="กลุ่ม 83">
              <a:extLst>
                <a:ext uri="{FF2B5EF4-FFF2-40B4-BE49-F238E27FC236}">
                  <a16:creationId xmlns:a16="http://schemas.microsoft.com/office/drawing/2014/main" id="{3FCFCC76-450B-48E4-A1E4-EFA8B6B194A4}"/>
                </a:ext>
              </a:extLst>
            </p:cNvPr>
            <p:cNvGrpSpPr/>
            <p:nvPr/>
          </p:nvGrpSpPr>
          <p:grpSpPr>
            <a:xfrm>
              <a:off x="4909237" y="1636294"/>
              <a:ext cx="1034363" cy="695575"/>
              <a:chOff x="1600199" y="2286000"/>
              <a:chExt cx="1034363" cy="695575"/>
            </a:xfrm>
          </p:grpSpPr>
          <p:sp>
            <p:nvSpPr>
              <p:cNvPr id="85" name="กล่องข้อความ 84">
                <a:extLst>
                  <a:ext uri="{FF2B5EF4-FFF2-40B4-BE49-F238E27FC236}">
                    <a16:creationId xmlns:a16="http://schemas.microsoft.com/office/drawing/2014/main" id="{4C1CF0C0-D67C-460E-9C99-330686963105}"/>
                  </a:ext>
                </a:extLst>
              </p:cNvPr>
              <p:cNvSpPr txBox="1"/>
              <p:nvPr/>
            </p:nvSpPr>
            <p:spPr>
              <a:xfrm>
                <a:off x="1600199" y="2286000"/>
                <a:ext cx="1034363" cy="695575"/>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3.5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4</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86" name="ตัวเชื่อมต่อตรง 85">
                <a:extLst>
                  <a:ext uri="{FF2B5EF4-FFF2-40B4-BE49-F238E27FC236}">
                    <a16:creationId xmlns:a16="http://schemas.microsoft.com/office/drawing/2014/main" id="{54C18B83-0AC5-44C2-A5AA-C84BB7B330A3}"/>
                  </a:ext>
                </a:extLst>
              </p:cNvPr>
              <p:cNvCxnSpPr/>
              <p:nvPr/>
            </p:nvCxnSpPr>
            <p:spPr>
              <a:xfrm>
                <a:off x="1796716" y="2585560"/>
                <a:ext cx="64008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87" name="กลุ่ม 86">
              <a:extLst>
                <a:ext uri="{FF2B5EF4-FFF2-40B4-BE49-F238E27FC236}">
                  <a16:creationId xmlns:a16="http://schemas.microsoft.com/office/drawing/2014/main" id="{F3FD91A4-971A-4B64-84AE-505FB4A9C010}"/>
                </a:ext>
              </a:extLst>
            </p:cNvPr>
            <p:cNvGrpSpPr/>
            <p:nvPr/>
          </p:nvGrpSpPr>
          <p:grpSpPr>
            <a:xfrm>
              <a:off x="5951954" y="1632284"/>
              <a:ext cx="677446" cy="695575"/>
              <a:chOff x="1600200" y="2286000"/>
              <a:chExt cx="677446" cy="695575"/>
            </a:xfrm>
          </p:grpSpPr>
          <p:sp>
            <p:nvSpPr>
              <p:cNvPr id="88" name="กล่องข้อความ 87">
                <a:extLst>
                  <a:ext uri="{FF2B5EF4-FFF2-40B4-BE49-F238E27FC236}">
                    <a16:creationId xmlns:a16="http://schemas.microsoft.com/office/drawing/2014/main" id="{47E5F164-BC05-44B3-9F5E-637208508962}"/>
                  </a:ext>
                </a:extLst>
              </p:cNvPr>
              <p:cNvSpPr txBox="1"/>
              <p:nvPr/>
            </p:nvSpPr>
            <p:spPr>
              <a:xfrm>
                <a:off x="1600200" y="2286000"/>
                <a:ext cx="677446" cy="695575"/>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sym typeface="Symbol" panose="05050102010706020507" pitchFamily="18" charset="2"/>
                  </a:rPr>
                  <a:t>4</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2</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89" name="ตัวเชื่อมต่อตรง 88">
                <a:extLst>
                  <a:ext uri="{FF2B5EF4-FFF2-40B4-BE49-F238E27FC236}">
                    <a16:creationId xmlns:a16="http://schemas.microsoft.com/office/drawing/2014/main" id="{5000EF67-92CC-4420-AB85-2064891A5D4E}"/>
                  </a:ext>
                </a:extLst>
              </p:cNvPr>
              <p:cNvCxnSpPr/>
              <p:nvPr/>
            </p:nvCxnSpPr>
            <p:spPr>
              <a:xfrm>
                <a:off x="1700464"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90" name="กลุ่ม 89">
              <a:extLst>
                <a:ext uri="{FF2B5EF4-FFF2-40B4-BE49-F238E27FC236}">
                  <a16:creationId xmlns:a16="http://schemas.microsoft.com/office/drawing/2014/main" id="{C7450A6A-AFFD-4260-B256-7B981496CAC9}"/>
                </a:ext>
              </a:extLst>
            </p:cNvPr>
            <p:cNvGrpSpPr/>
            <p:nvPr/>
          </p:nvGrpSpPr>
          <p:grpSpPr>
            <a:xfrm>
              <a:off x="6585637" y="1636294"/>
              <a:ext cx="1034363" cy="695575"/>
              <a:chOff x="1600199" y="2286000"/>
              <a:chExt cx="1034363" cy="695575"/>
            </a:xfrm>
          </p:grpSpPr>
          <p:sp>
            <p:nvSpPr>
              <p:cNvPr id="91" name="กล่องข้อความ 90">
                <a:extLst>
                  <a:ext uri="{FF2B5EF4-FFF2-40B4-BE49-F238E27FC236}">
                    <a16:creationId xmlns:a16="http://schemas.microsoft.com/office/drawing/2014/main" id="{626689B7-A551-4697-81F6-A213F33F99C2}"/>
                  </a:ext>
                </a:extLst>
              </p:cNvPr>
              <p:cNvSpPr txBox="1"/>
              <p:nvPr/>
            </p:nvSpPr>
            <p:spPr>
              <a:xfrm>
                <a:off x="1600199" y="2286000"/>
                <a:ext cx="1034363" cy="695575"/>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4.5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2</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92" name="ตัวเชื่อมต่อตรง 91">
                <a:extLst>
                  <a:ext uri="{FF2B5EF4-FFF2-40B4-BE49-F238E27FC236}">
                    <a16:creationId xmlns:a16="http://schemas.microsoft.com/office/drawing/2014/main" id="{5007B065-65A4-4308-BA72-E022DCACCDF1}"/>
                  </a:ext>
                </a:extLst>
              </p:cNvPr>
              <p:cNvCxnSpPr/>
              <p:nvPr/>
            </p:nvCxnSpPr>
            <p:spPr>
              <a:xfrm>
                <a:off x="1796716" y="2585560"/>
                <a:ext cx="64008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sp>
          <p:nvSpPr>
            <p:cNvPr id="97" name="Rectangle 4">
              <a:extLst>
                <a:ext uri="{FF2B5EF4-FFF2-40B4-BE49-F238E27FC236}">
                  <a16:creationId xmlns:a16="http://schemas.microsoft.com/office/drawing/2014/main" id="{FA3ADE37-97BF-4195-9371-C45BDA25AA19}"/>
                </a:ext>
              </a:extLst>
            </p:cNvPr>
            <p:cNvSpPr>
              <a:spLocks noChangeArrowheads="1"/>
            </p:cNvSpPr>
            <p:nvPr/>
          </p:nvSpPr>
          <p:spPr bwMode="auto">
            <a:xfrm>
              <a:off x="2388874"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98" name="Rectangle 4">
              <a:extLst>
                <a:ext uri="{FF2B5EF4-FFF2-40B4-BE49-F238E27FC236}">
                  <a16:creationId xmlns:a16="http://schemas.microsoft.com/office/drawing/2014/main" id="{DDE7E717-BA67-47AA-8073-5C46A53B4CFD}"/>
                </a:ext>
              </a:extLst>
            </p:cNvPr>
            <p:cNvSpPr>
              <a:spLocks noChangeArrowheads="1"/>
            </p:cNvSpPr>
            <p:nvPr/>
          </p:nvSpPr>
          <p:spPr bwMode="auto">
            <a:xfrm>
              <a:off x="3152274"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99" name="Rectangle 4">
              <a:extLst>
                <a:ext uri="{FF2B5EF4-FFF2-40B4-BE49-F238E27FC236}">
                  <a16:creationId xmlns:a16="http://schemas.microsoft.com/office/drawing/2014/main" id="{0048E28B-88CE-45E4-A615-6F3143FF4CCB}"/>
                </a:ext>
              </a:extLst>
            </p:cNvPr>
            <p:cNvSpPr>
              <a:spLocks noChangeArrowheads="1"/>
            </p:cNvSpPr>
            <p:nvPr/>
          </p:nvSpPr>
          <p:spPr bwMode="auto">
            <a:xfrm>
              <a:off x="4065274"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00" name="Rectangle 4">
              <a:extLst>
                <a:ext uri="{FF2B5EF4-FFF2-40B4-BE49-F238E27FC236}">
                  <a16:creationId xmlns:a16="http://schemas.microsoft.com/office/drawing/2014/main" id="{B3951A77-3F61-4F09-AF04-2D51110C3137}"/>
                </a:ext>
              </a:extLst>
            </p:cNvPr>
            <p:cNvSpPr>
              <a:spLocks noChangeArrowheads="1"/>
            </p:cNvSpPr>
            <p:nvPr/>
          </p:nvSpPr>
          <p:spPr bwMode="auto">
            <a:xfrm>
              <a:off x="4827274"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01" name="Rectangle 4">
              <a:extLst>
                <a:ext uri="{FF2B5EF4-FFF2-40B4-BE49-F238E27FC236}">
                  <a16:creationId xmlns:a16="http://schemas.microsoft.com/office/drawing/2014/main" id="{9D10DC3A-5EA1-49B8-B237-0019ABB3F336}"/>
                </a:ext>
              </a:extLst>
            </p:cNvPr>
            <p:cNvSpPr>
              <a:spLocks noChangeArrowheads="1"/>
            </p:cNvSpPr>
            <p:nvPr/>
          </p:nvSpPr>
          <p:spPr bwMode="auto">
            <a:xfrm>
              <a:off x="5769748"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02" name="Rectangle 4">
              <a:extLst>
                <a:ext uri="{FF2B5EF4-FFF2-40B4-BE49-F238E27FC236}">
                  <a16:creationId xmlns:a16="http://schemas.microsoft.com/office/drawing/2014/main" id="{2F16D051-BA26-4B72-95F3-698DAFB1EF2C}"/>
                </a:ext>
              </a:extLst>
            </p:cNvPr>
            <p:cNvSpPr>
              <a:spLocks noChangeArrowheads="1"/>
            </p:cNvSpPr>
            <p:nvPr/>
          </p:nvSpPr>
          <p:spPr bwMode="auto">
            <a:xfrm>
              <a:off x="6487632"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grpSp>
      <p:grpSp>
        <p:nvGrpSpPr>
          <p:cNvPr id="108" name="กลุ่ม 107">
            <a:extLst>
              <a:ext uri="{FF2B5EF4-FFF2-40B4-BE49-F238E27FC236}">
                <a16:creationId xmlns:a16="http://schemas.microsoft.com/office/drawing/2014/main" id="{B13D575F-BFD8-4E82-B7DB-04C72CE12BB7}"/>
              </a:ext>
            </a:extLst>
          </p:cNvPr>
          <p:cNvGrpSpPr/>
          <p:nvPr/>
        </p:nvGrpSpPr>
        <p:grpSpPr>
          <a:xfrm>
            <a:off x="610457" y="2320108"/>
            <a:ext cx="2970943" cy="727892"/>
            <a:chOff x="571689" y="2346158"/>
            <a:chExt cx="2970943" cy="727892"/>
          </a:xfrm>
        </p:grpSpPr>
        <p:sp>
          <p:nvSpPr>
            <p:cNvPr id="105" name="Rectangle 4">
              <a:extLst>
                <a:ext uri="{FF2B5EF4-FFF2-40B4-BE49-F238E27FC236}">
                  <a16:creationId xmlns:a16="http://schemas.microsoft.com/office/drawing/2014/main" id="{DFB10C61-B685-446B-ADFF-A2AE17BD8B73}"/>
                </a:ext>
              </a:extLst>
            </p:cNvPr>
            <p:cNvSpPr>
              <a:spLocks noChangeArrowheads="1"/>
            </p:cNvSpPr>
            <p:nvPr/>
          </p:nvSpPr>
          <p:spPr bwMode="auto">
            <a:xfrm>
              <a:off x="571689" y="2362200"/>
              <a:ext cx="2970943"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            =  3  =  </a:t>
              </a:r>
              <a:r>
                <a:rPr lang="en-US" sz="2400" b="1" dirty="0">
                  <a:solidFill>
                    <a:srgbClr val="663300"/>
                  </a:solidFill>
                  <a:latin typeface="Angsana New" panose="02020603050405020304" pitchFamily="18" charset="-34"/>
                  <a:sym typeface="Symbol"/>
                </a:rPr>
                <a:t></a:t>
              </a:r>
              <a:r>
                <a:rPr lang="en-US" sz="3200" b="1" baseline="-25000" dirty="0">
                  <a:solidFill>
                    <a:srgbClr val="663300"/>
                  </a:solidFill>
                  <a:latin typeface="Angsana New" panose="02020603050405020304" pitchFamily="18" charset="-34"/>
                  <a:sym typeface="Symbol"/>
                </a:rPr>
                <a:t>X</a:t>
              </a:r>
              <a:r>
                <a:rPr lang="en-US" sz="3200" b="1" dirty="0">
                  <a:solidFill>
                    <a:srgbClr val="663300"/>
                  </a:solidFill>
                  <a:latin typeface="Angsana New" panose="02020603050405020304" pitchFamily="18" charset="-34"/>
                  <a:sym typeface="Symbol" pitchFamily="18" charset="2"/>
                </a:rPr>
                <a:t>    </a:t>
              </a:r>
              <a:endParaRPr lang="en-US" sz="3200" b="1" dirty="0">
                <a:solidFill>
                  <a:srgbClr val="663300"/>
                </a:solidFill>
                <a:latin typeface="Angsana New" pitchFamily="18" charset="-34"/>
              </a:endParaRPr>
            </a:p>
          </p:txBody>
        </p:sp>
        <p:sp>
          <p:nvSpPr>
            <p:cNvPr id="106" name="กล่องข้อความ 105">
              <a:extLst>
                <a:ext uri="{FF2B5EF4-FFF2-40B4-BE49-F238E27FC236}">
                  <a16:creationId xmlns:a16="http://schemas.microsoft.com/office/drawing/2014/main" id="{0787A86B-5D5F-43A2-8FFA-49640EF6C353}"/>
                </a:ext>
              </a:extLst>
            </p:cNvPr>
            <p:cNvSpPr txBox="1"/>
            <p:nvPr/>
          </p:nvSpPr>
          <p:spPr>
            <a:xfrm>
              <a:off x="882669" y="2346158"/>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60</a:t>
              </a:r>
            </a:p>
            <a:p>
              <a:pPr algn="ctr">
                <a:lnSpc>
                  <a:spcPct val="70000"/>
                </a:lnSpc>
              </a:pPr>
              <a:r>
                <a:rPr lang="en-US" b="1" dirty="0">
                  <a:solidFill>
                    <a:srgbClr val="008000"/>
                  </a:solidFill>
                  <a:latin typeface="Angsana New" panose="02020603050405020304" pitchFamily="18" charset="-34"/>
                </a:rPr>
                <a:t>20</a:t>
              </a:r>
            </a:p>
          </p:txBody>
        </p:sp>
        <p:cxnSp>
          <p:nvCxnSpPr>
            <p:cNvPr id="107" name="ตัวเชื่อมต่อตรง 106">
              <a:extLst>
                <a:ext uri="{FF2B5EF4-FFF2-40B4-BE49-F238E27FC236}">
                  <a16:creationId xmlns:a16="http://schemas.microsoft.com/office/drawing/2014/main" id="{C0342D8D-4B2E-4A9D-A263-36193F844C87}"/>
                </a:ext>
              </a:extLst>
            </p:cNvPr>
            <p:cNvCxnSpPr/>
            <p:nvPr/>
          </p:nvCxnSpPr>
          <p:spPr>
            <a:xfrm>
              <a:off x="990600" y="266700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49" name="กลุ่ม 148">
            <a:extLst>
              <a:ext uri="{FF2B5EF4-FFF2-40B4-BE49-F238E27FC236}">
                <a16:creationId xmlns:a16="http://schemas.microsoft.com/office/drawing/2014/main" id="{0598F5B0-7B4D-4EF6-848F-22CFC61FF2DF}"/>
              </a:ext>
            </a:extLst>
          </p:cNvPr>
          <p:cNvGrpSpPr/>
          <p:nvPr/>
        </p:nvGrpSpPr>
        <p:grpSpPr>
          <a:xfrm>
            <a:off x="152400" y="3238500"/>
            <a:ext cx="7436979" cy="800100"/>
            <a:chOff x="790074" y="4152900"/>
            <a:chExt cx="7059095" cy="800100"/>
          </a:xfrm>
        </p:grpSpPr>
        <p:grpSp>
          <p:nvGrpSpPr>
            <p:cNvPr id="109" name="กลุ่ม 108">
              <a:extLst>
                <a:ext uri="{FF2B5EF4-FFF2-40B4-BE49-F238E27FC236}">
                  <a16:creationId xmlns:a16="http://schemas.microsoft.com/office/drawing/2014/main" id="{07232D1C-FE4B-43FC-8B73-00E49453B375}"/>
                </a:ext>
              </a:extLst>
            </p:cNvPr>
            <p:cNvGrpSpPr/>
            <p:nvPr/>
          </p:nvGrpSpPr>
          <p:grpSpPr>
            <a:xfrm>
              <a:off x="790074" y="4215858"/>
              <a:ext cx="7059095" cy="737142"/>
              <a:chOff x="864242" y="1628274"/>
              <a:chExt cx="6866574" cy="737142"/>
            </a:xfrm>
          </p:grpSpPr>
          <p:grpSp>
            <p:nvGrpSpPr>
              <p:cNvPr id="110" name="กลุ่ม 109">
                <a:extLst>
                  <a:ext uri="{FF2B5EF4-FFF2-40B4-BE49-F238E27FC236}">
                    <a16:creationId xmlns:a16="http://schemas.microsoft.com/office/drawing/2014/main" id="{047EC3BB-BF66-41AC-BDD4-BB696B6B672E}"/>
                  </a:ext>
                </a:extLst>
              </p:cNvPr>
              <p:cNvGrpSpPr/>
              <p:nvPr/>
            </p:nvGrpSpPr>
            <p:grpSpPr>
              <a:xfrm>
                <a:off x="864242" y="1628274"/>
                <a:ext cx="946150" cy="609600"/>
                <a:chOff x="864242" y="1628274"/>
                <a:chExt cx="946150" cy="609600"/>
              </a:xfrm>
            </p:grpSpPr>
            <p:sp>
              <p:nvSpPr>
                <p:cNvPr id="146" name="Rectangle 4">
                  <a:extLst>
                    <a:ext uri="{FF2B5EF4-FFF2-40B4-BE49-F238E27FC236}">
                      <a16:creationId xmlns:a16="http://schemas.microsoft.com/office/drawing/2014/main" id="{6A80A5B9-3C80-41DE-8502-E0363F807666}"/>
                    </a:ext>
                  </a:extLst>
                </p:cNvPr>
                <p:cNvSpPr>
                  <a:spLocks noChangeArrowheads="1"/>
                </p:cNvSpPr>
                <p:nvPr/>
              </p:nvSpPr>
              <p:spPr bwMode="auto">
                <a:xfrm>
                  <a:off x="864242" y="1628274"/>
                  <a:ext cx="946150" cy="609600"/>
                </a:xfrm>
                <a:prstGeom prst="rect">
                  <a:avLst/>
                </a:prstGeom>
                <a:noFill/>
                <a:ln w="9525">
                  <a:noFill/>
                  <a:miter lim="800000"/>
                  <a:headEnd/>
                  <a:tailEnd/>
                </a:ln>
              </p:spPr>
              <p:txBody>
                <a:bodyPr/>
                <a:lstStyle/>
                <a:p>
                  <a:pPr>
                    <a:tabLst>
                      <a:tab pos="457200" algn="l"/>
                    </a:tabLst>
                  </a:pPr>
                  <a:r>
                    <a:rPr lang="en-US" sz="2400" b="1" dirty="0">
                      <a:solidFill>
                        <a:srgbClr val="663300"/>
                      </a:solidFill>
                      <a:latin typeface="Angsana New" panose="02020603050405020304" pitchFamily="18" charset="-34"/>
                      <a:sym typeface="Symbol" panose="05050102010706020507" pitchFamily="18" charset="2"/>
                    </a:rPr>
                    <a:t></a:t>
                  </a:r>
                  <a:r>
                    <a:rPr lang="en-US" sz="3200" b="1" baseline="-25000" dirty="0">
                      <a:solidFill>
                        <a:srgbClr val="663300"/>
                      </a:solidFill>
                      <a:latin typeface="Angsana New" panose="02020603050405020304" pitchFamily="18" charset="-34"/>
                      <a:sym typeface="Symbol" pitchFamily="18" charset="2"/>
                    </a:rPr>
                    <a:t>X</a:t>
                  </a:r>
                  <a:r>
                    <a:rPr lang="en-US" sz="3200" b="1" dirty="0">
                      <a:solidFill>
                        <a:srgbClr val="663300"/>
                      </a:solidFill>
                      <a:latin typeface="Angsana New" panose="02020603050405020304" pitchFamily="18" charset="-34"/>
                      <a:sym typeface="Symbol" pitchFamily="18" charset="2"/>
                    </a:rPr>
                    <a:t>  =</a:t>
                  </a:r>
                  <a:endParaRPr lang="en-US" sz="3200" b="1" dirty="0">
                    <a:solidFill>
                      <a:srgbClr val="663300"/>
                    </a:solidFill>
                    <a:latin typeface="Angsana New" pitchFamily="18" charset="-34"/>
                  </a:endParaRPr>
                </a:p>
              </p:txBody>
            </p:sp>
            <p:cxnSp>
              <p:nvCxnSpPr>
                <p:cNvPr id="147" name="ตัวเชื่อมต่อตรง 146">
                  <a:extLst>
                    <a:ext uri="{FF2B5EF4-FFF2-40B4-BE49-F238E27FC236}">
                      <a16:creationId xmlns:a16="http://schemas.microsoft.com/office/drawing/2014/main" id="{432477C2-17BA-424E-AB8C-AE89B21CD29F}"/>
                    </a:ext>
                  </a:extLst>
                </p:cNvPr>
                <p:cNvCxnSpPr/>
                <p:nvPr/>
              </p:nvCxnSpPr>
              <p:spPr>
                <a:xfrm>
                  <a:off x="1128410" y="1946442"/>
                  <a:ext cx="105054" cy="0"/>
                </a:xfrm>
                <a:prstGeom prst="line">
                  <a:avLst/>
                </a:prstGeom>
                <a:ln w="19050">
                  <a:solidFill>
                    <a:srgbClr val="663300"/>
                  </a:solidFill>
                </a:ln>
              </p:spPr>
              <p:style>
                <a:lnRef idx="1">
                  <a:schemeClr val="accent1"/>
                </a:lnRef>
                <a:fillRef idx="0">
                  <a:schemeClr val="accent1"/>
                </a:fillRef>
                <a:effectRef idx="0">
                  <a:schemeClr val="accent1"/>
                </a:effectRef>
                <a:fontRef idx="minor">
                  <a:schemeClr val="tx1"/>
                </a:fontRef>
              </p:style>
            </p:cxnSp>
          </p:grpSp>
          <p:grpSp>
            <p:nvGrpSpPr>
              <p:cNvPr id="112" name="กลุ่ม 111">
                <a:extLst>
                  <a:ext uri="{FF2B5EF4-FFF2-40B4-BE49-F238E27FC236}">
                    <a16:creationId xmlns:a16="http://schemas.microsoft.com/office/drawing/2014/main" id="{986F62CA-B613-412D-A35F-93DFE39AE059}"/>
                  </a:ext>
                </a:extLst>
              </p:cNvPr>
              <p:cNvGrpSpPr/>
              <p:nvPr/>
            </p:nvGrpSpPr>
            <p:grpSpPr>
              <a:xfrm>
                <a:off x="1540833" y="1636294"/>
                <a:ext cx="1034363" cy="695575"/>
                <a:chOff x="1584595" y="2286000"/>
                <a:chExt cx="1034363" cy="695575"/>
              </a:xfrm>
            </p:grpSpPr>
            <p:sp>
              <p:nvSpPr>
                <p:cNvPr id="142" name="กล่องข้อความ 141">
                  <a:extLst>
                    <a:ext uri="{FF2B5EF4-FFF2-40B4-BE49-F238E27FC236}">
                      <a16:creationId xmlns:a16="http://schemas.microsoft.com/office/drawing/2014/main" id="{2F47EF5A-EE14-41F8-B944-96B9247439CD}"/>
                    </a:ext>
                  </a:extLst>
                </p:cNvPr>
                <p:cNvSpPr txBox="1"/>
                <p:nvPr/>
              </p:nvSpPr>
              <p:spPr>
                <a:xfrm>
                  <a:off x="1584595" y="2286000"/>
                  <a:ext cx="1034363" cy="695575"/>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2.25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2</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143" name="ตัวเชื่อมต่อตรง 142">
                  <a:extLst>
                    <a:ext uri="{FF2B5EF4-FFF2-40B4-BE49-F238E27FC236}">
                      <a16:creationId xmlns:a16="http://schemas.microsoft.com/office/drawing/2014/main" id="{FE4A47C9-7847-495F-8059-BBA58E9F00CE}"/>
                    </a:ext>
                  </a:extLst>
                </p:cNvPr>
                <p:cNvCxnSpPr/>
                <p:nvPr/>
              </p:nvCxnSpPr>
              <p:spPr>
                <a:xfrm>
                  <a:off x="1781111" y="2585560"/>
                  <a:ext cx="64008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3" name="กลุ่ม 112">
                <a:extLst>
                  <a:ext uri="{FF2B5EF4-FFF2-40B4-BE49-F238E27FC236}">
                    <a16:creationId xmlns:a16="http://schemas.microsoft.com/office/drawing/2014/main" id="{5664B38F-DD8D-4264-8158-2DBE4927C15D}"/>
                  </a:ext>
                </a:extLst>
              </p:cNvPr>
              <p:cNvGrpSpPr/>
              <p:nvPr/>
            </p:nvGrpSpPr>
            <p:grpSpPr>
              <a:xfrm>
                <a:off x="2512780" y="1637524"/>
                <a:ext cx="677446" cy="727892"/>
                <a:chOff x="1522180" y="2286000"/>
                <a:chExt cx="677446" cy="727892"/>
              </a:xfrm>
            </p:grpSpPr>
            <p:sp>
              <p:nvSpPr>
                <p:cNvPr id="140" name="กล่องข้อความ 139">
                  <a:extLst>
                    <a:ext uri="{FF2B5EF4-FFF2-40B4-BE49-F238E27FC236}">
                      <a16:creationId xmlns:a16="http://schemas.microsoft.com/office/drawing/2014/main" id="{4C18DE23-2096-4868-B924-82646D5F5A5F}"/>
                    </a:ext>
                  </a:extLst>
                </p:cNvPr>
                <p:cNvSpPr txBox="1"/>
                <p:nvPr/>
              </p:nvSpPr>
              <p:spPr>
                <a:xfrm>
                  <a:off x="1522180"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sym typeface="Symbol" panose="05050102010706020507" pitchFamily="18" charset="2"/>
                    </a:rPr>
                    <a:t>4</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2</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141" name="ตัวเชื่อมต่อตรง 140">
                  <a:extLst>
                    <a:ext uri="{FF2B5EF4-FFF2-40B4-BE49-F238E27FC236}">
                      <a16:creationId xmlns:a16="http://schemas.microsoft.com/office/drawing/2014/main" id="{3923C1CD-E790-4ED7-8A7A-CA602146FDAD}"/>
                    </a:ext>
                  </a:extLst>
                </p:cNvPr>
                <p:cNvCxnSpPr/>
                <p:nvPr/>
              </p:nvCxnSpPr>
              <p:spPr>
                <a:xfrm>
                  <a:off x="1622441"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4" name="กลุ่ม 113">
                <a:extLst>
                  <a:ext uri="{FF2B5EF4-FFF2-40B4-BE49-F238E27FC236}">
                    <a16:creationId xmlns:a16="http://schemas.microsoft.com/office/drawing/2014/main" id="{5C86E526-CD5D-4BFE-A858-74865A86EA34}"/>
                  </a:ext>
                </a:extLst>
              </p:cNvPr>
              <p:cNvGrpSpPr/>
              <p:nvPr/>
            </p:nvGrpSpPr>
            <p:grpSpPr>
              <a:xfrm>
                <a:off x="3134707" y="1636294"/>
                <a:ext cx="1034363" cy="695575"/>
                <a:chOff x="1502069" y="2286000"/>
                <a:chExt cx="1034363" cy="695575"/>
              </a:xfrm>
            </p:grpSpPr>
            <p:sp>
              <p:nvSpPr>
                <p:cNvPr id="138" name="กล่องข้อความ 137">
                  <a:extLst>
                    <a:ext uri="{FF2B5EF4-FFF2-40B4-BE49-F238E27FC236}">
                      <a16:creationId xmlns:a16="http://schemas.microsoft.com/office/drawing/2014/main" id="{DF1C8152-35A4-4506-9A1C-03D570DF7B91}"/>
                    </a:ext>
                  </a:extLst>
                </p:cNvPr>
                <p:cNvSpPr txBox="1"/>
                <p:nvPr/>
              </p:nvSpPr>
              <p:spPr>
                <a:xfrm>
                  <a:off x="1502069" y="2286000"/>
                  <a:ext cx="1034363" cy="695575"/>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6.25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4</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139" name="ตัวเชื่อมต่อตรง 138">
                  <a:extLst>
                    <a:ext uri="{FF2B5EF4-FFF2-40B4-BE49-F238E27FC236}">
                      <a16:creationId xmlns:a16="http://schemas.microsoft.com/office/drawing/2014/main" id="{6F7714EF-EA32-46E9-9518-2BAFD5A2AA83}"/>
                    </a:ext>
                  </a:extLst>
                </p:cNvPr>
                <p:cNvCxnSpPr/>
                <p:nvPr/>
              </p:nvCxnSpPr>
              <p:spPr>
                <a:xfrm>
                  <a:off x="1698586" y="2585560"/>
                  <a:ext cx="64008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5" name="กลุ่ม 114">
                <a:extLst>
                  <a:ext uri="{FF2B5EF4-FFF2-40B4-BE49-F238E27FC236}">
                    <a16:creationId xmlns:a16="http://schemas.microsoft.com/office/drawing/2014/main" id="{AD054927-9768-4A50-BC95-5BDC1991EC80}"/>
                  </a:ext>
                </a:extLst>
              </p:cNvPr>
              <p:cNvGrpSpPr/>
              <p:nvPr/>
            </p:nvGrpSpPr>
            <p:grpSpPr>
              <a:xfrm>
                <a:off x="4137306" y="1637524"/>
                <a:ext cx="677446" cy="727892"/>
                <a:chOff x="1470306" y="2286000"/>
                <a:chExt cx="677446" cy="727892"/>
              </a:xfrm>
            </p:grpSpPr>
            <p:sp>
              <p:nvSpPr>
                <p:cNvPr id="136" name="กล่องข้อความ 135">
                  <a:extLst>
                    <a:ext uri="{FF2B5EF4-FFF2-40B4-BE49-F238E27FC236}">
                      <a16:creationId xmlns:a16="http://schemas.microsoft.com/office/drawing/2014/main" id="{15C71661-DE7F-4795-9AF7-CDFA7F06DC7C}"/>
                    </a:ext>
                  </a:extLst>
                </p:cNvPr>
                <p:cNvSpPr txBox="1"/>
                <p:nvPr/>
              </p:nvSpPr>
              <p:spPr>
                <a:xfrm>
                  <a:off x="1470306"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sym typeface="Symbol" panose="05050102010706020507" pitchFamily="18" charset="2"/>
                    </a:rPr>
                    <a:t>9</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4</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137" name="ตัวเชื่อมต่อตรง 136">
                  <a:extLst>
                    <a:ext uri="{FF2B5EF4-FFF2-40B4-BE49-F238E27FC236}">
                      <a16:creationId xmlns:a16="http://schemas.microsoft.com/office/drawing/2014/main" id="{AF2D1944-09F2-47C7-B99B-E44AB41AE2EE}"/>
                    </a:ext>
                  </a:extLst>
                </p:cNvPr>
                <p:cNvCxnSpPr/>
                <p:nvPr/>
              </p:nvCxnSpPr>
              <p:spPr>
                <a:xfrm>
                  <a:off x="1570567"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6" name="กลุ่ม 115">
                <a:extLst>
                  <a:ext uri="{FF2B5EF4-FFF2-40B4-BE49-F238E27FC236}">
                    <a16:creationId xmlns:a16="http://schemas.microsoft.com/office/drawing/2014/main" id="{AA66974B-533B-453E-A739-FB2D0CEA7C1F}"/>
                  </a:ext>
                </a:extLst>
              </p:cNvPr>
              <p:cNvGrpSpPr/>
              <p:nvPr/>
            </p:nvGrpSpPr>
            <p:grpSpPr>
              <a:xfrm>
                <a:off x="4839509" y="1636294"/>
                <a:ext cx="1034363" cy="695575"/>
                <a:chOff x="1530471" y="2286000"/>
                <a:chExt cx="1034363" cy="695575"/>
              </a:xfrm>
            </p:grpSpPr>
            <p:sp>
              <p:nvSpPr>
                <p:cNvPr id="134" name="กล่องข้อความ 133">
                  <a:extLst>
                    <a:ext uri="{FF2B5EF4-FFF2-40B4-BE49-F238E27FC236}">
                      <a16:creationId xmlns:a16="http://schemas.microsoft.com/office/drawing/2014/main" id="{61EDE7A4-8B62-424A-B785-E87A371FA234}"/>
                    </a:ext>
                  </a:extLst>
                </p:cNvPr>
                <p:cNvSpPr txBox="1"/>
                <p:nvPr/>
              </p:nvSpPr>
              <p:spPr>
                <a:xfrm>
                  <a:off x="1530471" y="2286000"/>
                  <a:ext cx="1034363" cy="695575"/>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12.25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4</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135" name="ตัวเชื่อมต่อตรง 134">
                  <a:extLst>
                    <a:ext uri="{FF2B5EF4-FFF2-40B4-BE49-F238E27FC236}">
                      <a16:creationId xmlns:a16="http://schemas.microsoft.com/office/drawing/2014/main" id="{FE317B19-B106-4C9C-A3B0-FC99B19145FB}"/>
                    </a:ext>
                  </a:extLst>
                </p:cNvPr>
                <p:cNvCxnSpPr/>
                <p:nvPr/>
              </p:nvCxnSpPr>
              <p:spPr>
                <a:xfrm>
                  <a:off x="1662820" y="2585560"/>
                  <a:ext cx="82296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7" name="กลุ่ม 116">
                <a:extLst>
                  <a:ext uri="{FF2B5EF4-FFF2-40B4-BE49-F238E27FC236}">
                    <a16:creationId xmlns:a16="http://schemas.microsoft.com/office/drawing/2014/main" id="{D53C9408-BCD1-405A-9A0A-200FD6F062D2}"/>
                  </a:ext>
                </a:extLst>
              </p:cNvPr>
              <p:cNvGrpSpPr/>
              <p:nvPr/>
            </p:nvGrpSpPr>
            <p:grpSpPr>
              <a:xfrm>
                <a:off x="5956590" y="1632284"/>
                <a:ext cx="677446" cy="727892"/>
                <a:chOff x="1604836" y="2286000"/>
                <a:chExt cx="677446" cy="727892"/>
              </a:xfrm>
            </p:grpSpPr>
            <p:sp>
              <p:nvSpPr>
                <p:cNvPr id="132" name="กล่องข้อความ 131">
                  <a:extLst>
                    <a:ext uri="{FF2B5EF4-FFF2-40B4-BE49-F238E27FC236}">
                      <a16:creationId xmlns:a16="http://schemas.microsoft.com/office/drawing/2014/main" id="{92E16FCA-18A7-4366-A04B-BD299C0E7C62}"/>
                    </a:ext>
                  </a:extLst>
                </p:cNvPr>
                <p:cNvSpPr txBox="1"/>
                <p:nvPr/>
              </p:nvSpPr>
              <p:spPr>
                <a:xfrm>
                  <a:off x="1604836" y="2286000"/>
                  <a:ext cx="677446" cy="727892"/>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sym typeface="Symbol" panose="05050102010706020507" pitchFamily="18" charset="2"/>
                    </a:rPr>
                    <a:t>16</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2</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133" name="ตัวเชื่อมต่อตรง 132">
                  <a:extLst>
                    <a:ext uri="{FF2B5EF4-FFF2-40B4-BE49-F238E27FC236}">
                      <a16:creationId xmlns:a16="http://schemas.microsoft.com/office/drawing/2014/main" id="{029F7B40-AC71-4440-B35C-9E526AB9D2BC}"/>
                    </a:ext>
                  </a:extLst>
                </p:cNvPr>
                <p:cNvCxnSpPr/>
                <p:nvPr/>
              </p:nvCxnSpPr>
              <p:spPr>
                <a:xfrm>
                  <a:off x="1705105" y="258556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grpSp>
            <p:nvGrpSpPr>
              <p:cNvPr id="118" name="กลุ่ม 117">
                <a:extLst>
                  <a:ext uri="{FF2B5EF4-FFF2-40B4-BE49-F238E27FC236}">
                    <a16:creationId xmlns:a16="http://schemas.microsoft.com/office/drawing/2014/main" id="{0E0F226D-68FB-42AD-BFC9-D12FA2E52551}"/>
                  </a:ext>
                </a:extLst>
              </p:cNvPr>
              <p:cNvGrpSpPr/>
              <p:nvPr/>
            </p:nvGrpSpPr>
            <p:grpSpPr>
              <a:xfrm>
                <a:off x="6696453" y="1636294"/>
                <a:ext cx="1034363" cy="695575"/>
                <a:chOff x="1711015" y="2286000"/>
                <a:chExt cx="1034363" cy="695575"/>
              </a:xfrm>
            </p:grpSpPr>
            <p:sp>
              <p:nvSpPr>
                <p:cNvPr id="130" name="กล่องข้อความ 129">
                  <a:extLst>
                    <a:ext uri="{FF2B5EF4-FFF2-40B4-BE49-F238E27FC236}">
                      <a16:creationId xmlns:a16="http://schemas.microsoft.com/office/drawing/2014/main" id="{C9141C61-1127-489D-A6E1-8C2B5E64B026}"/>
                    </a:ext>
                  </a:extLst>
                </p:cNvPr>
                <p:cNvSpPr txBox="1"/>
                <p:nvPr/>
              </p:nvSpPr>
              <p:spPr>
                <a:xfrm>
                  <a:off x="1711015" y="2286000"/>
                  <a:ext cx="1034363" cy="695575"/>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20.25</a:t>
                  </a:r>
                  <a:r>
                    <a:rPr lang="en-US" sz="2000" b="1" dirty="0">
                      <a:solidFill>
                        <a:srgbClr val="008000"/>
                      </a:solidFill>
                      <a:latin typeface="Angsana New" panose="02020603050405020304" pitchFamily="18" charset="-34"/>
                      <a:sym typeface="Symbol" panose="05050102010706020507" pitchFamily="18" charset="2"/>
                    </a:rPr>
                    <a:t></a:t>
                  </a:r>
                  <a:r>
                    <a:rPr lang="en-US" b="1" dirty="0">
                      <a:solidFill>
                        <a:srgbClr val="008000"/>
                      </a:solidFill>
                      <a:latin typeface="Angsana New" panose="02020603050405020304" pitchFamily="18" charset="-34"/>
                      <a:sym typeface="Symbol" panose="05050102010706020507" pitchFamily="18" charset="2"/>
                    </a:rPr>
                    <a:t>2</a:t>
                  </a:r>
                  <a:endParaRPr lang="en-US" b="1" dirty="0">
                    <a:solidFill>
                      <a:srgbClr val="008000"/>
                    </a:solidFill>
                    <a:latin typeface="Angsana New" panose="02020603050405020304" pitchFamily="18" charset="-34"/>
                  </a:endParaRPr>
                </a:p>
                <a:p>
                  <a:pPr algn="ctr">
                    <a:lnSpc>
                      <a:spcPct val="70000"/>
                    </a:lnSpc>
                  </a:pPr>
                  <a:r>
                    <a:rPr lang="en-US" b="1" dirty="0">
                      <a:solidFill>
                        <a:srgbClr val="008000"/>
                      </a:solidFill>
                      <a:latin typeface="Angsana New" panose="02020603050405020304" pitchFamily="18" charset="-34"/>
                    </a:rPr>
                    <a:t>20</a:t>
                  </a:r>
                </a:p>
              </p:txBody>
            </p:sp>
            <p:cxnSp>
              <p:nvCxnSpPr>
                <p:cNvPr id="131" name="ตัวเชื่อมต่อตรง 130">
                  <a:extLst>
                    <a:ext uri="{FF2B5EF4-FFF2-40B4-BE49-F238E27FC236}">
                      <a16:creationId xmlns:a16="http://schemas.microsoft.com/office/drawing/2014/main" id="{D23D6144-ACAA-4D98-9A91-F7AF77A4881D}"/>
                    </a:ext>
                  </a:extLst>
                </p:cNvPr>
                <p:cNvCxnSpPr/>
                <p:nvPr/>
              </p:nvCxnSpPr>
              <p:spPr>
                <a:xfrm>
                  <a:off x="1829512" y="2585560"/>
                  <a:ext cx="800516"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sp>
            <p:nvSpPr>
              <p:cNvPr id="121" name="Rectangle 4">
                <a:extLst>
                  <a:ext uri="{FF2B5EF4-FFF2-40B4-BE49-F238E27FC236}">
                    <a16:creationId xmlns:a16="http://schemas.microsoft.com/office/drawing/2014/main" id="{FE0DF3D4-BB48-47C5-8936-1DC5D302C613}"/>
                  </a:ext>
                </a:extLst>
              </p:cNvPr>
              <p:cNvSpPr>
                <a:spLocks noChangeArrowheads="1"/>
              </p:cNvSpPr>
              <p:nvPr/>
            </p:nvSpPr>
            <p:spPr bwMode="auto">
              <a:xfrm>
                <a:off x="2326019"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22" name="Rectangle 4">
                <a:extLst>
                  <a:ext uri="{FF2B5EF4-FFF2-40B4-BE49-F238E27FC236}">
                    <a16:creationId xmlns:a16="http://schemas.microsoft.com/office/drawing/2014/main" id="{A5125969-0DFE-44D5-AB07-F2F0CBAB9F49}"/>
                  </a:ext>
                </a:extLst>
              </p:cNvPr>
              <p:cNvSpPr>
                <a:spLocks noChangeArrowheads="1"/>
              </p:cNvSpPr>
              <p:nvPr/>
            </p:nvSpPr>
            <p:spPr bwMode="auto">
              <a:xfrm>
                <a:off x="3026563"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23" name="Rectangle 4">
                <a:extLst>
                  <a:ext uri="{FF2B5EF4-FFF2-40B4-BE49-F238E27FC236}">
                    <a16:creationId xmlns:a16="http://schemas.microsoft.com/office/drawing/2014/main" id="{40A98C17-531D-44E2-AECC-DF46C00C15F6}"/>
                  </a:ext>
                </a:extLst>
              </p:cNvPr>
              <p:cNvSpPr>
                <a:spLocks noChangeArrowheads="1"/>
              </p:cNvSpPr>
              <p:nvPr/>
            </p:nvSpPr>
            <p:spPr bwMode="auto">
              <a:xfrm>
                <a:off x="3938343"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24" name="Rectangle 4">
                <a:extLst>
                  <a:ext uri="{FF2B5EF4-FFF2-40B4-BE49-F238E27FC236}">
                    <a16:creationId xmlns:a16="http://schemas.microsoft.com/office/drawing/2014/main" id="{037E188E-6F9F-4C66-A221-0F966D437849}"/>
                  </a:ext>
                </a:extLst>
              </p:cNvPr>
              <p:cNvSpPr>
                <a:spLocks noChangeArrowheads="1"/>
              </p:cNvSpPr>
              <p:nvPr/>
            </p:nvSpPr>
            <p:spPr bwMode="auto">
              <a:xfrm>
                <a:off x="4648353"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25" name="Rectangle 4">
                <a:extLst>
                  <a:ext uri="{FF2B5EF4-FFF2-40B4-BE49-F238E27FC236}">
                    <a16:creationId xmlns:a16="http://schemas.microsoft.com/office/drawing/2014/main" id="{688A1553-D527-4F90-B6EC-6B80AC92A7E6}"/>
                  </a:ext>
                </a:extLst>
              </p:cNvPr>
              <p:cNvSpPr>
                <a:spLocks noChangeArrowheads="1"/>
              </p:cNvSpPr>
              <p:nvPr/>
            </p:nvSpPr>
            <p:spPr bwMode="auto">
              <a:xfrm>
                <a:off x="5771250" y="1644316"/>
                <a:ext cx="402452"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sp>
            <p:nvSpPr>
              <p:cNvPr id="126" name="Rectangle 4">
                <a:extLst>
                  <a:ext uri="{FF2B5EF4-FFF2-40B4-BE49-F238E27FC236}">
                    <a16:creationId xmlns:a16="http://schemas.microsoft.com/office/drawing/2014/main" id="{462A07E9-42A9-4869-A216-369942D33D40}"/>
                  </a:ext>
                </a:extLst>
              </p:cNvPr>
              <p:cNvSpPr>
                <a:spLocks noChangeArrowheads="1"/>
              </p:cNvSpPr>
              <p:nvPr/>
            </p:nvSpPr>
            <p:spPr bwMode="auto">
              <a:xfrm>
                <a:off x="6512468" y="1645920"/>
                <a:ext cx="402452" cy="67056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a:t>
                </a:r>
                <a:endParaRPr lang="en-US" sz="3200" b="1" dirty="0">
                  <a:solidFill>
                    <a:srgbClr val="663300"/>
                  </a:solidFill>
                  <a:latin typeface="Angsana New" pitchFamily="18" charset="-34"/>
                </a:endParaRPr>
              </a:p>
            </p:txBody>
          </p:sp>
        </p:grpSp>
        <p:sp>
          <p:nvSpPr>
            <p:cNvPr id="148" name="Rectangle 4">
              <a:extLst>
                <a:ext uri="{FF2B5EF4-FFF2-40B4-BE49-F238E27FC236}">
                  <a16:creationId xmlns:a16="http://schemas.microsoft.com/office/drawing/2014/main" id="{4C5D60DF-8DC3-4CCB-B91A-8D4F636121F2}"/>
                </a:ext>
              </a:extLst>
            </p:cNvPr>
            <p:cNvSpPr>
              <a:spLocks noChangeArrowheads="1"/>
            </p:cNvSpPr>
            <p:nvPr/>
          </p:nvSpPr>
          <p:spPr bwMode="auto">
            <a:xfrm>
              <a:off x="979790" y="4152900"/>
              <a:ext cx="402452" cy="609600"/>
            </a:xfrm>
            <a:prstGeom prst="rect">
              <a:avLst/>
            </a:prstGeom>
            <a:noFill/>
            <a:ln w="9525">
              <a:noFill/>
              <a:miter lim="800000"/>
              <a:headEnd/>
              <a:tailEnd/>
            </a:ln>
          </p:spPr>
          <p:txBody>
            <a:bodyPr/>
            <a:lstStyle/>
            <a:p>
              <a:pPr>
                <a:tabLst>
                  <a:tab pos="457200" algn="l"/>
                </a:tabLst>
              </a:pPr>
              <a:r>
                <a:rPr lang="en-US" sz="2400" b="1" dirty="0">
                  <a:solidFill>
                    <a:srgbClr val="663300"/>
                  </a:solidFill>
                  <a:latin typeface="Angsana New" panose="02020603050405020304" pitchFamily="18" charset="-34"/>
                  <a:sym typeface="Symbol" pitchFamily="18" charset="2"/>
                </a:rPr>
                <a:t>2</a:t>
              </a:r>
              <a:endParaRPr lang="en-US" sz="2400" b="1" dirty="0">
                <a:solidFill>
                  <a:srgbClr val="663300"/>
                </a:solidFill>
                <a:latin typeface="Angsana New" pitchFamily="18" charset="-34"/>
              </a:endParaRPr>
            </a:p>
          </p:txBody>
        </p:sp>
      </p:grpSp>
      <p:grpSp>
        <p:nvGrpSpPr>
          <p:cNvPr id="150" name="กลุ่ม 149">
            <a:extLst>
              <a:ext uri="{FF2B5EF4-FFF2-40B4-BE49-F238E27FC236}">
                <a16:creationId xmlns:a16="http://schemas.microsoft.com/office/drawing/2014/main" id="{431941EB-2B47-4A16-887F-807E5A3B354B}"/>
              </a:ext>
            </a:extLst>
          </p:cNvPr>
          <p:cNvGrpSpPr/>
          <p:nvPr/>
        </p:nvGrpSpPr>
        <p:grpSpPr>
          <a:xfrm>
            <a:off x="577516" y="4114800"/>
            <a:ext cx="3846054" cy="695575"/>
            <a:chOff x="622489" y="2346158"/>
            <a:chExt cx="3846054" cy="695575"/>
          </a:xfrm>
        </p:grpSpPr>
        <p:sp>
          <p:nvSpPr>
            <p:cNvPr id="151" name="Rectangle 4">
              <a:extLst>
                <a:ext uri="{FF2B5EF4-FFF2-40B4-BE49-F238E27FC236}">
                  <a16:creationId xmlns:a16="http://schemas.microsoft.com/office/drawing/2014/main" id="{E1B610D4-6D53-427A-97D1-4C77A9AAE6D2}"/>
                </a:ext>
              </a:extLst>
            </p:cNvPr>
            <p:cNvSpPr>
              <a:spLocks noChangeArrowheads="1"/>
            </p:cNvSpPr>
            <p:nvPr/>
          </p:nvSpPr>
          <p:spPr bwMode="auto">
            <a:xfrm>
              <a:off x="622489" y="2362200"/>
              <a:ext cx="3846054"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           –  9  =  9.75 – 9  =  0.75    </a:t>
              </a:r>
              <a:endParaRPr lang="en-US" sz="3200" b="1" dirty="0">
                <a:solidFill>
                  <a:srgbClr val="663300"/>
                </a:solidFill>
                <a:latin typeface="Angsana New" pitchFamily="18" charset="-34"/>
              </a:endParaRPr>
            </a:p>
          </p:txBody>
        </p:sp>
        <p:sp>
          <p:nvSpPr>
            <p:cNvPr id="152" name="กล่องข้อความ 151">
              <a:extLst>
                <a:ext uri="{FF2B5EF4-FFF2-40B4-BE49-F238E27FC236}">
                  <a16:creationId xmlns:a16="http://schemas.microsoft.com/office/drawing/2014/main" id="{C301DC1E-A6F1-409B-8013-B14187031525}"/>
                </a:ext>
              </a:extLst>
            </p:cNvPr>
            <p:cNvSpPr txBox="1"/>
            <p:nvPr/>
          </p:nvSpPr>
          <p:spPr>
            <a:xfrm>
              <a:off x="882669" y="2346158"/>
              <a:ext cx="677446" cy="695575"/>
            </a:xfrm>
            <a:prstGeom prst="rect">
              <a:avLst/>
            </a:prstGeom>
            <a:noFill/>
          </p:spPr>
          <p:txBody>
            <a:bodyPr wrap="square" rtlCol="0">
              <a:spAutoFit/>
            </a:bodyPr>
            <a:lstStyle/>
            <a:p>
              <a:pPr algn="ctr">
                <a:lnSpc>
                  <a:spcPct val="70000"/>
                </a:lnSpc>
              </a:pPr>
              <a:r>
                <a:rPr lang="en-US" b="1" dirty="0">
                  <a:solidFill>
                    <a:srgbClr val="008000"/>
                  </a:solidFill>
                  <a:latin typeface="Angsana New" panose="02020603050405020304" pitchFamily="18" charset="-34"/>
                </a:rPr>
                <a:t>195</a:t>
              </a:r>
            </a:p>
            <a:p>
              <a:pPr algn="ctr">
                <a:lnSpc>
                  <a:spcPct val="70000"/>
                </a:lnSpc>
              </a:pPr>
              <a:r>
                <a:rPr lang="en-US" b="1" dirty="0">
                  <a:solidFill>
                    <a:srgbClr val="008000"/>
                  </a:solidFill>
                  <a:latin typeface="Angsana New" panose="02020603050405020304" pitchFamily="18" charset="-34"/>
                </a:rPr>
                <a:t>20</a:t>
              </a:r>
            </a:p>
          </p:txBody>
        </p:sp>
        <p:cxnSp>
          <p:nvCxnSpPr>
            <p:cNvPr id="153" name="ตัวเชื่อมต่อตรง 152">
              <a:extLst>
                <a:ext uri="{FF2B5EF4-FFF2-40B4-BE49-F238E27FC236}">
                  <a16:creationId xmlns:a16="http://schemas.microsoft.com/office/drawing/2014/main" id="{3AA8824A-F6D2-4BE7-969B-077323C85F3B}"/>
                </a:ext>
              </a:extLst>
            </p:cNvPr>
            <p:cNvCxnSpPr/>
            <p:nvPr/>
          </p:nvCxnSpPr>
          <p:spPr>
            <a:xfrm>
              <a:off x="990600" y="2667000"/>
              <a:ext cx="457200" cy="0"/>
            </a:xfrm>
            <a:prstGeom prst="line">
              <a:avLst/>
            </a:prstGeom>
            <a:ln w="19050">
              <a:solidFill>
                <a:srgbClr val="008000"/>
              </a:solidFill>
            </a:ln>
          </p:spPr>
          <p:style>
            <a:lnRef idx="1">
              <a:schemeClr val="accent1"/>
            </a:lnRef>
            <a:fillRef idx="0">
              <a:schemeClr val="accent1"/>
            </a:fillRef>
            <a:effectRef idx="0">
              <a:schemeClr val="accent1"/>
            </a:effectRef>
            <a:fontRef idx="minor">
              <a:schemeClr val="tx1"/>
            </a:fontRef>
          </p:style>
        </p:cxnSp>
      </p:grpSp>
      <p:sp>
        <p:nvSpPr>
          <p:cNvPr id="161" name="วงเล็บเหลี่ยมคู่ 160">
            <a:extLst>
              <a:ext uri="{FF2B5EF4-FFF2-40B4-BE49-F238E27FC236}">
                <a16:creationId xmlns:a16="http://schemas.microsoft.com/office/drawing/2014/main" id="{07EAAB47-ADF6-4E2C-AA0B-EA6F0120B7E3}"/>
              </a:ext>
            </a:extLst>
          </p:cNvPr>
          <p:cNvSpPr/>
          <p:nvPr/>
        </p:nvSpPr>
        <p:spPr>
          <a:xfrm>
            <a:off x="977900" y="3204410"/>
            <a:ext cx="6619643" cy="737142"/>
          </a:xfrm>
          <a:prstGeom prst="bracketPair">
            <a:avLst>
              <a:gd name="adj" fmla="val 7962"/>
            </a:avLst>
          </a:prstGeom>
          <a:ln w="19050">
            <a:solidFill>
              <a:srgbClr val="66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71" name="Group 170"/>
          <p:cNvGrpSpPr/>
          <p:nvPr/>
        </p:nvGrpSpPr>
        <p:grpSpPr>
          <a:xfrm>
            <a:off x="483090" y="570151"/>
            <a:ext cx="3692955" cy="1181181"/>
            <a:chOff x="3594536" y="4354370"/>
            <a:chExt cx="3692955" cy="1181181"/>
          </a:xfrm>
        </p:grpSpPr>
        <p:grpSp>
          <p:nvGrpSpPr>
            <p:cNvPr id="172" name="Group 22"/>
            <p:cNvGrpSpPr>
              <a:grpSpLocks/>
            </p:cNvGrpSpPr>
            <p:nvPr/>
          </p:nvGrpSpPr>
          <p:grpSpPr bwMode="auto">
            <a:xfrm>
              <a:off x="3608951" y="4354370"/>
              <a:ext cx="3678237" cy="523875"/>
              <a:chOff x="131" y="604"/>
              <a:chExt cx="2317" cy="330"/>
            </a:xfrm>
          </p:grpSpPr>
          <p:sp>
            <p:nvSpPr>
              <p:cNvPr id="213" name="Text Box 23"/>
              <p:cNvSpPr txBox="1">
                <a:spLocks noChangeArrowheads="1"/>
              </p:cNvSpPr>
              <p:nvPr/>
            </p:nvSpPr>
            <p:spPr bwMode="auto">
              <a:xfrm>
                <a:off x="131" y="604"/>
                <a:ext cx="2317"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anose="02020603050405020304" pitchFamily="18" charset="-34"/>
                  </a:rPr>
                  <a:t>X :      1.5  2.0  2.5  3.0  3.5  4.0  4.5</a:t>
                </a:r>
              </a:p>
            </p:txBody>
          </p:sp>
          <p:sp>
            <p:nvSpPr>
              <p:cNvPr id="214" name="Line 24"/>
              <p:cNvSpPr>
                <a:spLocks noChangeShapeType="1"/>
              </p:cNvSpPr>
              <p:nvPr/>
            </p:nvSpPr>
            <p:spPr bwMode="auto">
              <a:xfrm>
                <a:off x="192" y="690"/>
                <a:ext cx="98"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grpSp>
        <p:grpSp>
          <p:nvGrpSpPr>
            <p:cNvPr id="173" name="Group 25"/>
            <p:cNvGrpSpPr>
              <a:grpSpLocks/>
            </p:cNvGrpSpPr>
            <p:nvPr/>
          </p:nvGrpSpPr>
          <p:grpSpPr bwMode="auto">
            <a:xfrm>
              <a:off x="3594536" y="4865410"/>
              <a:ext cx="946150" cy="523875"/>
              <a:chOff x="76" y="852"/>
              <a:chExt cx="596" cy="330"/>
            </a:xfrm>
          </p:grpSpPr>
          <p:sp>
            <p:nvSpPr>
              <p:cNvPr id="211" name="Text Box 26"/>
              <p:cNvSpPr txBox="1">
                <a:spLocks noChangeArrowheads="1"/>
              </p:cNvSpPr>
              <p:nvPr/>
            </p:nvSpPr>
            <p:spPr bwMode="auto">
              <a:xfrm>
                <a:off x="76" y="852"/>
                <a:ext cx="596" cy="330"/>
              </a:xfrm>
              <a:prstGeom prst="rect">
                <a:avLst/>
              </a:prstGeom>
              <a:noFill/>
              <a:ln w="9525">
                <a:noFill/>
                <a:miter lim="800000"/>
                <a:headEnd/>
                <a:tailEnd/>
              </a:ln>
            </p:spPr>
            <p:txBody>
              <a:bodyPr wrap="square">
                <a:spAutoFit/>
              </a:bodyPr>
              <a:lstStyle/>
              <a:p>
                <a:pPr>
                  <a:spcBef>
                    <a:spcPct val="50000"/>
                  </a:spcBef>
                </a:pPr>
                <a:r>
                  <a:rPr lang="en-US" b="1" dirty="0" err="1">
                    <a:solidFill>
                      <a:srgbClr val="008000"/>
                    </a:solidFill>
                    <a:latin typeface="Angsana New" panose="02020603050405020304" pitchFamily="18" charset="-34"/>
                  </a:rPr>
                  <a:t>p</a:t>
                </a:r>
                <a:r>
                  <a:rPr lang="en-US" b="1" baseline="-32000" dirty="0" err="1">
                    <a:solidFill>
                      <a:srgbClr val="008000"/>
                    </a:solidFill>
                    <a:latin typeface="Angsana New" pitchFamily="18" charset="-34"/>
                  </a:rPr>
                  <a:t>X</a:t>
                </a:r>
                <a:r>
                  <a:rPr lang="en-US" b="1" dirty="0">
                    <a:solidFill>
                      <a:srgbClr val="008000"/>
                    </a:solidFill>
                    <a:latin typeface="Angsana New" pitchFamily="18" charset="-34"/>
                  </a:rPr>
                  <a:t>(</a:t>
                </a:r>
                <a:r>
                  <a:rPr lang="en-US" b="1" i="1" dirty="0">
                    <a:solidFill>
                      <a:srgbClr val="008000"/>
                    </a:solidFill>
                    <a:latin typeface="Angsana New" pitchFamily="18" charset="-34"/>
                  </a:rPr>
                  <a:t>x</a:t>
                </a:r>
                <a:r>
                  <a:rPr lang="en-US" b="1" dirty="0">
                    <a:solidFill>
                      <a:srgbClr val="008000"/>
                    </a:solidFill>
                    <a:latin typeface="Angsana New" pitchFamily="18" charset="-34"/>
                  </a:rPr>
                  <a:t>):</a:t>
                </a:r>
              </a:p>
            </p:txBody>
          </p:sp>
          <p:sp>
            <p:nvSpPr>
              <p:cNvPr id="212" name="Line 27"/>
              <p:cNvSpPr>
                <a:spLocks noChangeShapeType="1"/>
              </p:cNvSpPr>
              <p:nvPr/>
            </p:nvSpPr>
            <p:spPr bwMode="auto">
              <a:xfrm>
                <a:off x="216" y="1040"/>
                <a:ext cx="69"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grpSp>
        <p:sp>
          <p:nvSpPr>
            <p:cNvPr id="174" name="Rectangle 76"/>
            <p:cNvSpPr>
              <a:spLocks noChangeArrowheads="1"/>
            </p:cNvSpPr>
            <p:nvPr/>
          </p:nvSpPr>
          <p:spPr bwMode="auto">
            <a:xfrm>
              <a:off x="3621308" y="4404270"/>
              <a:ext cx="3666183" cy="411325"/>
            </a:xfrm>
            <a:prstGeom prst="rect">
              <a:avLst/>
            </a:prstGeom>
            <a:noFill/>
            <a:ln w="38100">
              <a:solidFill>
                <a:srgbClr val="FF00FF"/>
              </a:solidFill>
              <a:miter lim="800000"/>
              <a:headEnd/>
              <a:tailEnd/>
            </a:ln>
          </p:spPr>
          <p:txBody>
            <a:bodyPr wrap="none" anchor="ctr"/>
            <a:lstStyle/>
            <a:p>
              <a:endParaRPr lang="en-US">
                <a:latin typeface="Angsana New" panose="02020603050405020304" pitchFamily="18" charset="-34"/>
              </a:endParaRPr>
            </a:p>
          </p:txBody>
        </p:sp>
        <p:sp>
          <p:nvSpPr>
            <p:cNvPr id="175" name="Rectangle 77"/>
            <p:cNvSpPr>
              <a:spLocks noChangeArrowheads="1"/>
            </p:cNvSpPr>
            <p:nvPr/>
          </p:nvSpPr>
          <p:spPr bwMode="auto">
            <a:xfrm>
              <a:off x="3621308" y="4885359"/>
              <a:ext cx="3666183" cy="529326"/>
            </a:xfrm>
            <a:prstGeom prst="rect">
              <a:avLst/>
            </a:prstGeom>
            <a:noFill/>
            <a:ln w="38100">
              <a:solidFill>
                <a:srgbClr val="FF00FF"/>
              </a:solidFill>
              <a:miter lim="800000"/>
              <a:headEnd/>
              <a:tailEnd/>
            </a:ln>
          </p:spPr>
          <p:txBody>
            <a:bodyPr wrap="none" anchor="ctr"/>
            <a:lstStyle/>
            <a:p>
              <a:endParaRPr lang="en-US">
                <a:latin typeface="Angsana New" panose="02020603050405020304" pitchFamily="18" charset="-34"/>
              </a:endParaRPr>
            </a:p>
          </p:txBody>
        </p:sp>
        <p:grpSp>
          <p:nvGrpSpPr>
            <p:cNvPr id="176" name="Group 28"/>
            <p:cNvGrpSpPr>
              <a:grpSpLocks/>
            </p:cNvGrpSpPr>
            <p:nvPr/>
          </p:nvGrpSpPr>
          <p:grpSpPr bwMode="auto">
            <a:xfrm>
              <a:off x="4302990" y="4752913"/>
              <a:ext cx="444500" cy="782638"/>
              <a:chOff x="709" y="3266"/>
              <a:chExt cx="280" cy="493"/>
            </a:xfrm>
          </p:grpSpPr>
          <p:sp>
            <p:nvSpPr>
              <p:cNvPr id="207"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2</a:t>
                </a:r>
                <a:endParaRPr lang="th-TH" b="1" dirty="0">
                  <a:solidFill>
                    <a:srgbClr val="008000"/>
                  </a:solidFill>
                  <a:latin typeface="Angsana New" pitchFamily="18" charset="-34"/>
                </a:endParaRPr>
              </a:p>
            </p:txBody>
          </p:sp>
          <p:grpSp>
            <p:nvGrpSpPr>
              <p:cNvPr id="208" name="Group 30"/>
              <p:cNvGrpSpPr>
                <a:grpSpLocks/>
              </p:cNvGrpSpPr>
              <p:nvPr/>
            </p:nvGrpSpPr>
            <p:grpSpPr bwMode="auto">
              <a:xfrm>
                <a:off x="709" y="3429"/>
                <a:ext cx="280" cy="330"/>
                <a:chOff x="709" y="3429"/>
                <a:chExt cx="280" cy="330"/>
              </a:xfrm>
            </p:grpSpPr>
            <p:sp>
              <p:nvSpPr>
                <p:cNvPr id="209"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210"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nvGrpSpPr>
            <p:cNvPr id="177" name="Group 28"/>
            <p:cNvGrpSpPr>
              <a:grpSpLocks/>
            </p:cNvGrpSpPr>
            <p:nvPr/>
          </p:nvGrpSpPr>
          <p:grpSpPr bwMode="auto">
            <a:xfrm>
              <a:off x="4708704" y="4752913"/>
              <a:ext cx="444500" cy="782638"/>
              <a:chOff x="709" y="3266"/>
              <a:chExt cx="280" cy="493"/>
            </a:xfrm>
          </p:grpSpPr>
          <p:sp>
            <p:nvSpPr>
              <p:cNvPr id="203"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2</a:t>
                </a:r>
                <a:endParaRPr lang="th-TH" b="1" dirty="0">
                  <a:solidFill>
                    <a:srgbClr val="008000"/>
                  </a:solidFill>
                  <a:latin typeface="Angsana New" pitchFamily="18" charset="-34"/>
                </a:endParaRPr>
              </a:p>
            </p:txBody>
          </p:sp>
          <p:grpSp>
            <p:nvGrpSpPr>
              <p:cNvPr id="204" name="Group 30"/>
              <p:cNvGrpSpPr>
                <a:grpSpLocks/>
              </p:cNvGrpSpPr>
              <p:nvPr/>
            </p:nvGrpSpPr>
            <p:grpSpPr bwMode="auto">
              <a:xfrm>
                <a:off x="709" y="3429"/>
                <a:ext cx="280" cy="330"/>
                <a:chOff x="709" y="3429"/>
                <a:chExt cx="280" cy="330"/>
              </a:xfrm>
            </p:grpSpPr>
            <p:sp>
              <p:nvSpPr>
                <p:cNvPr id="205"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206"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nvGrpSpPr>
            <p:cNvPr id="178" name="Group 28"/>
            <p:cNvGrpSpPr>
              <a:grpSpLocks/>
            </p:cNvGrpSpPr>
            <p:nvPr/>
          </p:nvGrpSpPr>
          <p:grpSpPr bwMode="auto">
            <a:xfrm>
              <a:off x="5101718" y="4752913"/>
              <a:ext cx="444500" cy="782638"/>
              <a:chOff x="709" y="3266"/>
              <a:chExt cx="280" cy="493"/>
            </a:xfrm>
          </p:grpSpPr>
          <p:sp>
            <p:nvSpPr>
              <p:cNvPr id="199"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4</a:t>
                </a:r>
                <a:endParaRPr lang="th-TH" b="1" dirty="0">
                  <a:solidFill>
                    <a:srgbClr val="008000"/>
                  </a:solidFill>
                  <a:latin typeface="Angsana New" pitchFamily="18" charset="-34"/>
                </a:endParaRPr>
              </a:p>
            </p:txBody>
          </p:sp>
          <p:grpSp>
            <p:nvGrpSpPr>
              <p:cNvPr id="200" name="Group 30"/>
              <p:cNvGrpSpPr>
                <a:grpSpLocks/>
              </p:cNvGrpSpPr>
              <p:nvPr/>
            </p:nvGrpSpPr>
            <p:grpSpPr bwMode="auto">
              <a:xfrm>
                <a:off x="709" y="3429"/>
                <a:ext cx="280" cy="330"/>
                <a:chOff x="709" y="3429"/>
                <a:chExt cx="280" cy="330"/>
              </a:xfrm>
            </p:grpSpPr>
            <p:sp>
              <p:nvSpPr>
                <p:cNvPr id="201"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202"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nvGrpSpPr>
            <p:cNvPr id="179" name="Group 28"/>
            <p:cNvGrpSpPr>
              <a:grpSpLocks/>
            </p:cNvGrpSpPr>
            <p:nvPr/>
          </p:nvGrpSpPr>
          <p:grpSpPr bwMode="auto">
            <a:xfrm>
              <a:off x="5546904" y="4752913"/>
              <a:ext cx="444500" cy="782638"/>
              <a:chOff x="709" y="3266"/>
              <a:chExt cx="280" cy="493"/>
            </a:xfrm>
          </p:grpSpPr>
          <p:sp>
            <p:nvSpPr>
              <p:cNvPr id="195"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4</a:t>
                </a:r>
                <a:endParaRPr lang="th-TH" b="1" dirty="0">
                  <a:solidFill>
                    <a:srgbClr val="008000"/>
                  </a:solidFill>
                  <a:latin typeface="Angsana New" pitchFamily="18" charset="-34"/>
                </a:endParaRPr>
              </a:p>
            </p:txBody>
          </p:sp>
          <p:grpSp>
            <p:nvGrpSpPr>
              <p:cNvPr id="196" name="Group 30"/>
              <p:cNvGrpSpPr>
                <a:grpSpLocks/>
              </p:cNvGrpSpPr>
              <p:nvPr/>
            </p:nvGrpSpPr>
            <p:grpSpPr bwMode="auto">
              <a:xfrm>
                <a:off x="709" y="3429"/>
                <a:ext cx="280" cy="330"/>
                <a:chOff x="709" y="3429"/>
                <a:chExt cx="280" cy="330"/>
              </a:xfrm>
            </p:grpSpPr>
            <p:sp>
              <p:nvSpPr>
                <p:cNvPr id="197"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98"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nvGrpSpPr>
            <p:cNvPr id="180" name="Group 28"/>
            <p:cNvGrpSpPr>
              <a:grpSpLocks/>
            </p:cNvGrpSpPr>
            <p:nvPr/>
          </p:nvGrpSpPr>
          <p:grpSpPr bwMode="auto">
            <a:xfrm>
              <a:off x="5940261" y="4752913"/>
              <a:ext cx="444500" cy="782638"/>
              <a:chOff x="709" y="3266"/>
              <a:chExt cx="280" cy="493"/>
            </a:xfrm>
          </p:grpSpPr>
          <p:sp>
            <p:nvSpPr>
              <p:cNvPr id="191"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4</a:t>
                </a:r>
                <a:endParaRPr lang="th-TH" b="1" dirty="0">
                  <a:solidFill>
                    <a:srgbClr val="008000"/>
                  </a:solidFill>
                  <a:latin typeface="Angsana New" pitchFamily="18" charset="-34"/>
                </a:endParaRPr>
              </a:p>
            </p:txBody>
          </p:sp>
          <p:grpSp>
            <p:nvGrpSpPr>
              <p:cNvPr id="192" name="Group 30"/>
              <p:cNvGrpSpPr>
                <a:grpSpLocks/>
              </p:cNvGrpSpPr>
              <p:nvPr/>
            </p:nvGrpSpPr>
            <p:grpSpPr bwMode="auto">
              <a:xfrm>
                <a:off x="709" y="3429"/>
                <a:ext cx="280" cy="330"/>
                <a:chOff x="709" y="3429"/>
                <a:chExt cx="280" cy="330"/>
              </a:xfrm>
            </p:grpSpPr>
            <p:sp>
              <p:nvSpPr>
                <p:cNvPr id="193"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94"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nvGrpSpPr>
            <p:cNvPr id="181" name="Group 28"/>
            <p:cNvGrpSpPr>
              <a:grpSpLocks/>
            </p:cNvGrpSpPr>
            <p:nvPr/>
          </p:nvGrpSpPr>
          <p:grpSpPr bwMode="auto">
            <a:xfrm>
              <a:off x="6372404" y="4752913"/>
              <a:ext cx="444500" cy="782638"/>
              <a:chOff x="709" y="3266"/>
              <a:chExt cx="280" cy="493"/>
            </a:xfrm>
          </p:grpSpPr>
          <p:sp>
            <p:nvSpPr>
              <p:cNvPr id="187"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2</a:t>
                </a:r>
                <a:endParaRPr lang="th-TH" b="1" dirty="0">
                  <a:solidFill>
                    <a:srgbClr val="008000"/>
                  </a:solidFill>
                  <a:latin typeface="Angsana New" pitchFamily="18" charset="-34"/>
                </a:endParaRPr>
              </a:p>
            </p:txBody>
          </p:sp>
          <p:grpSp>
            <p:nvGrpSpPr>
              <p:cNvPr id="188" name="Group 30"/>
              <p:cNvGrpSpPr>
                <a:grpSpLocks/>
              </p:cNvGrpSpPr>
              <p:nvPr/>
            </p:nvGrpSpPr>
            <p:grpSpPr bwMode="auto">
              <a:xfrm>
                <a:off x="709" y="3429"/>
                <a:ext cx="280" cy="330"/>
                <a:chOff x="709" y="3429"/>
                <a:chExt cx="280" cy="330"/>
              </a:xfrm>
            </p:grpSpPr>
            <p:sp>
              <p:nvSpPr>
                <p:cNvPr id="189"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90"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nvGrpSpPr>
            <p:cNvPr id="182" name="Group 28"/>
            <p:cNvGrpSpPr>
              <a:grpSpLocks/>
            </p:cNvGrpSpPr>
            <p:nvPr/>
          </p:nvGrpSpPr>
          <p:grpSpPr bwMode="auto">
            <a:xfrm>
              <a:off x="6765761" y="4752913"/>
              <a:ext cx="444500" cy="782638"/>
              <a:chOff x="709" y="3266"/>
              <a:chExt cx="280" cy="493"/>
            </a:xfrm>
          </p:grpSpPr>
          <p:sp>
            <p:nvSpPr>
              <p:cNvPr id="183" name="Text Box 29"/>
              <p:cNvSpPr txBox="1">
                <a:spLocks noChangeArrowheads="1"/>
              </p:cNvSpPr>
              <p:nvPr/>
            </p:nvSpPr>
            <p:spPr bwMode="auto">
              <a:xfrm>
                <a:off x="748" y="3266"/>
                <a:ext cx="240" cy="330"/>
              </a:xfrm>
              <a:prstGeom prst="rect">
                <a:avLst/>
              </a:prstGeom>
              <a:noFill/>
              <a:ln w="9525">
                <a:noFill/>
                <a:miter lim="800000"/>
                <a:headEnd/>
                <a:tailEnd/>
              </a:ln>
            </p:spPr>
            <p:txBody>
              <a:bodyPr>
                <a:spAutoFit/>
              </a:bodyPr>
              <a:lstStyle/>
              <a:p>
                <a:pPr>
                  <a:spcBef>
                    <a:spcPct val="50000"/>
                  </a:spcBef>
                </a:pPr>
                <a:r>
                  <a:rPr lang="en-US" b="1" dirty="0">
                    <a:solidFill>
                      <a:srgbClr val="008000"/>
                    </a:solidFill>
                    <a:latin typeface="Angsana New" pitchFamily="18" charset="-34"/>
                  </a:rPr>
                  <a:t>2</a:t>
                </a:r>
                <a:endParaRPr lang="th-TH" b="1" dirty="0">
                  <a:solidFill>
                    <a:srgbClr val="008000"/>
                  </a:solidFill>
                  <a:latin typeface="Angsana New" pitchFamily="18" charset="-34"/>
                </a:endParaRPr>
              </a:p>
            </p:txBody>
          </p:sp>
          <p:grpSp>
            <p:nvGrpSpPr>
              <p:cNvPr id="184" name="Group 30"/>
              <p:cNvGrpSpPr>
                <a:grpSpLocks/>
              </p:cNvGrpSpPr>
              <p:nvPr/>
            </p:nvGrpSpPr>
            <p:grpSpPr bwMode="auto">
              <a:xfrm>
                <a:off x="709" y="3429"/>
                <a:ext cx="280" cy="330"/>
                <a:chOff x="709" y="3429"/>
                <a:chExt cx="280" cy="330"/>
              </a:xfrm>
            </p:grpSpPr>
            <p:sp>
              <p:nvSpPr>
                <p:cNvPr id="185" name="Line 31"/>
                <p:cNvSpPr>
                  <a:spLocks noChangeShapeType="1"/>
                </p:cNvSpPr>
                <p:nvPr/>
              </p:nvSpPr>
              <p:spPr bwMode="auto">
                <a:xfrm>
                  <a:off x="756" y="3509"/>
                  <a:ext cx="173" cy="0"/>
                </a:xfrm>
                <a:prstGeom prst="line">
                  <a:avLst/>
                </a:prstGeom>
                <a:noFill/>
                <a:ln w="28575">
                  <a:solidFill>
                    <a:srgbClr val="008000"/>
                  </a:solidFill>
                  <a:round/>
                  <a:headEnd/>
                  <a:tailEnd/>
                </a:ln>
              </p:spPr>
              <p:txBody>
                <a:bodyPr/>
                <a:lstStyle/>
                <a:p>
                  <a:endParaRPr lang="en-US">
                    <a:latin typeface="Angsana New" panose="02020603050405020304" pitchFamily="18" charset="-34"/>
                  </a:endParaRPr>
                </a:p>
              </p:txBody>
            </p:sp>
            <p:sp>
              <p:nvSpPr>
                <p:cNvPr id="186" name="Text Box 32"/>
                <p:cNvSpPr txBox="1">
                  <a:spLocks noChangeArrowheads="1"/>
                </p:cNvSpPr>
                <p:nvPr/>
              </p:nvSpPr>
              <p:spPr bwMode="auto">
                <a:xfrm>
                  <a:off x="709" y="3429"/>
                  <a:ext cx="280" cy="330"/>
                </a:xfrm>
                <a:prstGeom prst="rect">
                  <a:avLst/>
                </a:prstGeom>
                <a:noFill/>
                <a:ln w="9525">
                  <a:noFill/>
                  <a:miter lim="800000"/>
                  <a:headEnd/>
                  <a:tailEnd/>
                </a:ln>
              </p:spPr>
              <p:txBody>
                <a:bodyPr wrap="square">
                  <a:spAutoFit/>
                </a:bodyPr>
                <a:lstStyle/>
                <a:p>
                  <a:pPr>
                    <a:spcBef>
                      <a:spcPct val="50000"/>
                    </a:spcBef>
                  </a:pPr>
                  <a:r>
                    <a:rPr lang="en-US" b="1" dirty="0">
                      <a:solidFill>
                        <a:srgbClr val="008000"/>
                      </a:solidFill>
                      <a:latin typeface="Angsana New" pitchFamily="18" charset="-34"/>
                    </a:rPr>
                    <a:t>20</a:t>
                  </a:r>
                  <a:endParaRPr lang="th-TH" b="1" dirty="0">
                    <a:solidFill>
                      <a:srgbClr val="008000"/>
                    </a:solidFill>
                    <a:latin typeface="Angsana New" pitchFamily="18" charset="-34"/>
                  </a:endParaRPr>
                </a:p>
              </p:txBody>
            </p:sp>
          </p:grpSp>
        </p:grpSp>
      </p:grpSp>
      <p:grpSp>
        <p:nvGrpSpPr>
          <p:cNvPr id="58" name="Group 57"/>
          <p:cNvGrpSpPr/>
          <p:nvPr/>
        </p:nvGrpSpPr>
        <p:grpSpPr>
          <a:xfrm>
            <a:off x="7620000" y="3187700"/>
            <a:ext cx="1141498" cy="714752"/>
            <a:chOff x="8243802" y="3797300"/>
            <a:chExt cx="1141498" cy="714752"/>
          </a:xfrm>
        </p:grpSpPr>
        <p:grpSp>
          <p:nvGrpSpPr>
            <p:cNvPr id="165" name="กลุ่ม 164">
              <a:extLst>
                <a:ext uri="{FF2B5EF4-FFF2-40B4-BE49-F238E27FC236}">
                  <a16:creationId xmlns:a16="http://schemas.microsoft.com/office/drawing/2014/main" id="{20F15B01-A0C1-416C-B363-F071A5DE2D1E}"/>
                </a:ext>
              </a:extLst>
            </p:cNvPr>
            <p:cNvGrpSpPr/>
            <p:nvPr/>
          </p:nvGrpSpPr>
          <p:grpSpPr>
            <a:xfrm>
              <a:off x="8243802" y="3797300"/>
              <a:ext cx="1141498" cy="714752"/>
              <a:chOff x="3699876" y="5702300"/>
              <a:chExt cx="1141498" cy="714752"/>
            </a:xfrm>
          </p:grpSpPr>
          <p:sp>
            <p:nvSpPr>
              <p:cNvPr id="162" name="Rectangle 4">
                <a:extLst>
                  <a:ext uri="{FF2B5EF4-FFF2-40B4-BE49-F238E27FC236}">
                    <a16:creationId xmlns:a16="http://schemas.microsoft.com/office/drawing/2014/main" id="{D525190B-A273-42D9-94E1-26597D2BC3C1}"/>
                  </a:ext>
                </a:extLst>
              </p:cNvPr>
              <p:cNvSpPr>
                <a:spLocks noChangeArrowheads="1"/>
              </p:cNvSpPr>
              <p:nvPr/>
            </p:nvSpPr>
            <p:spPr bwMode="auto">
              <a:xfrm>
                <a:off x="3699876" y="5807452"/>
                <a:ext cx="1021053"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   </a:t>
                </a:r>
                <a:r>
                  <a:rPr lang="en-US" sz="2400" b="1" dirty="0">
                    <a:solidFill>
                      <a:srgbClr val="663300"/>
                    </a:solidFill>
                    <a:latin typeface="Angsana New" panose="02020603050405020304" pitchFamily="18" charset="-34"/>
                    <a:sym typeface="Symbol"/>
                  </a:rPr>
                  <a:t></a:t>
                </a:r>
                <a:r>
                  <a:rPr lang="en-US" sz="3200" b="1" baseline="-25000" dirty="0">
                    <a:solidFill>
                      <a:srgbClr val="663300"/>
                    </a:solidFill>
                    <a:latin typeface="Angsana New" panose="02020603050405020304" pitchFamily="18" charset="-34"/>
                    <a:sym typeface="Symbol"/>
                  </a:rPr>
                  <a:t>X</a:t>
                </a:r>
                <a:r>
                  <a:rPr lang="en-US" sz="3200" b="1" dirty="0">
                    <a:solidFill>
                      <a:srgbClr val="663300"/>
                    </a:solidFill>
                    <a:latin typeface="Angsana New" panose="02020603050405020304" pitchFamily="18" charset="-34"/>
                    <a:sym typeface="Symbol" pitchFamily="18" charset="2"/>
                  </a:rPr>
                  <a:t>         </a:t>
                </a:r>
                <a:endParaRPr lang="en-US" sz="3200" b="1" dirty="0">
                  <a:solidFill>
                    <a:srgbClr val="663300"/>
                  </a:solidFill>
                  <a:latin typeface="Angsana New" pitchFamily="18" charset="-34"/>
                </a:endParaRPr>
              </a:p>
            </p:txBody>
          </p:sp>
          <p:sp>
            <p:nvSpPr>
              <p:cNvPr id="163" name="Rectangle 4">
                <a:extLst>
                  <a:ext uri="{FF2B5EF4-FFF2-40B4-BE49-F238E27FC236}">
                    <a16:creationId xmlns:a16="http://schemas.microsoft.com/office/drawing/2014/main" id="{1D1FF98F-BA72-41B8-BDC9-EB0B01D74A2E}"/>
                  </a:ext>
                </a:extLst>
              </p:cNvPr>
              <p:cNvSpPr>
                <a:spLocks noChangeArrowheads="1"/>
              </p:cNvSpPr>
              <p:nvPr/>
            </p:nvSpPr>
            <p:spPr bwMode="auto">
              <a:xfrm>
                <a:off x="4438922" y="5702300"/>
                <a:ext cx="402452" cy="609600"/>
              </a:xfrm>
              <a:prstGeom prst="rect">
                <a:avLst/>
              </a:prstGeom>
              <a:noFill/>
              <a:ln w="9525">
                <a:noFill/>
                <a:miter lim="800000"/>
                <a:headEnd/>
                <a:tailEnd/>
              </a:ln>
            </p:spPr>
            <p:txBody>
              <a:bodyPr/>
              <a:lstStyle/>
              <a:p>
                <a:pPr>
                  <a:tabLst>
                    <a:tab pos="457200" algn="l"/>
                  </a:tabLst>
                </a:pPr>
                <a:r>
                  <a:rPr lang="en-US" sz="2400" b="1" dirty="0">
                    <a:solidFill>
                      <a:srgbClr val="663300"/>
                    </a:solidFill>
                    <a:latin typeface="Angsana New" panose="02020603050405020304" pitchFamily="18" charset="-34"/>
                    <a:sym typeface="Symbol" pitchFamily="18" charset="2"/>
                  </a:rPr>
                  <a:t>2</a:t>
                </a:r>
                <a:endParaRPr lang="en-US" sz="2400" b="1" dirty="0">
                  <a:solidFill>
                    <a:srgbClr val="663300"/>
                  </a:solidFill>
                  <a:latin typeface="Angsana New" pitchFamily="18" charset="-34"/>
                </a:endParaRPr>
              </a:p>
            </p:txBody>
          </p:sp>
          <p:sp>
            <p:nvSpPr>
              <p:cNvPr id="164" name="วงเล็บเหลี่ยมคู่ 163">
                <a:extLst>
                  <a:ext uri="{FF2B5EF4-FFF2-40B4-BE49-F238E27FC236}">
                    <a16:creationId xmlns:a16="http://schemas.microsoft.com/office/drawing/2014/main" id="{C17DAF56-404F-4DF9-A6BE-B823E91862ED}"/>
                  </a:ext>
                </a:extLst>
              </p:cNvPr>
              <p:cNvSpPr/>
              <p:nvPr/>
            </p:nvSpPr>
            <p:spPr>
              <a:xfrm>
                <a:off x="4063394" y="5952192"/>
                <a:ext cx="447780" cy="296208"/>
              </a:xfrm>
              <a:prstGeom prst="bracketPair">
                <a:avLst>
                  <a:gd name="adj" fmla="val 7962"/>
                </a:avLst>
              </a:prstGeom>
              <a:ln w="19050">
                <a:solidFill>
                  <a:srgbClr val="66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57" name="Straight Connector 56"/>
            <p:cNvCxnSpPr/>
            <p:nvPr/>
          </p:nvCxnSpPr>
          <p:spPr>
            <a:xfrm>
              <a:off x="8845500" y="4229100"/>
              <a:ext cx="108000" cy="0"/>
            </a:xfrm>
            <a:prstGeom prst="line">
              <a:avLst/>
            </a:prstGeom>
            <a:ln w="19050">
              <a:solidFill>
                <a:srgbClr val="663300"/>
              </a:solidFill>
            </a:ln>
          </p:spPr>
          <p:style>
            <a:lnRef idx="1">
              <a:schemeClr val="accent1"/>
            </a:lnRef>
            <a:fillRef idx="0">
              <a:schemeClr val="accent1"/>
            </a:fillRef>
            <a:effectRef idx="0">
              <a:schemeClr val="accent1"/>
            </a:effectRef>
            <a:fontRef idx="minor">
              <a:schemeClr val="tx1"/>
            </a:fontRef>
          </p:style>
        </p:cxnSp>
      </p:grpSp>
      <p:grpSp>
        <p:nvGrpSpPr>
          <p:cNvPr id="59" name="Group 58"/>
          <p:cNvGrpSpPr/>
          <p:nvPr/>
        </p:nvGrpSpPr>
        <p:grpSpPr>
          <a:xfrm>
            <a:off x="4301182" y="4071904"/>
            <a:ext cx="1718618" cy="715996"/>
            <a:chOff x="6920121" y="5937129"/>
            <a:chExt cx="1718618" cy="715996"/>
          </a:xfrm>
        </p:grpSpPr>
        <p:grpSp>
          <p:nvGrpSpPr>
            <p:cNvPr id="216" name="Group 215"/>
            <p:cNvGrpSpPr/>
            <p:nvPr/>
          </p:nvGrpSpPr>
          <p:grpSpPr>
            <a:xfrm>
              <a:off x="6920121" y="5962530"/>
              <a:ext cx="1718618" cy="690595"/>
              <a:chOff x="7329317" y="2978735"/>
              <a:chExt cx="1718618" cy="690595"/>
            </a:xfrm>
          </p:grpSpPr>
          <p:sp>
            <p:nvSpPr>
              <p:cNvPr id="224" name="TextBox 286"/>
              <p:cNvSpPr txBox="1">
                <a:spLocks noChangeArrowheads="1"/>
              </p:cNvSpPr>
              <p:nvPr/>
            </p:nvSpPr>
            <p:spPr bwMode="auto">
              <a:xfrm>
                <a:off x="7329317" y="3058180"/>
                <a:ext cx="877679" cy="523220"/>
              </a:xfrm>
              <a:prstGeom prst="rect">
                <a:avLst/>
              </a:prstGeom>
              <a:noFill/>
              <a:ln w="9525">
                <a:noFill/>
                <a:miter lim="800000"/>
                <a:headEnd/>
                <a:tailEnd/>
              </a:ln>
            </p:spPr>
            <p:txBody>
              <a:bodyPr wrap="square">
                <a:spAutoFit/>
              </a:bodyPr>
              <a:lstStyle/>
              <a:p>
                <a:r>
                  <a:rPr lang="en-US" b="1" dirty="0">
                    <a:solidFill>
                      <a:srgbClr val="FF0000"/>
                    </a:solidFill>
                    <a:latin typeface="Angsana New" pitchFamily="18" charset="-34"/>
                    <a:sym typeface="Symbol" pitchFamily="18" charset="2"/>
                  </a:rPr>
                  <a:t>=                       </a:t>
                </a:r>
                <a:endParaRPr lang="th-TH" b="1" dirty="0">
                  <a:solidFill>
                    <a:srgbClr val="FF0000"/>
                  </a:solidFill>
                  <a:latin typeface="Angsana New" pitchFamily="18" charset="-34"/>
                </a:endParaRPr>
              </a:p>
            </p:txBody>
          </p:sp>
          <p:grpSp>
            <p:nvGrpSpPr>
              <p:cNvPr id="220" name="Group 219"/>
              <p:cNvGrpSpPr/>
              <p:nvPr/>
            </p:nvGrpSpPr>
            <p:grpSpPr>
              <a:xfrm>
                <a:off x="8202873" y="3064036"/>
                <a:ext cx="845062" cy="605294"/>
                <a:chOff x="8299372" y="2913276"/>
                <a:chExt cx="845062" cy="605294"/>
              </a:xfrm>
            </p:grpSpPr>
            <p:sp>
              <p:nvSpPr>
                <p:cNvPr id="228" name="TextBox 286"/>
                <p:cNvSpPr txBox="1">
                  <a:spLocks noChangeArrowheads="1"/>
                </p:cNvSpPr>
                <p:nvPr/>
              </p:nvSpPr>
              <p:spPr bwMode="auto">
                <a:xfrm>
                  <a:off x="8299372" y="2913276"/>
                  <a:ext cx="845062" cy="605294"/>
                </a:xfrm>
                <a:prstGeom prst="rect">
                  <a:avLst/>
                </a:prstGeom>
                <a:noFill/>
                <a:ln w="9525">
                  <a:noFill/>
                  <a:miter lim="800000"/>
                  <a:headEnd/>
                  <a:tailEnd/>
                </a:ln>
              </p:spPr>
              <p:txBody>
                <a:bodyPr wrap="square">
                  <a:spAutoFit/>
                </a:bodyPr>
                <a:lstStyle/>
                <a:p>
                  <a:pPr>
                    <a:lnSpc>
                      <a:spcPts val="2000"/>
                    </a:lnSpc>
                  </a:pPr>
                  <a:r>
                    <a:rPr lang="en-US" b="1" dirty="0">
                      <a:solidFill>
                        <a:srgbClr val="FF0000"/>
                      </a:solidFill>
                      <a:latin typeface="Angsana New" pitchFamily="18" charset="-34"/>
                      <a:sym typeface="Symbol" pitchFamily="18" charset="2"/>
                    </a:rPr>
                    <a:t>N – n</a:t>
                  </a:r>
                </a:p>
                <a:p>
                  <a:pPr>
                    <a:lnSpc>
                      <a:spcPts val="2000"/>
                    </a:lnSpc>
                  </a:pPr>
                  <a:r>
                    <a:rPr lang="en-US" b="1" dirty="0">
                      <a:solidFill>
                        <a:srgbClr val="FF0000"/>
                      </a:solidFill>
                      <a:latin typeface="Angsana New" pitchFamily="18" charset="-34"/>
                      <a:sym typeface="Symbol" pitchFamily="18" charset="2"/>
                    </a:rPr>
                    <a:t>N – 1</a:t>
                  </a:r>
                  <a:endParaRPr lang="th-TH" b="1" dirty="0">
                    <a:solidFill>
                      <a:srgbClr val="FF0000"/>
                    </a:solidFill>
                    <a:latin typeface="Angsana New" pitchFamily="18" charset="-34"/>
                  </a:endParaRPr>
                </a:p>
              </p:txBody>
            </p:sp>
            <p:cxnSp>
              <p:nvCxnSpPr>
                <p:cNvPr id="229" name="Straight Connector 228"/>
                <p:cNvCxnSpPr/>
                <p:nvPr/>
              </p:nvCxnSpPr>
              <p:spPr>
                <a:xfrm>
                  <a:off x="8330904" y="3181325"/>
                  <a:ext cx="61602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1" name="Group 220"/>
              <p:cNvGrpSpPr/>
              <p:nvPr/>
            </p:nvGrpSpPr>
            <p:grpSpPr>
              <a:xfrm>
                <a:off x="7672687" y="2978735"/>
                <a:ext cx="494271" cy="687368"/>
                <a:chOff x="8227632" y="425401"/>
                <a:chExt cx="494271" cy="687368"/>
              </a:xfrm>
            </p:grpSpPr>
            <p:sp>
              <p:nvSpPr>
                <p:cNvPr id="226" name="TextBox 286"/>
                <p:cNvSpPr txBox="1">
                  <a:spLocks noChangeArrowheads="1"/>
                </p:cNvSpPr>
                <p:nvPr/>
              </p:nvSpPr>
              <p:spPr bwMode="auto">
                <a:xfrm>
                  <a:off x="8227632" y="425401"/>
                  <a:ext cx="494271" cy="687368"/>
                </a:xfrm>
                <a:prstGeom prst="rect">
                  <a:avLst/>
                </a:prstGeom>
                <a:noFill/>
                <a:ln w="9525">
                  <a:noFill/>
                  <a:miter lim="800000"/>
                  <a:headEnd/>
                  <a:tailEnd/>
                </a:ln>
              </p:spPr>
              <p:txBody>
                <a:bodyPr wrap="square">
                  <a:spAutoFit/>
                </a:bodyPr>
                <a:lstStyle/>
                <a:p>
                  <a:pPr>
                    <a:lnSpc>
                      <a:spcPts val="2000"/>
                    </a:lnSpc>
                  </a:pPr>
                  <a:r>
                    <a:rPr lang="en-US" sz="2400" b="1" dirty="0">
                      <a:solidFill>
                        <a:srgbClr val="FF0000"/>
                      </a:solidFill>
                      <a:latin typeface="Angsana New" pitchFamily="18" charset="-34"/>
                      <a:sym typeface="Symbol" pitchFamily="18" charset="2"/>
                    </a:rPr>
                    <a:t></a:t>
                  </a:r>
                  <a:r>
                    <a:rPr lang="en-US" sz="3200" b="1" baseline="30000" dirty="0">
                      <a:solidFill>
                        <a:srgbClr val="FF0000"/>
                      </a:solidFill>
                      <a:latin typeface="Angsana New" pitchFamily="18" charset="-34"/>
                      <a:sym typeface="Symbol" pitchFamily="18" charset="2"/>
                    </a:rPr>
                    <a:t>2</a:t>
                  </a:r>
                </a:p>
                <a:p>
                  <a:pPr>
                    <a:lnSpc>
                      <a:spcPts val="2400"/>
                    </a:lnSpc>
                  </a:pPr>
                  <a:r>
                    <a:rPr lang="en-US" b="1" dirty="0">
                      <a:solidFill>
                        <a:srgbClr val="FF0000"/>
                      </a:solidFill>
                      <a:latin typeface="Angsana New" pitchFamily="18" charset="-34"/>
                      <a:sym typeface="Symbol" pitchFamily="18" charset="2"/>
                    </a:rPr>
                    <a:t> n</a:t>
                  </a:r>
                  <a:endParaRPr lang="th-TH" b="1" dirty="0">
                    <a:solidFill>
                      <a:srgbClr val="FF0000"/>
                    </a:solidFill>
                    <a:latin typeface="Angsana New" pitchFamily="18" charset="-34"/>
                  </a:endParaRPr>
                </a:p>
              </p:txBody>
            </p:sp>
            <p:cxnSp>
              <p:nvCxnSpPr>
                <p:cNvPr id="227" name="Straight Connector 226"/>
                <p:cNvCxnSpPr/>
                <p:nvPr/>
              </p:nvCxnSpPr>
              <p:spPr>
                <a:xfrm>
                  <a:off x="8272512" y="763181"/>
                  <a:ext cx="36576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23" name="Double Bracket 222"/>
              <p:cNvSpPr/>
              <p:nvPr/>
            </p:nvSpPr>
            <p:spPr>
              <a:xfrm>
                <a:off x="8187106" y="3080513"/>
                <a:ext cx="731520" cy="457200"/>
              </a:xfrm>
              <a:prstGeom prst="bracketPair">
                <a:avLst>
                  <a:gd name="adj" fmla="val 12967"/>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solidFill>
                    <a:srgbClr val="FF0000"/>
                  </a:solidFill>
                </a:endParaRPr>
              </a:p>
            </p:txBody>
          </p:sp>
        </p:grpSp>
        <p:sp>
          <p:nvSpPr>
            <p:cNvPr id="230" name="Rectangle 4">
              <a:extLst>
                <a:ext uri="{FF2B5EF4-FFF2-40B4-BE49-F238E27FC236}">
                  <a16:creationId xmlns:a16="http://schemas.microsoft.com/office/drawing/2014/main" id="{26EE668E-50CE-4AF8-9523-115C9DFDE8C4}"/>
                </a:ext>
              </a:extLst>
            </p:cNvPr>
            <p:cNvSpPr>
              <a:spLocks noChangeArrowheads="1"/>
            </p:cNvSpPr>
            <p:nvPr/>
          </p:nvSpPr>
          <p:spPr bwMode="auto">
            <a:xfrm>
              <a:off x="7263491" y="5937129"/>
              <a:ext cx="639829" cy="609600"/>
            </a:xfrm>
            <a:prstGeom prst="rect">
              <a:avLst/>
            </a:prstGeom>
            <a:noFill/>
            <a:ln w="9525">
              <a:noFill/>
              <a:miter lim="800000"/>
              <a:headEnd/>
              <a:tailEnd/>
            </a:ln>
          </p:spPr>
          <p:txBody>
            <a:bodyPr/>
            <a:lstStyle/>
            <a:p>
              <a:pPr algn="ctr">
                <a:lnSpc>
                  <a:spcPct val="70000"/>
                </a:lnSpc>
                <a:tabLst>
                  <a:tab pos="457200" algn="l"/>
                </a:tabLst>
              </a:pPr>
              <a:r>
                <a:rPr lang="en-US" b="1" baseline="-25000" dirty="0">
                  <a:solidFill>
                    <a:srgbClr val="FF0000"/>
                  </a:solidFill>
                  <a:latin typeface="Angsana New" panose="02020603050405020304" pitchFamily="18" charset="-34"/>
                  <a:sym typeface="Symbol"/>
                </a:rPr>
                <a:t>X</a:t>
              </a:r>
              <a:endParaRPr lang="en-US" b="1" dirty="0">
                <a:solidFill>
                  <a:srgbClr val="FF0000"/>
                </a:solidFill>
                <a:latin typeface="Angsana New" pitchFamily="18" charset="-34"/>
              </a:endParaRPr>
            </a:p>
          </p:txBody>
        </p:sp>
      </p:grpSp>
      <p:sp>
        <p:nvSpPr>
          <p:cNvPr id="2" name="Slide Number Placeholder 1">
            <a:extLst>
              <a:ext uri="{FF2B5EF4-FFF2-40B4-BE49-F238E27FC236}">
                <a16:creationId xmlns:a16="http://schemas.microsoft.com/office/drawing/2014/main" id="{206CA011-2D1E-4E4A-8EBA-5714FBDC1236}"/>
              </a:ext>
            </a:extLst>
          </p:cNvPr>
          <p:cNvSpPr>
            <a:spLocks noGrp="1"/>
          </p:cNvSpPr>
          <p:nvPr>
            <p:ph type="sldNum" sz="quarter" idx="12"/>
          </p:nvPr>
        </p:nvSpPr>
        <p:spPr/>
        <p:txBody>
          <a:bodyPr/>
          <a:lstStyle/>
          <a:p>
            <a:pPr>
              <a:defRPr/>
            </a:pPr>
            <a:fld id="{3DEAF3BF-11C4-4504-A2C2-F31678299685}" type="slidenum">
              <a:rPr lang="en-US" smtClean="0"/>
              <a:pPr>
                <a:defRPr/>
              </a:pPr>
              <a:t>18</a:t>
            </a:fld>
            <a:endParaRPr lang="th-TH"/>
          </a:p>
        </p:txBody>
      </p:sp>
    </p:spTree>
    <p:extLst>
      <p:ext uri="{BB962C8B-B14F-4D97-AF65-F5344CB8AC3E}">
        <p14:creationId xmlns:p14="http://schemas.microsoft.com/office/powerpoint/2010/main" val="862839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120650" y="0"/>
            <a:ext cx="8899525" cy="548640"/>
          </a:xfrm>
        </p:spPr>
        <p:txBody>
          <a:bodyPr/>
          <a:lstStyle/>
          <a:p>
            <a:pPr eaLnBrk="1" hangingPunct="1">
              <a:lnSpc>
                <a:spcPct val="90000"/>
              </a:lnSpc>
            </a:pPr>
            <a:r>
              <a:rPr lang="en-US" sz="4000" b="1" dirty="0" err="1">
                <a:solidFill>
                  <a:srgbClr val="CC00FF"/>
                </a:solidFill>
                <a:latin typeface="Angsana New" panose="02020603050405020304" pitchFamily="18" charset="-34"/>
                <a:cs typeface="Angsana New" panose="02020603050405020304" pitchFamily="18" charset="-34"/>
              </a:rPr>
              <a:t>การแจกแจงทวินาม</a:t>
            </a:r>
            <a:r>
              <a:rPr lang="en-US" sz="4000" b="1" dirty="0">
                <a:solidFill>
                  <a:srgbClr val="CC00FF"/>
                </a:solidFill>
                <a:latin typeface="Angsana New" panose="02020603050405020304" pitchFamily="18" charset="-34"/>
                <a:cs typeface="Angsana New" panose="02020603050405020304" pitchFamily="18" charset="-34"/>
              </a:rPr>
              <a:t> (Binomial Distribution) : </a:t>
            </a:r>
            <a:r>
              <a:rPr lang="en-US" sz="4000" b="1" dirty="0">
                <a:solidFill>
                  <a:srgbClr val="3333FF"/>
                </a:solidFill>
                <a:latin typeface="Angsana New" panose="02020603050405020304" pitchFamily="18" charset="-34"/>
                <a:cs typeface="Angsana New" panose="02020603050405020304" pitchFamily="18" charset="-34"/>
              </a:rPr>
              <a:t>X  </a:t>
            </a:r>
            <a:r>
              <a:rPr lang="en-US" sz="4000" b="1" dirty="0">
                <a:solidFill>
                  <a:srgbClr val="3333FF"/>
                </a:solidFill>
                <a:latin typeface="Angsana New" pitchFamily="18" charset="-34"/>
                <a:sym typeface="Wingdings" pitchFamily="2" charset="2"/>
              </a:rPr>
              <a:t>~  </a:t>
            </a:r>
            <a:r>
              <a:rPr lang="en-US" sz="4000" b="1" dirty="0">
                <a:solidFill>
                  <a:srgbClr val="3333FF"/>
                </a:solidFill>
                <a:latin typeface="Angsana New" panose="02020603050405020304" pitchFamily="18" charset="-34"/>
                <a:cs typeface="Angsana New" panose="02020603050405020304" pitchFamily="18" charset="-34"/>
              </a:rPr>
              <a:t>B(n, p)</a:t>
            </a:r>
          </a:p>
        </p:txBody>
      </p:sp>
      <p:sp>
        <p:nvSpPr>
          <p:cNvPr id="15363" name="Rectangle 3"/>
          <p:cNvSpPr>
            <a:spLocks noChangeArrowheads="1"/>
          </p:cNvSpPr>
          <p:nvPr/>
        </p:nvSpPr>
        <p:spPr bwMode="auto">
          <a:xfrm>
            <a:off x="-21540" y="762000"/>
            <a:ext cx="4879031" cy="502920"/>
          </a:xfrm>
          <a:prstGeom prst="rect">
            <a:avLst/>
          </a:prstGeom>
          <a:noFill/>
          <a:ln w="9525">
            <a:noFill/>
            <a:miter lim="800000"/>
            <a:headEnd/>
            <a:tailEnd/>
          </a:ln>
        </p:spPr>
        <p:txBody>
          <a:bodyPr/>
          <a:lstStyle/>
          <a:p>
            <a:pPr marL="457200" indent="-457200">
              <a:tabLst>
                <a:tab pos="457200" algn="l"/>
              </a:tabLst>
            </a:pPr>
            <a:r>
              <a:rPr lang="en-US" sz="3200" b="1" dirty="0">
                <a:solidFill>
                  <a:srgbClr val="0000FF"/>
                </a:solidFill>
                <a:latin typeface="Angsana New" panose="02020603050405020304" pitchFamily="18" charset="-34"/>
              </a:rPr>
              <a:t>1. </a:t>
            </a:r>
            <a:r>
              <a:rPr lang="en-US" sz="3200" b="1" dirty="0" err="1">
                <a:solidFill>
                  <a:srgbClr val="0000FF"/>
                </a:solidFill>
                <a:latin typeface="Angsana New" panose="02020603050405020304" pitchFamily="18" charset="-34"/>
              </a:rPr>
              <a:t>การลองแบบเบอร์นูลลิ</a:t>
            </a:r>
            <a:r>
              <a:rPr lang="en-US" sz="3200" b="1" dirty="0">
                <a:solidFill>
                  <a:srgbClr val="0000FF"/>
                </a:solidFill>
                <a:latin typeface="Angsana New" panose="02020603050405020304" pitchFamily="18" charset="-34"/>
              </a:rPr>
              <a:t> (Bernoulli trial) </a:t>
            </a:r>
          </a:p>
        </p:txBody>
      </p:sp>
      <p:sp>
        <p:nvSpPr>
          <p:cNvPr id="15364" name="Rectangle 4"/>
          <p:cNvSpPr>
            <a:spLocks noChangeArrowheads="1"/>
          </p:cNvSpPr>
          <p:nvPr/>
        </p:nvSpPr>
        <p:spPr bwMode="auto">
          <a:xfrm>
            <a:off x="99163" y="1219200"/>
            <a:ext cx="4622240" cy="457200"/>
          </a:xfrm>
          <a:prstGeom prst="rect">
            <a:avLst/>
          </a:prstGeom>
          <a:noFill/>
          <a:ln w="9525">
            <a:noFill/>
            <a:miter lim="800000"/>
            <a:headEnd/>
            <a:tailEnd/>
          </a:ln>
        </p:spPr>
        <p:txBody>
          <a:bodyPr/>
          <a:lstStyle/>
          <a:p>
            <a:pPr>
              <a:tabLst>
                <a:tab pos="457200" algn="l"/>
              </a:tabLst>
            </a:pPr>
            <a:r>
              <a:rPr lang="en-US" sz="3200" b="1" dirty="0">
                <a:solidFill>
                  <a:srgbClr val="008000"/>
                </a:solidFill>
                <a:latin typeface="Angsana New" panose="02020603050405020304" pitchFamily="18" charset="-34"/>
                <a:sym typeface="Symbol" pitchFamily="18" charset="2"/>
              </a:rPr>
              <a:t> </a:t>
            </a:r>
            <a:r>
              <a:rPr lang="en-US" sz="3200" b="1" dirty="0" err="1">
                <a:solidFill>
                  <a:srgbClr val="008000"/>
                </a:solidFill>
                <a:latin typeface="Angsana New" pitchFamily="18" charset="-34"/>
                <a:sym typeface="Wingdings" pitchFamily="2" charset="2"/>
              </a:rPr>
              <a:t>ผลลัพธ์ที่เป็นไปได้มี</a:t>
            </a:r>
            <a:r>
              <a:rPr lang="en-US" sz="3200" b="1" dirty="0">
                <a:solidFill>
                  <a:srgbClr val="008000"/>
                </a:solidFill>
                <a:latin typeface="Angsana New" pitchFamily="18" charset="-34"/>
                <a:sym typeface="Wingdings" pitchFamily="2" charset="2"/>
              </a:rPr>
              <a:t> 2 </a:t>
            </a:r>
            <a:r>
              <a:rPr lang="en-US" sz="3200" b="1" dirty="0" err="1">
                <a:solidFill>
                  <a:srgbClr val="008000"/>
                </a:solidFill>
                <a:latin typeface="Angsana New" pitchFamily="18" charset="-34"/>
                <a:sym typeface="Wingdings" pitchFamily="2" charset="2"/>
              </a:rPr>
              <a:t>อย่าง</a:t>
            </a:r>
            <a:r>
              <a:rPr lang="en-US" sz="3200" b="1" dirty="0">
                <a:solidFill>
                  <a:srgbClr val="008000"/>
                </a:solidFill>
                <a:latin typeface="Angsana New" pitchFamily="18" charset="-34"/>
              </a:rPr>
              <a:t> : s </a:t>
            </a:r>
            <a:r>
              <a:rPr lang="en-US" sz="3200" b="1" dirty="0" err="1">
                <a:solidFill>
                  <a:srgbClr val="008000"/>
                </a:solidFill>
                <a:latin typeface="Angsana New" pitchFamily="18" charset="-34"/>
              </a:rPr>
              <a:t>และ</a:t>
            </a:r>
            <a:r>
              <a:rPr lang="en-US" sz="3200" b="1" dirty="0">
                <a:solidFill>
                  <a:srgbClr val="008000"/>
                </a:solidFill>
                <a:latin typeface="Angsana New" pitchFamily="18" charset="-34"/>
              </a:rPr>
              <a:t> f </a:t>
            </a:r>
          </a:p>
        </p:txBody>
      </p:sp>
      <p:sp>
        <p:nvSpPr>
          <p:cNvPr id="15366" name="Rectangle 6"/>
          <p:cNvSpPr>
            <a:spLocks noChangeArrowheads="1"/>
          </p:cNvSpPr>
          <p:nvPr/>
        </p:nvSpPr>
        <p:spPr bwMode="auto">
          <a:xfrm>
            <a:off x="99163" y="1739537"/>
            <a:ext cx="4622240" cy="457200"/>
          </a:xfrm>
          <a:prstGeom prst="rect">
            <a:avLst/>
          </a:prstGeom>
          <a:noFill/>
          <a:ln w="9525">
            <a:noFill/>
            <a:miter lim="800000"/>
            <a:headEnd/>
            <a:tailEnd/>
          </a:ln>
        </p:spPr>
        <p:txBody>
          <a:bodyPr/>
          <a:lstStyle/>
          <a:p>
            <a:pPr>
              <a:tabLst>
                <a:tab pos="457200" algn="l"/>
              </a:tabLst>
            </a:pPr>
            <a:r>
              <a:rPr lang="en-US" sz="3200" b="1" dirty="0">
                <a:solidFill>
                  <a:srgbClr val="008000"/>
                </a:solidFill>
                <a:latin typeface="Angsana New" panose="02020603050405020304" pitchFamily="18" charset="-34"/>
                <a:sym typeface="Symbol" pitchFamily="18" charset="2"/>
              </a:rPr>
              <a:t> </a:t>
            </a:r>
            <a:r>
              <a:rPr lang="en-US" sz="3200" b="1" dirty="0" err="1">
                <a:solidFill>
                  <a:srgbClr val="008000"/>
                </a:solidFill>
                <a:latin typeface="Angsana New" pitchFamily="18" charset="-34"/>
                <a:sym typeface="Wingdings" pitchFamily="2" charset="2"/>
              </a:rPr>
              <a:t>ความน่าจะเป็นที่จะเกิด</a:t>
            </a:r>
            <a:r>
              <a:rPr lang="en-US" sz="3200" b="1" dirty="0">
                <a:solidFill>
                  <a:srgbClr val="008000"/>
                </a:solidFill>
                <a:latin typeface="Angsana New" pitchFamily="18" charset="-34"/>
                <a:sym typeface="Wingdings" pitchFamily="2" charset="2"/>
              </a:rPr>
              <a:t> {s} = p</a:t>
            </a:r>
            <a:r>
              <a:rPr lang="en-US" sz="3200" b="1" dirty="0">
                <a:solidFill>
                  <a:srgbClr val="008000"/>
                </a:solidFill>
                <a:latin typeface="Angsana New" pitchFamily="18" charset="-34"/>
              </a:rPr>
              <a:t> </a:t>
            </a:r>
          </a:p>
        </p:txBody>
      </p:sp>
      <p:sp>
        <p:nvSpPr>
          <p:cNvPr id="15367" name="Rectangle 7"/>
          <p:cNvSpPr>
            <a:spLocks noChangeArrowheads="1"/>
          </p:cNvSpPr>
          <p:nvPr/>
        </p:nvSpPr>
        <p:spPr bwMode="auto">
          <a:xfrm>
            <a:off x="99163" y="2286000"/>
            <a:ext cx="4622240" cy="457200"/>
          </a:xfrm>
          <a:prstGeom prst="rect">
            <a:avLst/>
          </a:prstGeom>
          <a:noFill/>
          <a:ln w="9525">
            <a:noFill/>
            <a:miter lim="800000"/>
            <a:headEnd/>
            <a:tailEnd/>
          </a:ln>
        </p:spPr>
        <p:txBody>
          <a:bodyPr/>
          <a:lstStyle/>
          <a:p>
            <a:pPr>
              <a:tabLst>
                <a:tab pos="457200" algn="l"/>
              </a:tabLst>
            </a:pPr>
            <a:r>
              <a:rPr lang="en-US" sz="3200" b="1" dirty="0">
                <a:solidFill>
                  <a:srgbClr val="008000"/>
                </a:solidFill>
                <a:latin typeface="Angsana New" panose="02020603050405020304" pitchFamily="18" charset="-34"/>
                <a:sym typeface="Symbol" pitchFamily="18" charset="2"/>
              </a:rPr>
              <a:t> </a:t>
            </a:r>
            <a:r>
              <a:rPr lang="en-US" sz="3200" b="1" dirty="0" err="1">
                <a:solidFill>
                  <a:srgbClr val="008000"/>
                </a:solidFill>
                <a:latin typeface="Angsana New" pitchFamily="18" charset="-34"/>
                <a:sym typeface="Wingdings" pitchFamily="2" charset="2"/>
              </a:rPr>
              <a:t>ความน่าจะเป็นที่จะเกิด</a:t>
            </a:r>
            <a:r>
              <a:rPr lang="en-US" sz="3200" b="1" dirty="0">
                <a:solidFill>
                  <a:srgbClr val="008000"/>
                </a:solidFill>
                <a:latin typeface="Angsana New" pitchFamily="18" charset="-34"/>
                <a:sym typeface="Wingdings" pitchFamily="2" charset="2"/>
              </a:rPr>
              <a:t> {f} = 1 – p</a:t>
            </a:r>
            <a:r>
              <a:rPr lang="en-US" sz="3200" b="1" dirty="0">
                <a:solidFill>
                  <a:srgbClr val="008000"/>
                </a:solidFill>
                <a:latin typeface="Angsana New" pitchFamily="18" charset="-34"/>
              </a:rPr>
              <a:t> </a:t>
            </a:r>
          </a:p>
        </p:txBody>
      </p:sp>
      <p:sp>
        <p:nvSpPr>
          <p:cNvPr id="15368" name="Rectangle 8"/>
          <p:cNvSpPr>
            <a:spLocks noChangeArrowheads="1"/>
          </p:cNvSpPr>
          <p:nvPr/>
        </p:nvSpPr>
        <p:spPr bwMode="auto">
          <a:xfrm>
            <a:off x="-21540" y="2856411"/>
            <a:ext cx="4648200" cy="953590"/>
          </a:xfrm>
          <a:prstGeom prst="rect">
            <a:avLst/>
          </a:prstGeom>
          <a:noFill/>
          <a:ln w="9525">
            <a:noFill/>
            <a:miter lim="800000"/>
            <a:headEnd/>
            <a:tailEnd/>
          </a:ln>
        </p:spPr>
        <p:txBody>
          <a:bodyPr/>
          <a:lstStyle/>
          <a:p>
            <a:pPr marL="457200" indent="-457200">
              <a:tabLst>
                <a:tab pos="457200" algn="l"/>
              </a:tabLst>
            </a:pPr>
            <a:r>
              <a:rPr lang="en-US" sz="3200" b="1" dirty="0">
                <a:solidFill>
                  <a:srgbClr val="663300"/>
                </a:solidFill>
                <a:latin typeface="Angsana New" panose="02020603050405020304" pitchFamily="18" charset="-34"/>
              </a:rPr>
              <a:t>2. </a:t>
            </a:r>
            <a:r>
              <a:rPr lang="en-US" sz="3200" b="1" dirty="0" err="1">
                <a:solidFill>
                  <a:srgbClr val="663300"/>
                </a:solidFill>
                <a:latin typeface="Angsana New" panose="02020603050405020304" pitchFamily="18" charset="-34"/>
              </a:rPr>
              <a:t>ลองแบบเบอร์นูลลิ</a:t>
            </a:r>
            <a:r>
              <a:rPr lang="en-US" sz="3200" b="1" dirty="0">
                <a:solidFill>
                  <a:srgbClr val="663300"/>
                </a:solidFill>
                <a:latin typeface="Angsana New" panose="02020603050405020304" pitchFamily="18" charset="-34"/>
              </a:rPr>
              <a:t> n </a:t>
            </a:r>
            <a:r>
              <a:rPr lang="en-US" sz="3200" b="1" dirty="0" err="1">
                <a:solidFill>
                  <a:srgbClr val="663300"/>
                </a:solidFill>
                <a:latin typeface="Angsana New" panose="02020603050405020304" pitchFamily="18" charset="-34"/>
              </a:rPr>
              <a:t>ครั้งเป็นอิสระกัน</a:t>
            </a:r>
            <a:r>
              <a:rPr lang="en-US" sz="3200" b="1" dirty="0">
                <a:solidFill>
                  <a:srgbClr val="663300"/>
                </a:solidFill>
                <a:latin typeface="Angsana New" panose="02020603050405020304" pitchFamily="18" charset="-34"/>
              </a:rPr>
              <a:t> </a:t>
            </a:r>
            <a:endParaRPr lang="th-TH" sz="3200" b="1" dirty="0">
              <a:solidFill>
                <a:srgbClr val="663300"/>
              </a:solidFill>
              <a:latin typeface="Angsana New" panose="02020603050405020304" pitchFamily="18" charset="-34"/>
            </a:endParaRPr>
          </a:p>
          <a:p>
            <a:pPr marL="457200" indent="-457200">
              <a:lnSpc>
                <a:spcPts val="3000"/>
              </a:lnSpc>
              <a:tabLst>
                <a:tab pos="457200" algn="l"/>
              </a:tabLst>
            </a:pPr>
            <a:r>
              <a:rPr lang="th-TH" sz="3200" b="1" dirty="0">
                <a:solidFill>
                  <a:srgbClr val="0000FF"/>
                </a:solidFill>
                <a:latin typeface="Angsana New" pitchFamily="18" charset="-34"/>
              </a:rPr>
              <a:t>    </a:t>
            </a:r>
            <a:r>
              <a:rPr lang="en-US" sz="3200" b="1" dirty="0">
                <a:solidFill>
                  <a:srgbClr val="0000FF"/>
                </a:solidFill>
                <a:latin typeface="Angsana New" pitchFamily="18" charset="-34"/>
              </a:rPr>
              <a:t>(n independent Bernoulli trials)</a:t>
            </a:r>
          </a:p>
          <a:p>
            <a:pPr marL="457200" indent="-457200">
              <a:tabLst>
                <a:tab pos="457200" algn="l"/>
              </a:tabLst>
            </a:pPr>
            <a:endParaRPr lang="en-US" sz="3200" b="1" dirty="0">
              <a:solidFill>
                <a:srgbClr val="663300"/>
              </a:solidFill>
              <a:latin typeface="Angsana New" panose="02020603050405020304" pitchFamily="18" charset="-34"/>
            </a:endParaRPr>
          </a:p>
        </p:txBody>
      </p:sp>
      <p:sp>
        <p:nvSpPr>
          <p:cNvPr id="15369" name="Rectangle 9"/>
          <p:cNvSpPr>
            <a:spLocks noChangeArrowheads="1"/>
          </p:cNvSpPr>
          <p:nvPr/>
        </p:nvSpPr>
        <p:spPr bwMode="auto">
          <a:xfrm>
            <a:off x="99163" y="3733800"/>
            <a:ext cx="5334000" cy="457200"/>
          </a:xfrm>
          <a:prstGeom prst="rect">
            <a:avLst/>
          </a:prstGeom>
          <a:noFill/>
          <a:ln w="9525">
            <a:noFill/>
            <a:miter lim="800000"/>
            <a:headEnd/>
            <a:tailEnd/>
          </a:ln>
        </p:spPr>
        <p:txBody>
          <a:bodyPr/>
          <a:lstStyle/>
          <a:p>
            <a:pPr>
              <a:tabLst>
                <a:tab pos="457200" algn="l"/>
              </a:tabLst>
            </a:pPr>
            <a:r>
              <a:rPr lang="en-US" sz="3200" b="1" dirty="0">
                <a:solidFill>
                  <a:srgbClr val="6600CC"/>
                </a:solidFill>
                <a:latin typeface="Angsana New" panose="02020603050405020304" pitchFamily="18" charset="-34"/>
                <a:sym typeface="Symbol" pitchFamily="18" charset="2"/>
              </a:rPr>
              <a:t> </a:t>
            </a:r>
            <a:r>
              <a:rPr lang="en-US" sz="3200" b="1" dirty="0" err="1">
                <a:solidFill>
                  <a:srgbClr val="6600CC"/>
                </a:solidFill>
                <a:latin typeface="Angsana New" pitchFamily="18" charset="-34"/>
                <a:sym typeface="Wingdings" pitchFamily="2" charset="2"/>
              </a:rPr>
              <a:t>ให้</a:t>
            </a:r>
            <a:r>
              <a:rPr lang="en-US" sz="3200" b="1" dirty="0">
                <a:solidFill>
                  <a:srgbClr val="6600CC"/>
                </a:solidFill>
                <a:latin typeface="Angsana New" pitchFamily="18" charset="-34"/>
                <a:sym typeface="Wingdings" pitchFamily="2" charset="2"/>
              </a:rPr>
              <a:t> X = </a:t>
            </a:r>
            <a:r>
              <a:rPr lang="en-US" sz="3200" b="1" dirty="0" err="1">
                <a:solidFill>
                  <a:srgbClr val="6600CC"/>
                </a:solidFill>
                <a:latin typeface="Angsana New" pitchFamily="18" charset="-34"/>
                <a:sym typeface="Wingdings" pitchFamily="2" charset="2"/>
              </a:rPr>
              <a:t>จำนวนครั้งที่เกิด</a:t>
            </a:r>
            <a:r>
              <a:rPr lang="en-US" sz="3200" b="1" dirty="0">
                <a:solidFill>
                  <a:srgbClr val="6600CC"/>
                </a:solidFill>
                <a:latin typeface="Angsana New" pitchFamily="18" charset="-34"/>
                <a:sym typeface="Wingdings" pitchFamily="2" charset="2"/>
              </a:rPr>
              <a:t> </a:t>
            </a:r>
            <a:r>
              <a:rPr lang="en-US" sz="3200" b="1" dirty="0">
                <a:solidFill>
                  <a:srgbClr val="6600CC"/>
                </a:solidFill>
                <a:latin typeface="Angsana New" pitchFamily="18" charset="-34"/>
              </a:rPr>
              <a:t>s </a:t>
            </a:r>
            <a:r>
              <a:rPr lang="en-US" sz="3200" b="1" dirty="0" err="1">
                <a:solidFill>
                  <a:srgbClr val="6600CC"/>
                </a:solidFill>
                <a:latin typeface="Angsana New" pitchFamily="18" charset="-34"/>
              </a:rPr>
              <a:t>ในการลอง</a:t>
            </a:r>
            <a:r>
              <a:rPr lang="en-US" sz="3200" b="1" dirty="0">
                <a:solidFill>
                  <a:srgbClr val="6600CC"/>
                </a:solidFill>
                <a:latin typeface="Angsana New" pitchFamily="18" charset="-34"/>
              </a:rPr>
              <a:t> n </a:t>
            </a:r>
            <a:r>
              <a:rPr lang="en-US" sz="3200" b="1" dirty="0" err="1">
                <a:solidFill>
                  <a:srgbClr val="6600CC"/>
                </a:solidFill>
                <a:latin typeface="Angsana New" pitchFamily="18" charset="-34"/>
              </a:rPr>
              <a:t>ครั้ง</a:t>
            </a:r>
            <a:r>
              <a:rPr lang="en-US" sz="3200" b="1" dirty="0">
                <a:solidFill>
                  <a:srgbClr val="6600CC"/>
                </a:solidFill>
                <a:latin typeface="Angsana New" pitchFamily="18" charset="-34"/>
              </a:rPr>
              <a:t> </a:t>
            </a:r>
          </a:p>
        </p:txBody>
      </p:sp>
      <p:sp>
        <p:nvSpPr>
          <p:cNvPr id="15370" name="Rectangle 10"/>
          <p:cNvSpPr>
            <a:spLocks noChangeArrowheads="1"/>
          </p:cNvSpPr>
          <p:nvPr/>
        </p:nvSpPr>
        <p:spPr bwMode="auto">
          <a:xfrm>
            <a:off x="87288" y="4256315"/>
            <a:ext cx="5094312" cy="457200"/>
          </a:xfrm>
          <a:prstGeom prst="rect">
            <a:avLst/>
          </a:prstGeom>
          <a:noFill/>
          <a:ln w="9525">
            <a:noFill/>
            <a:miter lim="800000"/>
            <a:headEnd/>
            <a:tailEnd/>
          </a:ln>
        </p:spPr>
        <p:txBody>
          <a:bodyPr/>
          <a:lstStyle/>
          <a:p>
            <a:pPr>
              <a:tabLst>
                <a:tab pos="457200" algn="l"/>
              </a:tabLst>
            </a:pPr>
            <a:r>
              <a:rPr lang="en-US" sz="3200" b="1" dirty="0">
                <a:solidFill>
                  <a:srgbClr val="6600CC"/>
                </a:solidFill>
                <a:latin typeface="Angsana New" panose="02020603050405020304" pitchFamily="18" charset="-34"/>
                <a:sym typeface="Symbol" pitchFamily="18" charset="2"/>
              </a:rPr>
              <a:t> </a:t>
            </a:r>
            <a:r>
              <a:rPr lang="en-US" sz="3200" b="1" dirty="0" err="1">
                <a:solidFill>
                  <a:srgbClr val="6600CC"/>
                </a:solidFill>
                <a:latin typeface="Angsana New" pitchFamily="18" charset="-34"/>
                <a:sym typeface="Wingdings" pitchFamily="2" charset="2"/>
              </a:rPr>
              <a:t>ค่าของ</a:t>
            </a:r>
            <a:r>
              <a:rPr lang="en-US" sz="3200" b="1" dirty="0">
                <a:solidFill>
                  <a:srgbClr val="6600CC"/>
                </a:solidFill>
                <a:latin typeface="Angsana New" pitchFamily="18" charset="-34"/>
                <a:sym typeface="Wingdings" pitchFamily="2" charset="2"/>
              </a:rPr>
              <a:t> X </a:t>
            </a:r>
            <a:r>
              <a:rPr lang="en-US" sz="3200" b="1" dirty="0" err="1">
                <a:solidFill>
                  <a:srgbClr val="6600CC"/>
                </a:solidFill>
                <a:latin typeface="Angsana New" pitchFamily="18" charset="-34"/>
                <a:sym typeface="Wingdings" pitchFamily="2" charset="2"/>
              </a:rPr>
              <a:t>ที่เป็นไปได้</a:t>
            </a:r>
            <a:r>
              <a:rPr lang="en-US" sz="3200" b="1" dirty="0">
                <a:solidFill>
                  <a:srgbClr val="6600CC"/>
                </a:solidFill>
                <a:latin typeface="Angsana New" pitchFamily="18" charset="-34"/>
                <a:sym typeface="Wingdings" pitchFamily="2" charset="2"/>
              </a:rPr>
              <a:t> </a:t>
            </a:r>
            <a:r>
              <a:rPr lang="en-US" sz="3200" b="1" dirty="0" err="1">
                <a:solidFill>
                  <a:srgbClr val="6600CC"/>
                </a:solidFill>
                <a:latin typeface="Angsana New" pitchFamily="18" charset="-34"/>
                <a:sym typeface="Wingdings" pitchFamily="2" charset="2"/>
              </a:rPr>
              <a:t>คือ</a:t>
            </a:r>
            <a:r>
              <a:rPr lang="en-US" sz="3200" b="1" dirty="0">
                <a:solidFill>
                  <a:srgbClr val="6600CC"/>
                </a:solidFill>
                <a:latin typeface="Angsana New" pitchFamily="18" charset="-34"/>
                <a:sym typeface="Wingdings" pitchFamily="2" charset="2"/>
              </a:rPr>
              <a:t> </a:t>
            </a:r>
            <a:r>
              <a:rPr lang="en-US" sz="3200" b="1" i="1" dirty="0">
                <a:solidFill>
                  <a:srgbClr val="6600CC"/>
                </a:solidFill>
                <a:latin typeface="Angsana New" pitchFamily="18" charset="-34"/>
                <a:sym typeface="Wingdings" pitchFamily="2" charset="2"/>
              </a:rPr>
              <a:t>x</a:t>
            </a:r>
            <a:r>
              <a:rPr lang="en-US" sz="3200" b="1" dirty="0">
                <a:solidFill>
                  <a:srgbClr val="6600CC"/>
                </a:solidFill>
                <a:latin typeface="Angsana New" pitchFamily="18" charset="-34"/>
                <a:sym typeface="Wingdings" pitchFamily="2" charset="2"/>
              </a:rPr>
              <a:t> = 0 , 1 , … , n</a:t>
            </a:r>
            <a:r>
              <a:rPr lang="en-US" sz="3200" b="1" dirty="0">
                <a:solidFill>
                  <a:srgbClr val="6600CC"/>
                </a:solidFill>
                <a:latin typeface="Angsana New" pitchFamily="18" charset="-34"/>
              </a:rPr>
              <a:t> </a:t>
            </a:r>
          </a:p>
        </p:txBody>
      </p:sp>
      <p:sp>
        <p:nvSpPr>
          <p:cNvPr id="15371" name="Rectangle 11"/>
          <p:cNvSpPr>
            <a:spLocks noChangeArrowheads="1"/>
          </p:cNvSpPr>
          <p:nvPr/>
        </p:nvSpPr>
        <p:spPr bwMode="auto">
          <a:xfrm>
            <a:off x="-47500" y="4865915"/>
            <a:ext cx="4724400" cy="457200"/>
          </a:xfrm>
          <a:prstGeom prst="rect">
            <a:avLst/>
          </a:prstGeom>
          <a:noFill/>
          <a:ln w="9525">
            <a:noFill/>
            <a:miter lim="800000"/>
            <a:headEnd/>
            <a:tailEnd/>
          </a:ln>
        </p:spPr>
        <p:txBody>
          <a:bodyPr/>
          <a:lstStyle/>
          <a:p>
            <a:pPr>
              <a:tabLst>
                <a:tab pos="457200" algn="l"/>
              </a:tabLst>
            </a:pPr>
            <a:r>
              <a:rPr lang="en-US" sz="3200" b="1" dirty="0">
                <a:solidFill>
                  <a:srgbClr val="FF0000"/>
                </a:solidFill>
                <a:latin typeface="Angsana New" panose="02020603050405020304" pitchFamily="18" charset="-34"/>
                <a:sym typeface="Symbol" pitchFamily="18" charset="2"/>
              </a:rPr>
              <a:t>3. </a:t>
            </a:r>
            <a:r>
              <a:rPr lang="en-US" sz="3200" b="1" dirty="0" err="1">
                <a:solidFill>
                  <a:srgbClr val="FF0000"/>
                </a:solidFill>
                <a:latin typeface="Angsana New" pitchFamily="18" charset="-34"/>
                <a:sym typeface="Wingdings" pitchFamily="2" charset="2"/>
              </a:rPr>
              <a:t>การแจกแจงแบบทวินาม</a:t>
            </a:r>
            <a:r>
              <a:rPr lang="en-US" sz="3200" b="1" dirty="0">
                <a:solidFill>
                  <a:srgbClr val="FF0000"/>
                </a:solidFill>
                <a:latin typeface="Angsana New" pitchFamily="18" charset="-34"/>
              </a:rPr>
              <a:t> </a:t>
            </a:r>
            <a:r>
              <a:rPr lang="en-US" sz="3200" b="1" dirty="0">
                <a:solidFill>
                  <a:srgbClr val="FF0000"/>
                </a:solidFill>
                <a:latin typeface="Angsana New" pitchFamily="18" charset="-34"/>
                <a:sym typeface="Wingdings" pitchFamily="2" charset="2"/>
              </a:rPr>
              <a:t>:</a:t>
            </a:r>
            <a:r>
              <a:rPr lang="en-US" sz="3200" b="1" dirty="0">
                <a:solidFill>
                  <a:srgbClr val="FF0000"/>
                </a:solidFill>
                <a:latin typeface="Angsana New" pitchFamily="18" charset="-34"/>
              </a:rPr>
              <a:t> </a:t>
            </a:r>
            <a:r>
              <a:rPr lang="en-US" sz="3200" b="1" dirty="0">
                <a:solidFill>
                  <a:srgbClr val="FF0000"/>
                </a:solidFill>
                <a:latin typeface="Angsana New" pitchFamily="18" charset="-34"/>
                <a:sym typeface="Wingdings" pitchFamily="2" charset="2"/>
              </a:rPr>
              <a:t>X ~ B(n , p)</a:t>
            </a:r>
          </a:p>
        </p:txBody>
      </p:sp>
      <p:sp>
        <p:nvSpPr>
          <p:cNvPr id="13" name="Rectangle 7"/>
          <p:cNvSpPr>
            <a:spLocks noChangeArrowheads="1"/>
          </p:cNvSpPr>
          <p:nvPr/>
        </p:nvSpPr>
        <p:spPr bwMode="auto">
          <a:xfrm>
            <a:off x="83890" y="5323115"/>
            <a:ext cx="3048000" cy="533400"/>
          </a:xfrm>
          <a:prstGeom prst="rect">
            <a:avLst/>
          </a:prstGeom>
          <a:noFill/>
          <a:ln w="9525">
            <a:noFill/>
            <a:miter lim="800000"/>
            <a:headEnd/>
            <a:tailEnd/>
          </a:ln>
        </p:spPr>
        <p:txBody>
          <a:bodyPr/>
          <a:lstStyle/>
          <a:p>
            <a:pPr marL="457200" indent="-457200">
              <a:tabLst>
                <a:tab pos="457200" algn="l"/>
              </a:tabLst>
            </a:pPr>
            <a:r>
              <a:rPr lang="en-US" sz="3200" b="1" dirty="0">
                <a:solidFill>
                  <a:srgbClr val="663300"/>
                </a:solidFill>
                <a:latin typeface="Angsana New" panose="02020603050405020304" pitchFamily="18" charset="-34"/>
                <a:sym typeface="Symbol" pitchFamily="18" charset="2"/>
              </a:rPr>
              <a:t></a:t>
            </a:r>
            <a:r>
              <a:rPr lang="en-US" sz="3200" b="1" dirty="0">
                <a:solidFill>
                  <a:srgbClr val="663300"/>
                </a:solidFill>
                <a:latin typeface="Angsana New" pitchFamily="18" charset="-34"/>
              </a:rPr>
              <a:t> </a:t>
            </a:r>
            <a:r>
              <a:rPr lang="en-US" sz="3200" b="1" dirty="0" err="1">
                <a:solidFill>
                  <a:srgbClr val="663300"/>
                </a:solidFill>
                <a:latin typeface="Angsana New" pitchFamily="18" charset="-34"/>
              </a:rPr>
              <a:t>ค่าเฉลี่ย</a:t>
            </a:r>
            <a:r>
              <a:rPr lang="en-US" sz="3200" b="1" dirty="0">
                <a:solidFill>
                  <a:srgbClr val="663300"/>
                </a:solidFill>
                <a:latin typeface="Angsana New" pitchFamily="18" charset="-34"/>
              </a:rPr>
              <a:t> E(X) = np</a:t>
            </a:r>
          </a:p>
        </p:txBody>
      </p:sp>
      <p:sp>
        <p:nvSpPr>
          <p:cNvPr id="14" name="Rectangle 8"/>
          <p:cNvSpPr>
            <a:spLocks noChangeArrowheads="1"/>
          </p:cNvSpPr>
          <p:nvPr/>
        </p:nvSpPr>
        <p:spPr bwMode="auto">
          <a:xfrm>
            <a:off x="86100" y="5867400"/>
            <a:ext cx="5181600" cy="6096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 </a:t>
            </a:r>
            <a:r>
              <a:rPr lang="en-US" sz="3200" b="1" dirty="0" err="1">
                <a:solidFill>
                  <a:srgbClr val="663300"/>
                </a:solidFill>
                <a:latin typeface="Angsana New" pitchFamily="18" charset="-34"/>
                <a:sym typeface="Wingdings" pitchFamily="2" charset="2"/>
              </a:rPr>
              <a:t>ความแปรปรวนของ</a:t>
            </a:r>
            <a:r>
              <a:rPr lang="en-US" sz="3200" b="1" dirty="0">
                <a:solidFill>
                  <a:srgbClr val="663300"/>
                </a:solidFill>
                <a:latin typeface="Angsana New" pitchFamily="18" charset="-34"/>
                <a:sym typeface="Wingdings" pitchFamily="2" charset="2"/>
              </a:rPr>
              <a:t> X = V(X) = np(1 – p)</a:t>
            </a:r>
            <a:r>
              <a:rPr lang="en-US" sz="3200" b="1" dirty="0">
                <a:solidFill>
                  <a:srgbClr val="663300"/>
                </a:solidFill>
                <a:latin typeface="Angsana New" pitchFamily="18" charset="-34"/>
              </a:rPr>
              <a:t> </a:t>
            </a:r>
          </a:p>
        </p:txBody>
      </p:sp>
      <p:sp>
        <p:nvSpPr>
          <p:cNvPr id="15" name="Flowchart: Magnetic Disk 14"/>
          <p:cNvSpPr/>
          <p:nvPr/>
        </p:nvSpPr>
        <p:spPr>
          <a:xfrm>
            <a:off x="6003053" y="625510"/>
            <a:ext cx="857460" cy="818105"/>
          </a:xfrm>
          <a:prstGeom prst="flowChartMagneticDisk">
            <a:avLst/>
          </a:prstGeom>
          <a:no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p:cNvSpPr/>
          <p:nvPr/>
        </p:nvSpPr>
        <p:spPr>
          <a:xfrm>
            <a:off x="6173033" y="116059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p:cNvSpPr/>
          <p:nvPr/>
        </p:nvSpPr>
        <p:spPr>
          <a:xfrm>
            <a:off x="6052457" y="936174"/>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Connector 17"/>
          <p:cNvSpPr/>
          <p:nvPr/>
        </p:nvSpPr>
        <p:spPr>
          <a:xfrm>
            <a:off x="6332977" y="95795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Connector 22"/>
          <p:cNvSpPr/>
          <p:nvPr/>
        </p:nvSpPr>
        <p:spPr>
          <a:xfrm>
            <a:off x="6591721" y="916078"/>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lowchart: Connector 23"/>
          <p:cNvSpPr/>
          <p:nvPr/>
        </p:nvSpPr>
        <p:spPr>
          <a:xfrm>
            <a:off x="6495425" y="116059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p:cNvGrpSpPr/>
          <p:nvPr/>
        </p:nvGrpSpPr>
        <p:grpSpPr>
          <a:xfrm>
            <a:off x="6847111" y="268186"/>
            <a:ext cx="2057400" cy="878392"/>
            <a:chOff x="6934200" y="787960"/>
            <a:chExt cx="2057400" cy="878392"/>
          </a:xfrm>
        </p:grpSpPr>
        <p:sp>
          <p:nvSpPr>
            <p:cNvPr id="27" name="TextBox 26"/>
            <p:cNvSpPr txBox="1"/>
            <p:nvPr/>
          </p:nvSpPr>
          <p:spPr>
            <a:xfrm>
              <a:off x="6934200" y="914400"/>
              <a:ext cx="2057400" cy="584775"/>
            </a:xfrm>
            <a:prstGeom prst="rect">
              <a:avLst/>
            </a:prstGeom>
            <a:noFill/>
          </p:spPr>
          <p:txBody>
            <a:bodyPr wrap="square" rtlCol="0">
              <a:spAutoFit/>
            </a:bodyPr>
            <a:lstStyle/>
            <a:p>
              <a:r>
                <a:rPr lang="en-US" sz="3200" b="1" dirty="0">
                  <a:solidFill>
                    <a:srgbClr val="660066"/>
                  </a:solidFill>
                  <a:latin typeface="Angsana New" pitchFamily="18" charset="-34"/>
                </a:rPr>
                <a:t>P(    ) </a:t>
              </a:r>
              <a:r>
                <a:rPr lang="en-US" sz="3200" b="1" dirty="0">
                  <a:solidFill>
                    <a:srgbClr val="7030A0"/>
                  </a:solidFill>
                  <a:latin typeface="Angsana New" pitchFamily="18" charset="-34"/>
                </a:rPr>
                <a:t>=  </a:t>
              </a:r>
              <a:r>
                <a:rPr lang="th-TH" sz="3200" b="1" dirty="0">
                  <a:solidFill>
                    <a:srgbClr val="7030A0"/>
                  </a:solidFill>
                  <a:latin typeface="Angsana New" pitchFamily="18" charset="-34"/>
                </a:rPr>
                <a:t>    </a:t>
              </a:r>
              <a:r>
                <a:rPr lang="en-US" sz="3200" b="1" dirty="0">
                  <a:solidFill>
                    <a:srgbClr val="7030A0"/>
                  </a:solidFill>
                  <a:latin typeface="Angsana New" pitchFamily="18" charset="-34"/>
                </a:rPr>
                <a:t>=  p</a:t>
              </a:r>
            </a:p>
          </p:txBody>
        </p:sp>
        <p:sp>
          <p:nvSpPr>
            <p:cNvPr id="28" name="Flowchart: Connector 27"/>
            <p:cNvSpPr/>
            <p:nvPr/>
          </p:nvSpPr>
          <p:spPr>
            <a:xfrm>
              <a:off x="7285056" y="111285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7905540" y="787960"/>
              <a:ext cx="381000" cy="584775"/>
            </a:xfrm>
            <a:prstGeom prst="rect">
              <a:avLst/>
            </a:prstGeom>
            <a:noFill/>
          </p:spPr>
          <p:txBody>
            <a:bodyPr wrap="square" rtlCol="0">
              <a:spAutoFit/>
            </a:bodyPr>
            <a:lstStyle/>
            <a:p>
              <a:r>
                <a:rPr lang="en-US" sz="3200" b="1" dirty="0">
                  <a:solidFill>
                    <a:srgbClr val="660066"/>
                  </a:solidFill>
                  <a:latin typeface="Angsana New" pitchFamily="18" charset="-34"/>
                </a:rPr>
                <a:t>3</a:t>
              </a:r>
            </a:p>
          </p:txBody>
        </p:sp>
        <p:sp>
          <p:nvSpPr>
            <p:cNvPr id="32" name="TextBox 31"/>
            <p:cNvSpPr txBox="1"/>
            <p:nvPr/>
          </p:nvSpPr>
          <p:spPr>
            <a:xfrm>
              <a:off x="7915588" y="1081577"/>
              <a:ext cx="381000" cy="584775"/>
            </a:xfrm>
            <a:prstGeom prst="rect">
              <a:avLst/>
            </a:prstGeom>
            <a:noFill/>
          </p:spPr>
          <p:txBody>
            <a:bodyPr wrap="square" rtlCol="0">
              <a:spAutoFit/>
            </a:bodyPr>
            <a:lstStyle/>
            <a:p>
              <a:r>
                <a:rPr lang="en-US" sz="3200" b="1" dirty="0">
                  <a:solidFill>
                    <a:srgbClr val="660066"/>
                  </a:solidFill>
                  <a:latin typeface="Angsana New" pitchFamily="18" charset="-34"/>
                </a:rPr>
                <a:t>5</a:t>
              </a:r>
            </a:p>
          </p:txBody>
        </p:sp>
        <p:cxnSp>
          <p:nvCxnSpPr>
            <p:cNvPr id="31" name="Straight Connector 30"/>
            <p:cNvCxnSpPr/>
            <p:nvPr/>
          </p:nvCxnSpPr>
          <p:spPr>
            <a:xfrm>
              <a:off x="7935684" y="1219200"/>
              <a:ext cx="228600" cy="1588"/>
            </a:xfrm>
            <a:prstGeom prst="line">
              <a:avLst/>
            </a:prstGeom>
            <a:ln w="28575">
              <a:solidFill>
                <a:srgbClr val="660066"/>
              </a:solidFill>
            </a:ln>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6857997" y="803192"/>
            <a:ext cx="2231571" cy="878392"/>
            <a:chOff x="6934199" y="787960"/>
            <a:chExt cx="2231571" cy="878392"/>
          </a:xfrm>
        </p:grpSpPr>
        <p:sp>
          <p:nvSpPr>
            <p:cNvPr id="35" name="TextBox 34"/>
            <p:cNvSpPr txBox="1"/>
            <p:nvPr/>
          </p:nvSpPr>
          <p:spPr>
            <a:xfrm>
              <a:off x="6934199" y="914400"/>
              <a:ext cx="2231571" cy="584775"/>
            </a:xfrm>
            <a:prstGeom prst="rect">
              <a:avLst/>
            </a:prstGeom>
            <a:noFill/>
          </p:spPr>
          <p:txBody>
            <a:bodyPr wrap="square" rtlCol="0">
              <a:spAutoFit/>
            </a:bodyPr>
            <a:lstStyle/>
            <a:p>
              <a:r>
                <a:rPr lang="en-US" sz="3200" b="1" dirty="0">
                  <a:solidFill>
                    <a:srgbClr val="00B0F0"/>
                  </a:solidFill>
                  <a:latin typeface="Angsana New" pitchFamily="18" charset="-34"/>
                </a:rPr>
                <a:t>P(    ) =      = 1 – p  </a:t>
              </a:r>
            </a:p>
          </p:txBody>
        </p:sp>
        <p:sp>
          <p:nvSpPr>
            <p:cNvPr id="36" name="Flowchart: Connector 35"/>
            <p:cNvSpPr/>
            <p:nvPr/>
          </p:nvSpPr>
          <p:spPr>
            <a:xfrm>
              <a:off x="7285056" y="111285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37" name="TextBox 36"/>
            <p:cNvSpPr txBox="1"/>
            <p:nvPr/>
          </p:nvSpPr>
          <p:spPr>
            <a:xfrm>
              <a:off x="7905540" y="787960"/>
              <a:ext cx="381000" cy="584775"/>
            </a:xfrm>
            <a:prstGeom prst="rect">
              <a:avLst/>
            </a:prstGeom>
            <a:noFill/>
          </p:spPr>
          <p:txBody>
            <a:bodyPr wrap="square" rtlCol="0">
              <a:spAutoFit/>
            </a:bodyPr>
            <a:lstStyle/>
            <a:p>
              <a:r>
                <a:rPr lang="en-US" sz="3200" b="1" dirty="0">
                  <a:solidFill>
                    <a:srgbClr val="00B0F0"/>
                  </a:solidFill>
                  <a:latin typeface="Angsana New" pitchFamily="18" charset="-34"/>
                </a:rPr>
                <a:t>2</a:t>
              </a:r>
            </a:p>
          </p:txBody>
        </p:sp>
        <p:sp>
          <p:nvSpPr>
            <p:cNvPr id="38" name="TextBox 37"/>
            <p:cNvSpPr txBox="1"/>
            <p:nvPr/>
          </p:nvSpPr>
          <p:spPr>
            <a:xfrm>
              <a:off x="7915588" y="1081577"/>
              <a:ext cx="381000" cy="584775"/>
            </a:xfrm>
            <a:prstGeom prst="rect">
              <a:avLst/>
            </a:prstGeom>
            <a:noFill/>
          </p:spPr>
          <p:txBody>
            <a:bodyPr wrap="square" rtlCol="0">
              <a:spAutoFit/>
            </a:bodyPr>
            <a:lstStyle/>
            <a:p>
              <a:r>
                <a:rPr lang="en-US" sz="3200" b="1" dirty="0">
                  <a:solidFill>
                    <a:srgbClr val="00B0F0"/>
                  </a:solidFill>
                  <a:latin typeface="Angsana New" pitchFamily="18" charset="-34"/>
                </a:rPr>
                <a:t>5</a:t>
              </a:r>
            </a:p>
          </p:txBody>
        </p:sp>
        <p:cxnSp>
          <p:nvCxnSpPr>
            <p:cNvPr id="39" name="Straight Connector 38"/>
            <p:cNvCxnSpPr/>
            <p:nvPr/>
          </p:nvCxnSpPr>
          <p:spPr>
            <a:xfrm>
              <a:off x="7935684" y="1219200"/>
              <a:ext cx="22860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40" name="Freeform 39"/>
          <p:cNvSpPr/>
          <p:nvPr/>
        </p:nvSpPr>
        <p:spPr>
          <a:xfrm>
            <a:off x="5715000" y="457200"/>
            <a:ext cx="743857" cy="1153888"/>
          </a:xfrm>
          <a:custGeom>
            <a:avLst/>
            <a:gdLst>
              <a:gd name="connsiteX0" fmla="*/ 743857 w 743857"/>
              <a:gd name="connsiteY0" fmla="*/ 609600 h 2177143"/>
              <a:gd name="connsiteX1" fmla="*/ 101600 w 743857"/>
              <a:gd name="connsiteY1" fmla="*/ 261257 h 2177143"/>
              <a:gd name="connsiteX2" fmla="*/ 134257 w 743857"/>
              <a:gd name="connsiteY2" fmla="*/ 2177143 h 2177143"/>
            </a:gdLst>
            <a:ahLst/>
            <a:cxnLst>
              <a:cxn ang="0">
                <a:pos x="connsiteX0" y="connsiteY0"/>
              </a:cxn>
              <a:cxn ang="0">
                <a:pos x="connsiteX1" y="connsiteY1"/>
              </a:cxn>
              <a:cxn ang="0">
                <a:pos x="connsiteX2" y="connsiteY2"/>
              </a:cxn>
            </a:cxnLst>
            <a:rect l="l" t="t" r="r" b="b"/>
            <a:pathLst>
              <a:path w="743857" h="2177143">
                <a:moveTo>
                  <a:pt x="743857" y="609600"/>
                </a:moveTo>
                <a:cubicBezTo>
                  <a:pt x="473528" y="304800"/>
                  <a:pt x="203200" y="0"/>
                  <a:pt x="101600" y="261257"/>
                </a:cubicBezTo>
                <a:cubicBezTo>
                  <a:pt x="0" y="522514"/>
                  <a:pt x="67128" y="1349828"/>
                  <a:pt x="134257" y="2177143"/>
                </a:cubicBezTo>
              </a:path>
            </a:pathLst>
          </a:custGeom>
          <a:ln w="38100">
            <a:solidFill>
              <a:srgbClr val="663300"/>
            </a:solidFill>
            <a:headEnd type="none" w="med" len="lg"/>
            <a:tailEnd type="stealth"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TextBox 40"/>
          <p:cNvSpPr txBox="1"/>
          <p:nvPr/>
        </p:nvSpPr>
        <p:spPr>
          <a:xfrm>
            <a:off x="6380019" y="1449814"/>
            <a:ext cx="2743200" cy="523220"/>
          </a:xfrm>
          <a:prstGeom prst="rect">
            <a:avLst/>
          </a:prstGeom>
          <a:noFill/>
        </p:spPr>
        <p:txBody>
          <a:bodyPr wrap="square" rtlCol="0">
            <a:spAutoFit/>
          </a:bodyPr>
          <a:lstStyle/>
          <a:p>
            <a:r>
              <a:rPr lang="th-TH" b="1" dirty="0">
                <a:solidFill>
                  <a:srgbClr val="FF00FF"/>
                </a:solidFill>
                <a:latin typeface="Angsana New" pitchFamily="18" charset="-34"/>
              </a:rPr>
              <a:t>สุ่มลูกบอลทีละ </a:t>
            </a:r>
            <a:r>
              <a:rPr lang="en-US" b="1" dirty="0">
                <a:solidFill>
                  <a:srgbClr val="FF00FF"/>
                </a:solidFill>
                <a:latin typeface="Angsana New" pitchFamily="18" charset="-34"/>
              </a:rPr>
              <a:t>1 </a:t>
            </a:r>
            <a:r>
              <a:rPr lang="th-TH" b="1" dirty="0">
                <a:solidFill>
                  <a:srgbClr val="FF00FF"/>
                </a:solidFill>
                <a:latin typeface="Angsana New" pitchFamily="18" charset="-34"/>
              </a:rPr>
              <a:t>ลูก</a:t>
            </a:r>
            <a:r>
              <a:rPr lang="en-US" b="1" dirty="0">
                <a:solidFill>
                  <a:srgbClr val="FF00FF"/>
                </a:solidFill>
                <a:latin typeface="Angsana New" pitchFamily="18" charset="-34"/>
              </a:rPr>
              <a:t> 4 </a:t>
            </a:r>
            <a:r>
              <a:rPr lang="th-TH" b="1" dirty="0">
                <a:solidFill>
                  <a:srgbClr val="FF00FF"/>
                </a:solidFill>
                <a:latin typeface="Angsana New" pitchFamily="18" charset="-34"/>
              </a:rPr>
              <a:t>ครั้ง</a:t>
            </a:r>
            <a:endParaRPr lang="en-US" b="1" dirty="0">
              <a:solidFill>
                <a:srgbClr val="FF00FF"/>
              </a:solidFill>
              <a:latin typeface="Angsana New" pitchFamily="18" charset="-34"/>
            </a:endParaRPr>
          </a:p>
        </p:txBody>
      </p:sp>
      <p:sp>
        <p:nvSpPr>
          <p:cNvPr id="42" name="Flowchart: Connector 41"/>
          <p:cNvSpPr/>
          <p:nvPr/>
        </p:nvSpPr>
        <p:spPr>
          <a:xfrm>
            <a:off x="5698175" y="1671444"/>
            <a:ext cx="228600" cy="228600"/>
          </a:xfrm>
          <a:prstGeom prst="flowChartConnector">
            <a:avLst/>
          </a:prstGeom>
          <a:no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5843157" y="1818659"/>
            <a:ext cx="3200400" cy="523220"/>
          </a:xfrm>
          <a:prstGeom prst="rect">
            <a:avLst/>
          </a:prstGeom>
          <a:noFill/>
        </p:spPr>
        <p:txBody>
          <a:bodyPr wrap="square" rtlCol="0">
            <a:spAutoFit/>
          </a:bodyPr>
          <a:lstStyle/>
          <a:p>
            <a:r>
              <a:rPr lang="th-TH" b="1" dirty="0">
                <a:solidFill>
                  <a:srgbClr val="FF00FF"/>
                </a:solidFill>
                <a:latin typeface="Angsana New" pitchFamily="18" charset="-34"/>
              </a:rPr>
              <a:t>แบบคืนที่</a:t>
            </a:r>
            <a:r>
              <a:rPr lang="en-US" b="1" dirty="0">
                <a:solidFill>
                  <a:srgbClr val="FF00FF"/>
                </a:solidFill>
                <a:latin typeface="Angsana New" pitchFamily="18" charset="-34"/>
              </a:rPr>
              <a:t> (With Replacement)</a:t>
            </a:r>
          </a:p>
        </p:txBody>
      </p:sp>
      <p:sp>
        <p:nvSpPr>
          <p:cNvPr id="45" name="Freeform 44"/>
          <p:cNvSpPr/>
          <p:nvPr/>
        </p:nvSpPr>
        <p:spPr>
          <a:xfrm>
            <a:off x="5713343" y="458189"/>
            <a:ext cx="743857" cy="1143003"/>
          </a:xfrm>
          <a:custGeom>
            <a:avLst/>
            <a:gdLst>
              <a:gd name="connsiteX0" fmla="*/ 743857 w 743857"/>
              <a:gd name="connsiteY0" fmla="*/ 609600 h 2177143"/>
              <a:gd name="connsiteX1" fmla="*/ 101600 w 743857"/>
              <a:gd name="connsiteY1" fmla="*/ 261257 h 2177143"/>
              <a:gd name="connsiteX2" fmla="*/ 134257 w 743857"/>
              <a:gd name="connsiteY2" fmla="*/ 2177143 h 2177143"/>
            </a:gdLst>
            <a:ahLst/>
            <a:cxnLst>
              <a:cxn ang="0">
                <a:pos x="connsiteX0" y="connsiteY0"/>
              </a:cxn>
              <a:cxn ang="0">
                <a:pos x="connsiteX1" y="connsiteY1"/>
              </a:cxn>
              <a:cxn ang="0">
                <a:pos x="connsiteX2" y="connsiteY2"/>
              </a:cxn>
            </a:cxnLst>
            <a:rect l="l" t="t" r="r" b="b"/>
            <a:pathLst>
              <a:path w="743857" h="2177143">
                <a:moveTo>
                  <a:pt x="743857" y="609600"/>
                </a:moveTo>
                <a:cubicBezTo>
                  <a:pt x="473528" y="304800"/>
                  <a:pt x="203200" y="0"/>
                  <a:pt x="101600" y="261257"/>
                </a:cubicBezTo>
                <a:cubicBezTo>
                  <a:pt x="0" y="522514"/>
                  <a:pt x="67128" y="1349828"/>
                  <a:pt x="134257" y="2177143"/>
                </a:cubicBezTo>
              </a:path>
            </a:pathLst>
          </a:custGeom>
          <a:ln w="38100">
            <a:solidFill>
              <a:srgbClr val="663300"/>
            </a:solidFill>
            <a:headEnd type="stealth" w="med" len="lg"/>
            <a:tailEnd type="non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lowchart: Connector 45"/>
          <p:cNvSpPr/>
          <p:nvPr/>
        </p:nvSpPr>
        <p:spPr>
          <a:xfrm>
            <a:off x="5926775" y="1447558"/>
            <a:ext cx="228600" cy="228600"/>
          </a:xfrm>
          <a:prstGeom prst="flowChartConnector">
            <a:avLst/>
          </a:prstGeom>
          <a:no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p:cNvSpPr/>
          <p:nvPr/>
        </p:nvSpPr>
        <p:spPr>
          <a:xfrm>
            <a:off x="5962739" y="1724496"/>
            <a:ext cx="228600" cy="228600"/>
          </a:xfrm>
          <a:prstGeom prst="flowChartConnector">
            <a:avLst/>
          </a:prstGeom>
          <a:no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lowchart: Connector 47"/>
          <p:cNvSpPr/>
          <p:nvPr/>
        </p:nvSpPr>
        <p:spPr>
          <a:xfrm>
            <a:off x="5505200" y="1472683"/>
            <a:ext cx="228600" cy="228600"/>
          </a:xfrm>
          <a:prstGeom prst="flowChartConnector">
            <a:avLst/>
          </a:prstGeom>
          <a:no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p:cNvSpPr txBox="1"/>
          <p:nvPr/>
        </p:nvSpPr>
        <p:spPr>
          <a:xfrm>
            <a:off x="5334000" y="2136318"/>
            <a:ext cx="1055914" cy="523220"/>
          </a:xfrm>
          <a:prstGeom prst="rect">
            <a:avLst/>
          </a:prstGeom>
          <a:noFill/>
        </p:spPr>
        <p:txBody>
          <a:bodyPr wrap="square" rtlCol="0">
            <a:spAutoFit/>
          </a:bodyPr>
          <a:lstStyle/>
          <a:p>
            <a:r>
              <a:rPr lang="en-US" b="1" dirty="0">
                <a:solidFill>
                  <a:srgbClr val="FF00FF"/>
                </a:solidFill>
                <a:latin typeface="Angsana New" pitchFamily="18" charset="-34"/>
              </a:rPr>
              <a:t>X = 0 =&gt;</a:t>
            </a:r>
          </a:p>
        </p:txBody>
      </p:sp>
      <p:grpSp>
        <p:nvGrpSpPr>
          <p:cNvPr id="61" name="Group 60"/>
          <p:cNvGrpSpPr/>
          <p:nvPr/>
        </p:nvGrpSpPr>
        <p:grpSpPr>
          <a:xfrm>
            <a:off x="6331527" y="2278538"/>
            <a:ext cx="968828" cy="250372"/>
            <a:chOff x="6847114" y="3733800"/>
            <a:chExt cx="968828" cy="250372"/>
          </a:xfrm>
        </p:grpSpPr>
        <p:sp>
          <p:nvSpPr>
            <p:cNvPr id="51" name="Flowchart: Connector 50"/>
            <p:cNvSpPr/>
            <p:nvPr/>
          </p:nvSpPr>
          <p:spPr>
            <a:xfrm>
              <a:off x="6847114" y="3733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52" name="Flowchart: Connector 51"/>
            <p:cNvSpPr/>
            <p:nvPr/>
          </p:nvSpPr>
          <p:spPr>
            <a:xfrm>
              <a:off x="7086602" y="3744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53" name="Flowchart: Connector 52"/>
            <p:cNvSpPr/>
            <p:nvPr/>
          </p:nvSpPr>
          <p:spPr>
            <a:xfrm>
              <a:off x="7336968" y="3755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54" name="Flowchart: Connector 53"/>
            <p:cNvSpPr/>
            <p:nvPr/>
          </p:nvSpPr>
          <p:spPr>
            <a:xfrm>
              <a:off x="7587342" y="3755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grpSp>
      <p:sp>
        <p:nvSpPr>
          <p:cNvPr id="55" name="TextBox 54"/>
          <p:cNvSpPr txBox="1"/>
          <p:nvPr/>
        </p:nvSpPr>
        <p:spPr>
          <a:xfrm>
            <a:off x="5355771" y="2465610"/>
            <a:ext cx="1055914" cy="523220"/>
          </a:xfrm>
          <a:prstGeom prst="rect">
            <a:avLst/>
          </a:prstGeom>
          <a:noFill/>
        </p:spPr>
        <p:txBody>
          <a:bodyPr wrap="square" rtlCol="0">
            <a:spAutoFit/>
          </a:bodyPr>
          <a:lstStyle/>
          <a:p>
            <a:r>
              <a:rPr lang="en-US" b="1" dirty="0">
                <a:solidFill>
                  <a:srgbClr val="FF00FF"/>
                </a:solidFill>
                <a:latin typeface="Angsana New" pitchFamily="18" charset="-34"/>
              </a:rPr>
              <a:t>X = 1 =&gt;</a:t>
            </a:r>
          </a:p>
        </p:txBody>
      </p:sp>
      <p:grpSp>
        <p:nvGrpSpPr>
          <p:cNvPr id="171" name="Group 170"/>
          <p:cNvGrpSpPr/>
          <p:nvPr/>
        </p:nvGrpSpPr>
        <p:grpSpPr>
          <a:xfrm>
            <a:off x="6317673" y="2620077"/>
            <a:ext cx="1001481" cy="968828"/>
            <a:chOff x="6400798" y="2620077"/>
            <a:chExt cx="1001481" cy="968828"/>
          </a:xfrm>
        </p:grpSpPr>
        <p:grpSp>
          <p:nvGrpSpPr>
            <p:cNvPr id="62" name="Group 61"/>
            <p:cNvGrpSpPr/>
            <p:nvPr/>
          </p:nvGrpSpPr>
          <p:grpSpPr>
            <a:xfrm>
              <a:off x="6400798" y="2620077"/>
              <a:ext cx="990599" cy="250370"/>
              <a:chOff x="6868885" y="4114800"/>
              <a:chExt cx="990599" cy="250370"/>
            </a:xfrm>
          </p:grpSpPr>
          <p:sp>
            <p:nvSpPr>
              <p:cNvPr id="56" name="Flowchart: Connector 55"/>
              <p:cNvSpPr/>
              <p:nvPr/>
            </p:nvSpPr>
            <p:spPr>
              <a:xfrm>
                <a:off x="6868885" y="4114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57" name="Flowchart: Connector 56"/>
              <p:cNvSpPr/>
              <p:nvPr/>
            </p:nvSpPr>
            <p:spPr>
              <a:xfrm>
                <a:off x="7130145"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58" name="Flowchart: Connector 57"/>
              <p:cNvSpPr/>
              <p:nvPr/>
            </p:nvSpPr>
            <p:spPr>
              <a:xfrm>
                <a:off x="7380511"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0" name="Flowchart: Connector 59"/>
              <p:cNvSpPr/>
              <p:nvPr/>
            </p:nvSpPr>
            <p:spPr>
              <a:xfrm>
                <a:off x="7630884" y="413657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p:cNvGrpSpPr/>
            <p:nvPr/>
          </p:nvGrpSpPr>
          <p:grpSpPr>
            <a:xfrm>
              <a:off x="6400799" y="2859561"/>
              <a:ext cx="979712" cy="250372"/>
              <a:chOff x="6868885" y="4114800"/>
              <a:chExt cx="979712" cy="250372"/>
            </a:xfrm>
          </p:grpSpPr>
          <p:sp>
            <p:nvSpPr>
              <p:cNvPr id="64" name="Flowchart: Connector 63"/>
              <p:cNvSpPr/>
              <p:nvPr/>
            </p:nvSpPr>
            <p:spPr>
              <a:xfrm>
                <a:off x="6868885" y="4114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5" name="Flowchart: Connector 64"/>
              <p:cNvSpPr/>
              <p:nvPr/>
            </p:nvSpPr>
            <p:spPr>
              <a:xfrm>
                <a:off x="7619997"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6" name="Flowchart: Connector 65"/>
              <p:cNvSpPr/>
              <p:nvPr/>
            </p:nvSpPr>
            <p:spPr>
              <a:xfrm>
                <a:off x="7119255"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7" name="Flowchart: Connector 66"/>
              <p:cNvSpPr/>
              <p:nvPr/>
            </p:nvSpPr>
            <p:spPr>
              <a:xfrm>
                <a:off x="7369629" y="4125684"/>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p:cNvGrpSpPr/>
            <p:nvPr/>
          </p:nvGrpSpPr>
          <p:grpSpPr>
            <a:xfrm>
              <a:off x="6411685" y="3099045"/>
              <a:ext cx="979712" cy="250372"/>
              <a:chOff x="6868885" y="4114800"/>
              <a:chExt cx="979712" cy="250372"/>
            </a:xfrm>
          </p:grpSpPr>
          <p:sp>
            <p:nvSpPr>
              <p:cNvPr id="69" name="Flowchart: Connector 68"/>
              <p:cNvSpPr/>
              <p:nvPr/>
            </p:nvSpPr>
            <p:spPr>
              <a:xfrm>
                <a:off x="6868885" y="4114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70" name="Flowchart: Connector 69"/>
              <p:cNvSpPr/>
              <p:nvPr/>
            </p:nvSpPr>
            <p:spPr>
              <a:xfrm>
                <a:off x="7619997"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71" name="Flowchart: Connector 70"/>
              <p:cNvSpPr/>
              <p:nvPr/>
            </p:nvSpPr>
            <p:spPr>
              <a:xfrm>
                <a:off x="7369625"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72" name="Flowchart: Connector 71"/>
              <p:cNvSpPr/>
              <p:nvPr/>
            </p:nvSpPr>
            <p:spPr>
              <a:xfrm>
                <a:off x="7119255" y="4125684"/>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 name="Group 77"/>
            <p:cNvGrpSpPr/>
            <p:nvPr/>
          </p:nvGrpSpPr>
          <p:grpSpPr>
            <a:xfrm flipH="1">
              <a:off x="6422566" y="3338531"/>
              <a:ext cx="979713" cy="250374"/>
              <a:chOff x="6901543" y="4114798"/>
              <a:chExt cx="979713" cy="250374"/>
            </a:xfrm>
          </p:grpSpPr>
          <p:sp>
            <p:nvSpPr>
              <p:cNvPr id="79" name="Flowchart: Connector 78"/>
              <p:cNvSpPr/>
              <p:nvPr/>
            </p:nvSpPr>
            <p:spPr>
              <a:xfrm>
                <a:off x="6901543"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0" name="Flowchart: Connector 79"/>
              <p:cNvSpPr/>
              <p:nvPr/>
            </p:nvSpPr>
            <p:spPr>
              <a:xfrm>
                <a:off x="7151917"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1" name="Flowchart: Connector 80"/>
              <p:cNvSpPr/>
              <p:nvPr/>
            </p:nvSpPr>
            <p:spPr>
              <a:xfrm>
                <a:off x="7402283"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2" name="Flowchart: Connector 81"/>
              <p:cNvSpPr/>
              <p:nvPr/>
            </p:nvSpPr>
            <p:spPr>
              <a:xfrm>
                <a:off x="7652656" y="4114798"/>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83" name="TextBox 82"/>
          <p:cNvSpPr txBox="1"/>
          <p:nvPr/>
        </p:nvSpPr>
        <p:spPr>
          <a:xfrm>
            <a:off x="5355769" y="3548081"/>
            <a:ext cx="1055914" cy="523220"/>
          </a:xfrm>
          <a:prstGeom prst="rect">
            <a:avLst/>
          </a:prstGeom>
          <a:noFill/>
        </p:spPr>
        <p:txBody>
          <a:bodyPr wrap="square" rtlCol="0">
            <a:spAutoFit/>
          </a:bodyPr>
          <a:lstStyle/>
          <a:p>
            <a:r>
              <a:rPr lang="en-US" b="1" dirty="0">
                <a:solidFill>
                  <a:srgbClr val="FF00FF"/>
                </a:solidFill>
                <a:latin typeface="Angsana New" pitchFamily="18" charset="-34"/>
              </a:rPr>
              <a:t>X = 2 =&gt;</a:t>
            </a:r>
          </a:p>
        </p:txBody>
      </p:sp>
      <p:grpSp>
        <p:nvGrpSpPr>
          <p:cNvPr id="172" name="Group 171"/>
          <p:cNvGrpSpPr/>
          <p:nvPr/>
        </p:nvGrpSpPr>
        <p:grpSpPr>
          <a:xfrm>
            <a:off x="6317671" y="3690301"/>
            <a:ext cx="1012373" cy="1533476"/>
            <a:chOff x="6400796" y="3690301"/>
            <a:chExt cx="1012373" cy="1533476"/>
          </a:xfrm>
        </p:grpSpPr>
        <p:grpSp>
          <p:nvGrpSpPr>
            <p:cNvPr id="84" name="Group 83"/>
            <p:cNvGrpSpPr/>
            <p:nvPr/>
          </p:nvGrpSpPr>
          <p:grpSpPr>
            <a:xfrm>
              <a:off x="6400796" y="3690301"/>
              <a:ext cx="990599" cy="250372"/>
              <a:chOff x="6868885" y="4114800"/>
              <a:chExt cx="990599" cy="250372"/>
            </a:xfrm>
          </p:grpSpPr>
          <p:sp>
            <p:nvSpPr>
              <p:cNvPr id="85" name="Flowchart: Connector 84"/>
              <p:cNvSpPr/>
              <p:nvPr/>
            </p:nvSpPr>
            <p:spPr>
              <a:xfrm>
                <a:off x="6868885" y="4114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6" name="Flowchart: Connector 85"/>
              <p:cNvSpPr/>
              <p:nvPr/>
            </p:nvSpPr>
            <p:spPr>
              <a:xfrm>
                <a:off x="7130145"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7" name="Flowchart: Connector 86"/>
              <p:cNvSpPr/>
              <p:nvPr/>
            </p:nvSpPr>
            <p:spPr>
              <a:xfrm>
                <a:off x="7380511"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8" name="Flowchart: Connector 87"/>
              <p:cNvSpPr/>
              <p:nvPr/>
            </p:nvSpPr>
            <p:spPr>
              <a:xfrm>
                <a:off x="7630884" y="413657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9" name="Group 88"/>
            <p:cNvGrpSpPr/>
            <p:nvPr/>
          </p:nvGrpSpPr>
          <p:grpSpPr>
            <a:xfrm>
              <a:off x="6400797" y="3951557"/>
              <a:ext cx="979712" cy="250372"/>
              <a:chOff x="6868885" y="4114800"/>
              <a:chExt cx="979712" cy="250372"/>
            </a:xfrm>
          </p:grpSpPr>
          <p:sp>
            <p:nvSpPr>
              <p:cNvPr id="90" name="Flowchart: Connector 89"/>
              <p:cNvSpPr/>
              <p:nvPr/>
            </p:nvSpPr>
            <p:spPr>
              <a:xfrm>
                <a:off x="6868885" y="4114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1" name="Flowchart: Connector 90"/>
              <p:cNvSpPr/>
              <p:nvPr/>
            </p:nvSpPr>
            <p:spPr>
              <a:xfrm>
                <a:off x="7619997"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2" name="Flowchart: Connector 91"/>
              <p:cNvSpPr/>
              <p:nvPr/>
            </p:nvSpPr>
            <p:spPr>
              <a:xfrm>
                <a:off x="7119255"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3" name="Flowchart: Connector 92"/>
              <p:cNvSpPr/>
              <p:nvPr/>
            </p:nvSpPr>
            <p:spPr>
              <a:xfrm>
                <a:off x="7369629" y="4125684"/>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4" name="Group 93"/>
            <p:cNvGrpSpPr/>
            <p:nvPr/>
          </p:nvGrpSpPr>
          <p:grpSpPr>
            <a:xfrm>
              <a:off x="6411683" y="4212813"/>
              <a:ext cx="979712" cy="250372"/>
              <a:chOff x="6868885" y="4114800"/>
              <a:chExt cx="979712" cy="250372"/>
            </a:xfrm>
          </p:grpSpPr>
          <p:sp>
            <p:nvSpPr>
              <p:cNvPr id="95" name="Flowchart: Connector 94"/>
              <p:cNvSpPr/>
              <p:nvPr/>
            </p:nvSpPr>
            <p:spPr>
              <a:xfrm>
                <a:off x="6868885" y="411480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6" name="Flowchart: Connector 95"/>
              <p:cNvSpPr/>
              <p:nvPr/>
            </p:nvSpPr>
            <p:spPr>
              <a:xfrm>
                <a:off x="7619997"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7" name="Flowchart: Connector 96"/>
              <p:cNvSpPr/>
              <p:nvPr/>
            </p:nvSpPr>
            <p:spPr>
              <a:xfrm>
                <a:off x="7369625"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8" name="Flowchart: Connector 97"/>
              <p:cNvSpPr/>
              <p:nvPr/>
            </p:nvSpPr>
            <p:spPr>
              <a:xfrm>
                <a:off x="7119255" y="4125684"/>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9" name="Group 98"/>
            <p:cNvGrpSpPr/>
            <p:nvPr/>
          </p:nvGrpSpPr>
          <p:grpSpPr>
            <a:xfrm flipH="1">
              <a:off x="6422564" y="4474071"/>
              <a:ext cx="979713" cy="250374"/>
              <a:chOff x="6901543" y="4114798"/>
              <a:chExt cx="979713" cy="250374"/>
            </a:xfrm>
          </p:grpSpPr>
          <p:sp>
            <p:nvSpPr>
              <p:cNvPr id="100" name="Flowchart: Connector 99"/>
              <p:cNvSpPr/>
              <p:nvPr/>
            </p:nvSpPr>
            <p:spPr>
              <a:xfrm>
                <a:off x="6901543"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1" name="Flowchart: Connector 100"/>
              <p:cNvSpPr/>
              <p:nvPr/>
            </p:nvSpPr>
            <p:spPr>
              <a:xfrm>
                <a:off x="7151917"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2" name="Flowchart: Connector 101"/>
              <p:cNvSpPr/>
              <p:nvPr/>
            </p:nvSpPr>
            <p:spPr>
              <a:xfrm>
                <a:off x="7402283"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3" name="Flowchart: Connector 102"/>
              <p:cNvSpPr/>
              <p:nvPr/>
            </p:nvSpPr>
            <p:spPr>
              <a:xfrm>
                <a:off x="7652656" y="4114798"/>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 name="Group 103"/>
            <p:cNvGrpSpPr/>
            <p:nvPr/>
          </p:nvGrpSpPr>
          <p:grpSpPr>
            <a:xfrm flipH="1">
              <a:off x="6433455" y="4734621"/>
              <a:ext cx="979713" cy="250374"/>
              <a:chOff x="6901543" y="4114798"/>
              <a:chExt cx="979713" cy="250374"/>
            </a:xfrm>
          </p:grpSpPr>
          <p:sp>
            <p:nvSpPr>
              <p:cNvPr id="105" name="Flowchart: Connector 104"/>
              <p:cNvSpPr/>
              <p:nvPr/>
            </p:nvSpPr>
            <p:spPr>
              <a:xfrm>
                <a:off x="6901543"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6" name="Flowchart: Connector 105"/>
              <p:cNvSpPr/>
              <p:nvPr/>
            </p:nvSpPr>
            <p:spPr>
              <a:xfrm>
                <a:off x="7151917"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7" name="Flowchart: Connector 106"/>
              <p:cNvSpPr/>
              <p:nvPr/>
            </p:nvSpPr>
            <p:spPr>
              <a:xfrm>
                <a:off x="7402283"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8" name="Flowchart: Connector 107"/>
              <p:cNvSpPr/>
              <p:nvPr/>
            </p:nvSpPr>
            <p:spPr>
              <a:xfrm>
                <a:off x="7652656" y="4114798"/>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 name="Group 108"/>
            <p:cNvGrpSpPr/>
            <p:nvPr/>
          </p:nvGrpSpPr>
          <p:grpSpPr>
            <a:xfrm flipH="1">
              <a:off x="6433456" y="4973403"/>
              <a:ext cx="979713" cy="250374"/>
              <a:chOff x="6901543" y="4114798"/>
              <a:chExt cx="979713" cy="250374"/>
            </a:xfrm>
          </p:grpSpPr>
          <p:sp>
            <p:nvSpPr>
              <p:cNvPr id="110" name="Flowchart: Connector 109"/>
              <p:cNvSpPr/>
              <p:nvPr/>
            </p:nvSpPr>
            <p:spPr>
              <a:xfrm>
                <a:off x="6901543"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11" name="Flowchart: Connector 110"/>
              <p:cNvSpPr/>
              <p:nvPr/>
            </p:nvSpPr>
            <p:spPr>
              <a:xfrm>
                <a:off x="7151917"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12" name="Flowchart: Connector 111"/>
              <p:cNvSpPr/>
              <p:nvPr/>
            </p:nvSpPr>
            <p:spPr>
              <a:xfrm>
                <a:off x="7402283"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13" name="Flowchart: Connector 112"/>
              <p:cNvSpPr/>
              <p:nvPr/>
            </p:nvSpPr>
            <p:spPr>
              <a:xfrm>
                <a:off x="7652656" y="4114798"/>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14" name="TextBox 113"/>
          <p:cNvSpPr txBox="1"/>
          <p:nvPr/>
        </p:nvSpPr>
        <p:spPr>
          <a:xfrm>
            <a:off x="5341919" y="5181596"/>
            <a:ext cx="1055914" cy="523220"/>
          </a:xfrm>
          <a:prstGeom prst="rect">
            <a:avLst/>
          </a:prstGeom>
          <a:noFill/>
        </p:spPr>
        <p:txBody>
          <a:bodyPr wrap="square" rtlCol="0">
            <a:spAutoFit/>
          </a:bodyPr>
          <a:lstStyle/>
          <a:p>
            <a:r>
              <a:rPr lang="en-US" b="1" dirty="0">
                <a:solidFill>
                  <a:srgbClr val="FF00FF"/>
                </a:solidFill>
                <a:latin typeface="Angsana New" pitchFamily="18" charset="-34"/>
              </a:rPr>
              <a:t>X = 3 =&gt;</a:t>
            </a:r>
          </a:p>
        </p:txBody>
      </p:sp>
      <p:grpSp>
        <p:nvGrpSpPr>
          <p:cNvPr id="173" name="Group 172"/>
          <p:cNvGrpSpPr/>
          <p:nvPr/>
        </p:nvGrpSpPr>
        <p:grpSpPr>
          <a:xfrm>
            <a:off x="6339446" y="5323816"/>
            <a:ext cx="1001481" cy="976994"/>
            <a:chOff x="6422571" y="5323816"/>
            <a:chExt cx="1001481" cy="976994"/>
          </a:xfrm>
        </p:grpSpPr>
        <p:grpSp>
          <p:nvGrpSpPr>
            <p:cNvPr id="115" name="Group 114"/>
            <p:cNvGrpSpPr/>
            <p:nvPr/>
          </p:nvGrpSpPr>
          <p:grpSpPr>
            <a:xfrm>
              <a:off x="6422571" y="5323816"/>
              <a:ext cx="990599" cy="250372"/>
              <a:chOff x="6868885" y="4114800"/>
              <a:chExt cx="990599" cy="250372"/>
            </a:xfrm>
          </p:grpSpPr>
          <p:sp>
            <p:nvSpPr>
              <p:cNvPr id="116" name="Flowchart: Connector 115"/>
              <p:cNvSpPr/>
              <p:nvPr/>
            </p:nvSpPr>
            <p:spPr>
              <a:xfrm>
                <a:off x="6868885" y="4114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17" name="Flowchart: Connector 116"/>
              <p:cNvSpPr/>
              <p:nvPr/>
            </p:nvSpPr>
            <p:spPr>
              <a:xfrm>
                <a:off x="7130145"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18" name="Flowchart: Connector 117"/>
              <p:cNvSpPr/>
              <p:nvPr/>
            </p:nvSpPr>
            <p:spPr>
              <a:xfrm>
                <a:off x="7380511"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19" name="Flowchart: Connector 118"/>
              <p:cNvSpPr/>
              <p:nvPr/>
            </p:nvSpPr>
            <p:spPr>
              <a:xfrm>
                <a:off x="7630884" y="413657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0" name="Group 119"/>
            <p:cNvGrpSpPr/>
            <p:nvPr/>
          </p:nvGrpSpPr>
          <p:grpSpPr>
            <a:xfrm>
              <a:off x="6422572" y="5566022"/>
              <a:ext cx="979712" cy="250372"/>
              <a:chOff x="6868885" y="4114800"/>
              <a:chExt cx="979712" cy="250372"/>
            </a:xfrm>
          </p:grpSpPr>
          <p:sp>
            <p:nvSpPr>
              <p:cNvPr id="121" name="Flowchart: Connector 120"/>
              <p:cNvSpPr/>
              <p:nvPr/>
            </p:nvSpPr>
            <p:spPr>
              <a:xfrm>
                <a:off x="6868885" y="411480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22" name="Flowchart: Connector 121"/>
              <p:cNvSpPr/>
              <p:nvPr/>
            </p:nvSpPr>
            <p:spPr>
              <a:xfrm>
                <a:off x="7619997"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23" name="Flowchart: Connector 122"/>
              <p:cNvSpPr/>
              <p:nvPr/>
            </p:nvSpPr>
            <p:spPr>
              <a:xfrm>
                <a:off x="7119255"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24" name="Flowchart: Connector 123"/>
              <p:cNvSpPr/>
              <p:nvPr/>
            </p:nvSpPr>
            <p:spPr>
              <a:xfrm>
                <a:off x="7369629" y="4125684"/>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p:cNvGrpSpPr/>
            <p:nvPr/>
          </p:nvGrpSpPr>
          <p:grpSpPr>
            <a:xfrm>
              <a:off x="6433458" y="5808228"/>
              <a:ext cx="979712" cy="250372"/>
              <a:chOff x="6868885" y="4114800"/>
              <a:chExt cx="979712" cy="250372"/>
            </a:xfrm>
          </p:grpSpPr>
          <p:sp>
            <p:nvSpPr>
              <p:cNvPr id="126" name="Flowchart: Connector 125"/>
              <p:cNvSpPr/>
              <p:nvPr/>
            </p:nvSpPr>
            <p:spPr>
              <a:xfrm>
                <a:off x="6868885" y="411480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27" name="Flowchart: Connector 126"/>
              <p:cNvSpPr/>
              <p:nvPr/>
            </p:nvSpPr>
            <p:spPr>
              <a:xfrm>
                <a:off x="7619997"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28" name="Flowchart: Connector 127"/>
              <p:cNvSpPr/>
              <p:nvPr/>
            </p:nvSpPr>
            <p:spPr>
              <a:xfrm>
                <a:off x="7369625" y="4127047"/>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29" name="Flowchart: Connector 128"/>
              <p:cNvSpPr/>
              <p:nvPr/>
            </p:nvSpPr>
            <p:spPr>
              <a:xfrm>
                <a:off x="7119255" y="4125684"/>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p:cNvGrpSpPr/>
            <p:nvPr/>
          </p:nvGrpSpPr>
          <p:grpSpPr>
            <a:xfrm flipH="1">
              <a:off x="6444339" y="6050436"/>
              <a:ext cx="979713" cy="250374"/>
              <a:chOff x="6901543" y="4114798"/>
              <a:chExt cx="979713" cy="250374"/>
            </a:xfrm>
          </p:grpSpPr>
          <p:sp>
            <p:nvSpPr>
              <p:cNvPr id="131" name="Flowchart: Connector 130"/>
              <p:cNvSpPr/>
              <p:nvPr/>
            </p:nvSpPr>
            <p:spPr>
              <a:xfrm>
                <a:off x="6901543"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32" name="Flowchart: Connector 131"/>
              <p:cNvSpPr/>
              <p:nvPr/>
            </p:nvSpPr>
            <p:spPr>
              <a:xfrm>
                <a:off x="7151917"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33" name="Flowchart: Connector 132"/>
              <p:cNvSpPr/>
              <p:nvPr/>
            </p:nvSpPr>
            <p:spPr>
              <a:xfrm>
                <a:off x="7402283"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34" name="Flowchart: Connector 133"/>
              <p:cNvSpPr/>
              <p:nvPr/>
            </p:nvSpPr>
            <p:spPr>
              <a:xfrm>
                <a:off x="7652656" y="4114798"/>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35" name="TextBox 134"/>
          <p:cNvSpPr txBox="1"/>
          <p:nvPr/>
        </p:nvSpPr>
        <p:spPr>
          <a:xfrm>
            <a:off x="5341917" y="6280352"/>
            <a:ext cx="1055914" cy="523220"/>
          </a:xfrm>
          <a:prstGeom prst="rect">
            <a:avLst/>
          </a:prstGeom>
          <a:noFill/>
        </p:spPr>
        <p:txBody>
          <a:bodyPr wrap="square" rtlCol="0">
            <a:spAutoFit/>
          </a:bodyPr>
          <a:lstStyle/>
          <a:p>
            <a:r>
              <a:rPr lang="en-US" b="1" dirty="0">
                <a:solidFill>
                  <a:srgbClr val="FF00FF"/>
                </a:solidFill>
                <a:latin typeface="Angsana New" pitchFamily="18" charset="-34"/>
              </a:rPr>
              <a:t>X = 4 =&gt;</a:t>
            </a:r>
          </a:p>
        </p:txBody>
      </p:sp>
      <p:grpSp>
        <p:nvGrpSpPr>
          <p:cNvPr id="136" name="Group 135"/>
          <p:cNvGrpSpPr/>
          <p:nvPr/>
        </p:nvGrpSpPr>
        <p:grpSpPr>
          <a:xfrm>
            <a:off x="6339444" y="6422572"/>
            <a:ext cx="990599" cy="250372"/>
            <a:chOff x="6868885" y="4114800"/>
            <a:chExt cx="990599" cy="250372"/>
          </a:xfrm>
        </p:grpSpPr>
        <p:sp>
          <p:nvSpPr>
            <p:cNvPr id="137" name="Flowchart: Connector 136"/>
            <p:cNvSpPr/>
            <p:nvPr/>
          </p:nvSpPr>
          <p:spPr>
            <a:xfrm>
              <a:off x="6868885" y="411480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38" name="Flowchart: Connector 137"/>
            <p:cNvSpPr/>
            <p:nvPr/>
          </p:nvSpPr>
          <p:spPr>
            <a:xfrm>
              <a:off x="7130145"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39" name="Flowchart: Connector 138"/>
            <p:cNvSpPr/>
            <p:nvPr/>
          </p:nvSpPr>
          <p:spPr>
            <a:xfrm>
              <a:off x="7380511"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40" name="Flowchart: Connector 139"/>
            <p:cNvSpPr/>
            <p:nvPr/>
          </p:nvSpPr>
          <p:spPr>
            <a:xfrm>
              <a:off x="7630884" y="413657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5" name="Group 144"/>
          <p:cNvGrpSpPr/>
          <p:nvPr/>
        </p:nvGrpSpPr>
        <p:grpSpPr>
          <a:xfrm>
            <a:off x="7412308" y="2170698"/>
            <a:ext cx="1696067" cy="648896"/>
            <a:chOff x="7543796" y="2444704"/>
            <a:chExt cx="1696067" cy="648896"/>
          </a:xfrm>
        </p:grpSpPr>
        <p:sp>
          <p:nvSpPr>
            <p:cNvPr id="141" name="TextBox 140"/>
            <p:cNvSpPr txBox="1"/>
            <p:nvPr/>
          </p:nvSpPr>
          <p:spPr>
            <a:xfrm>
              <a:off x="7543796" y="2449286"/>
              <a:ext cx="1240972" cy="523220"/>
            </a:xfrm>
            <a:prstGeom prst="rect">
              <a:avLst/>
            </a:prstGeom>
            <a:noFill/>
          </p:spPr>
          <p:txBody>
            <a:bodyPr wrap="square" rtlCol="0">
              <a:spAutoFit/>
            </a:bodyPr>
            <a:lstStyle/>
            <a:p>
              <a:r>
                <a:rPr lang="en-US" b="1" dirty="0">
                  <a:solidFill>
                    <a:srgbClr val="FF00FF"/>
                  </a:solidFill>
                  <a:latin typeface="Angsana New" pitchFamily="18" charset="-34"/>
                </a:rPr>
                <a:t>P(X = 0) =</a:t>
              </a:r>
            </a:p>
          </p:txBody>
        </p:sp>
        <p:grpSp>
          <p:nvGrpSpPr>
            <p:cNvPr id="144" name="Group 143"/>
            <p:cNvGrpSpPr/>
            <p:nvPr/>
          </p:nvGrpSpPr>
          <p:grpSpPr>
            <a:xfrm>
              <a:off x="8589445" y="2444704"/>
              <a:ext cx="650418" cy="648896"/>
              <a:chOff x="8110475" y="3098100"/>
              <a:chExt cx="650418" cy="648896"/>
            </a:xfrm>
          </p:grpSpPr>
          <p:sp>
            <p:nvSpPr>
              <p:cNvPr id="142" name="TextBox 141"/>
              <p:cNvSpPr txBox="1"/>
              <p:nvPr/>
            </p:nvSpPr>
            <p:spPr>
              <a:xfrm>
                <a:off x="8110475" y="3098100"/>
                <a:ext cx="650418" cy="648896"/>
              </a:xfrm>
              <a:prstGeom prst="rect">
                <a:avLst/>
              </a:prstGeom>
              <a:noFill/>
            </p:spPr>
            <p:txBody>
              <a:bodyPr wrap="square" rtlCol="0">
                <a:spAutoFit/>
              </a:bodyPr>
              <a:lstStyle/>
              <a:p>
                <a:pPr algn="ctr">
                  <a:lnSpc>
                    <a:spcPts val="2000"/>
                  </a:lnSpc>
                </a:pPr>
                <a:r>
                  <a:rPr lang="en-US" b="1" dirty="0">
                    <a:solidFill>
                      <a:srgbClr val="FF00FF"/>
                    </a:solidFill>
                    <a:latin typeface="Angsana New" pitchFamily="18" charset="-34"/>
                  </a:rPr>
                  <a:t>16</a:t>
                </a:r>
              </a:p>
              <a:p>
                <a:pPr algn="ctr">
                  <a:lnSpc>
                    <a:spcPts val="2000"/>
                  </a:lnSpc>
                </a:pPr>
                <a:r>
                  <a:rPr lang="en-US" b="1" dirty="0">
                    <a:solidFill>
                      <a:srgbClr val="FF00FF"/>
                    </a:solidFill>
                    <a:latin typeface="Angsana New" pitchFamily="18" charset="-34"/>
                  </a:rPr>
                  <a:t>625</a:t>
                </a:r>
              </a:p>
            </p:txBody>
          </p:sp>
          <p:cxnSp>
            <p:nvCxnSpPr>
              <p:cNvPr id="143" name="Straight Connector 142"/>
              <p:cNvCxnSpPr/>
              <p:nvPr/>
            </p:nvCxnSpPr>
            <p:spPr>
              <a:xfrm>
                <a:off x="8229602" y="3362098"/>
                <a:ext cx="411480" cy="1588"/>
              </a:xfrm>
              <a:prstGeom prst="line">
                <a:avLst/>
              </a:prstGeom>
              <a:ln w="22225">
                <a:solidFill>
                  <a:srgbClr val="FF00FF"/>
                </a:solidFill>
              </a:ln>
            </p:spPr>
            <p:style>
              <a:lnRef idx="1">
                <a:schemeClr val="accent1"/>
              </a:lnRef>
              <a:fillRef idx="0">
                <a:schemeClr val="accent1"/>
              </a:fillRef>
              <a:effectRef idx="0">
                <a:schemeClr val="accent1"/>
              </a:effectRef>
              <a:fontRef idx="minor">
                <a:schemeClr val="tx1"/>
              </a:fontRef>
            </p:style>
          </p:cxnSp>
        </p:grpSp>
      </p:grpSp>
      <p:grpSp>
        <p:nvGrpSpPr>
          <p:cNvPr id="146" name="Group 145"/>
          <p:cNvGrpSpPr/>
          <p:nvPr/>
        </p:nvGrpSpPr>
        <p:grpSpPr>
          <a:xfrm>
            <a:off x="7412308" y="2859975"/>
            <a:ext cx="1707942" cy="668064"/>
            <a:chOff x="7543796" y="2449286"/>
            <a:chExt cx="1707942" cy="668064"/>
          </a:xfrm>
        </p:grpSpPr>
        <p:sp>
          <p:nvSpPr>
            <p:cNvPr id="147" name="TextBox 146"/>
            <p:cNvSpPr txBox="1"/>
            <p:nvPr/>
          </p:nvSpPr>
          <p:spPr>
            <a:xfrm>
              <a:off x="7543796" y="2449286"/>
              <a:ext cx="1240972" cy="523220"/>
            </a:xfrm>
            <a:prstGeom prst="rect">
              <a:avLst/>
            </a:prstGeom>
            <a:noFill/>
          </p:spPr>
          <p:txBody>
            <a:bodyPr wrap="square" rtlCol="0">
              <a:spAutoFit/>
            </a:bodyPr>
            <a:lstStyle/>
            <a:p>
              <a:r>
                <a:rPr lang="en-US" b="1" dirty="0">
                  <a:solidFill>
                    <a:srgbClr val="FF00FF"/>
                  </a:solidFill>
                  <a:latin typeface="Angsana New" pitchFamily="18" charset="-34"/>
                </a:rPr>
                <a:t>P(X = 1) =</a:t>
              </a:r>
            </a:p>
          </p:txBody>
        </p:sp>
        <p:grpSp>
          <p:nvGrpSpPr>
            <p:cNvPr id="148" name="Group 143"/>
            <p:cNvGrpSpPr/>
            <p:nvPr/>
          </p:nvGrpSpPr>
          <p:grpSpPr>
            <a:xfrm>
              <a:off x="8601320" y="2468454"/>
              <a:ext cx="650418" cy="648896"/>
              <a:chOff x="8122350" y="3121850"/>
              <a:chExt cx="650418" cy="648896"/>
            </a:xfrm>
          </p:grpSpPr>
          <p:sp>
            <p:nvSpPr>
              <p:cNvPr id="149" name="TextBox 148"/>
              <p:cNvSpPr txBox="1"/>
              <p:nvPr/>
            </p:nvSpPr>
            <p:spPr>
              <a:xfrm>
                <a:off x="8122350" y="3121850"/>
                <a:ext cx="650418" cy="648896"/>
              </a:xfrm>
              <a:prstGeom prst="rect">
                <a:avLst/>
              </a:prstGeom>
              <a:noFill/>
            </p:spPr>
            <p:txBody>
              <a:bodyPr wrap="square" rtlCol="0">
                <a:spAutoFit/>
              </a:bodyPr>
              <a:lstStyle/>
              <a:p>
                <a:pPr algn="ctr">
                  <a:lnSpc>
                    <a:spcPts val="2000"/>
                  </a:lnSpc>
                </a:pPr>
                <a:r>
                  <a:rPr lang="en-US" b="1" dirty="0">
                    <a:solidFill>
                      <a:srgbClr val="FF00FF"/>
                    </a:solidFill>
                    <a:latin typeface="Angsana New" pitchFamily="18" charset="-34"/>
                  </a:rPr>
                  <a:t>96</a:t>
                </a:r>
              </a:p>
              <a:p>
                <a:pPr algn="ctr">
                  <a:lnSpc>
                    <a:spcPts val="2000"/>
                  </a:lnSpc>
                </a:pPr>
                <a:r>
                  <a:rPr lang="en-US" b="1" dirty="0">
                    <a:solidFill>
                      <a:srgbClr val="FF00FF"/>
                    </a:solidFill>
                    <a:latin typeface="Angsana New" pitchFamily="18" charset="-34"/>
                  </a:rPr>
                  <a:t>625</a:t>
                </a:r>
              </a:p>
            </p:txBody>
          </p:sp>
          <p:cxnSp>
            <p:nvCxnSpPr>
              <p:cNvPr id="150" name="Straight Connector 149"/>
              <p:cNvCxnSpPr/>
              <p:nvPr/>
            </p:nvCxnSpPr>
            <p:spPr>
              <a:xfrm>
                <a:off x="8217727" y="3373973"/>
                <a:ext cx="411480" cy="1588"/>
              </a:xfrm>
              <a:prstGeom prst="line">
                <a:avLst/>
              </a:prstGeom>
              <a:ln w="22225">
                <a:solidFill>
                  <a:srgbClr val="FF00FF"/>
                </a:solidFill>
              </a:ln>
            </p:spPr>
            <p:style>
              <a:lnRef idx="1">
                <a:schemeClr val="accent1"/>
              </a:lnRef>
              <a:fillRef idx="0">
                <a:schemeClr val="accent1"/>
              </a:fillRef>
              <a:effectRef idx="0">
                <a:schemeClr val="accent1"/>
              </a:effectRef>
              <a:fontRef idx="minor">
                <a:schemeClr val="tx1"/>
              </a:fontRef>
            </p:style>
          </p:cxnSp>
        </p:grpSp>
      </p:grpSp>
      <p:grpSp>
        <p:nvGrpSpPr>
          <p:cNvPr id="151" name="Group 150"/>
          <p:cNvGrpSpPr/>
          <p:nvPr/>
        </p:nvGrpSpPr>
        <p:grpSpPr>
          <a:xfrm>
            <a:off x="7412308" y="4189639"/>
            <a:ext cx="1696066" cy="607762"/>
            <a:chOff x="7543796" y="2449286"/>
            <a:chExt cx="1696066" cy="607762"/>
          </a:xfrm>
        </p:grpSpPr>
        <p:sp>
          <p:nvSpPr>
            <p:cNvPr id="152" name="TextBox 151"/>
            <p:cNvSpPr txBox="1"/>
            <p:nvPr/>
          </p:nvSpPr>
          <p:spPr>
            <a:xfrm>
              <a:off x="7543796" y="2449286"/>
              <a:ext cx="1240972" cy="523220"/>
            </a:xfrm>
            <a:prstGeom prst="rect">
              <a:avLst/>
            </a:prstGeom>
            <a:noFill/>
          </p:spPr>
          <p:txBody>
            <a:bodyPr wrap="square" rtlCol="0">
              <a:spAutoFit/>
            </a:bodyPr>
            <a:lstStyle/>
            <a:p>
              <a:r>
                <a:rPr lang="en-US" b="1" dirty="0">
                  <a:solidFill>
                    <a:srgbClr val="FF00FF"/>
                  </a:solidFill>
                  <a:latin typeface="Angsana New" pitchFamily="18" charset="-34"/>
                </a:rPr>
                <a:t>P(X = 2) =</a:t>
              </a:r>
            </a:p>
          </p:txBody>
        </p:sp>
        <p:grpSp>
          <p:nvGrpSpPr>
            <p:cNvPr id="153" name="Group 143"/>
            <p:cNvGrpSpPr/>
            <p:nvPr/>
          </p:nvGrpSpPr>
          <p:grpSpPr>
            <a:xfrm>
              <a:off x="8598969" y="2451754"/>
              <a:ext cx="640893" cy="605294"/>
              <a:chOff x="8119999" y="3105150"/>
              <a:chExt cx="640893" cy="605294"/>
            </a:xfrm>
          </p:grpSpPr>
          <p:sp>
            <p:nvSpPr>
              <p:cNvPr id="154" name="TextBox 153"/>
              <p:cNvSpPr txBox="1"/>
              <p:nvPr/>
            </p:nvSpPr>
            <p:spPr>
              <a:xfrm>
                <a:off x="8119999" y="3105150"/>
                <a:ext cx="640893" cy="605294"/>
              </a:xfrm>
              <a:prstGeom prst="rect">
                <a:avLst/>
              </a:prstGeom>
              <a:noFill/>
            </p:spPr>
            <p:txBody>
              <a:bodyPr wrap="square" rtlCol="0">
                <a:spAutoFit/>
              </a:bodyPr>
              <a:lstStyle/>
              <a:p>
                <a:pPr algn="ctr">
                  <a:lnSpc>
                    <a:spcPts val="2000"/>
                  </a:lnSpc>
                </a:pPr>
                <a:r>
                  <a:rPr lang="en-US" b="1" dirty="0">
                    <a:solidFill>
                      <a:srgbClr val="FF00FF"/>
                    </a:solidFill>
                    <a:latin typeface="Angsana New" pitchFamily="18" charset="-34"/>
                  </a:rPr>
                  <a:t>216</a:t>
                </a:r>
              </a:p>
              <a:p>
                <a:pPr algn="ctr">
                  <a:lnSpc>
                    <a:spcPts val="2000"/>
                  </a:lnSpc>
                </a:pPr>
                <a:r>
                  <a:rPr lang="en-US" b="1" dirty="0">
                    <a:solidFill>
                      <a:srgbClr val="FF00FF"/>
                    </a:solidFill>
                    <a:latin typeface="Angsana New" pitchFamily="18" charset="-34"/>
                  </a:rPr>
                  <a:t>625</a:t>
                </a:r>
              </a:p>
            </p:txBody>
          </p:sp>
          <p:cxnSp>
            <p:nvCxnSpPr>
              <p:cNvPr id="155" name="Straight Connector 154"/>
              <p:cNvCxnSpPr/>
              <p:nvPr/>
            </p:nvCxnSpPr>
            <p:spPr>
              <a:xfrm>
                <a:off x="8229602" y="3362098"/>
                <a:ext cx="411480" cy="1588"/>
              </a:xfrm>
              <a:prstGeom prst="line">
                <a:avLst/>
              </a:prstGeom>
              <a:ln w="22225">
                <a:solidFill>
                  <a:srgbClr val="FF00FF"/>
                </a:solidFill>
              </a:ln>
            </p:spPr>
            <p:style>
              <a:lnRef idx="1">
                <a:schemeClr val="accent1"/>
              </a:lnRef>
              <a:fillRef idx="0">
                <a:schemeClr val="accent1"/>
              </a:fillRef>
              <a:effectRef idx="0">
                <a:schemeClr val="accent1"/>
              </a:effectRef>
              <a:fontRef idx="minor">
                <a:schemeClr val="tx1"/>
              </a:fontRef>
            </p:style>
          </p:cxnSp>
        </p:grpSp>
      </p:grpSp>
      <p:grpSp>
        <p:nvGrpSpPr>
          <p:cNvPr id="156" name="Group 155"/>
          <p:cNvGrpSpPr/>
          <p:nvPr/>
        </p:nvGrpSpPr>
        <p:grpSpPr>
          <a:xfrm>
            <a:off x="7419109" y="5543668"/>
            <a:ext cx="1701141" cy="605294"/>
            <a:chOff x="7543796" y="2439879"/>
            <a:chExt cx="1701141" cy="605294"/>
          </a:xfrm>
        </p:grpSpPr>
        <p:sp>
          <p:nvSpPr>
            <p:cNvPr id="157" name="TextBox 156"/>
            <p:cNvSpPr txBox="1"/>
            <p:nvPr/>
          </p:nvSpPr>
          <p:spPr>
            <a:xfrm>
              <a:off x="7543796" y="2449286"/>
              <a:ext cx="1240972" cy="523220"/>
            </a:xfrm>
            <a:prstGeom prst="rect">
              <a:avLst/>
            </a:prstGeom>
            <a:noFill/>
          </p:spPr>
          <p:txBody>
            <a:bodyPr wrap="square" rtlCol="0">
              <a:spAutoFit/>
            </a:bodyPr>
            <a:lstStyle/>
            <a:p>
              <a:r>
                <a:rPr lang="en-US" b="1" dirty="0">
                  <a:solidFill>
                    <a:srgbClr val="FF00FF"/>
                  </a:solidFill>
                  <a:latin typeface="Angsana New" pitchFamily="18" charset="-34"/>
                </a:rPr>
                <a:t>P(X = 3) =</a:t>
              </a:r>
            </a:p>
          </p:txBody>
        </p:sp>
        <p:grpSp>
          <p:nvGrpSpPr>
            <p:cNvPr id="158" name="Group 143"/>
            <p:cNvGrpSpPr/>
            <p:nvPr/>
          </p:nvGrpSpPr>
          <p:grpSpPr>
            <a:xfrm>
              <a:off x="8610845" y="2439879"/>
              <a:ext cx="634092" cy="605294"/>
              <a:chOff x="8131875" y="3093275"/>
              <a:chExt cx="634092" cy="605294"/>
            </a:xfrm>
          </p:grpSpPr>
          <p:sp>
            <p:nvSpPr>
              <p:cNvPr id="159" name="TextBox 158"/>
              <p:cNvSpPr txBox="1"/>
              <p:nvPr/>
            </p:nvSpPr>
            <p:spPr>
              <a:xfrm>
                <a:off x="8131875" y="3093275"/>
                <a:ext cx="634092" cy="605294"/>
              </a:xfrm>
              <a:prstGeom prst="rect">
                <a:avLst/>
              </a:prstGeom>
              <a:noFill/>
            </p:spPr>
            <p:txBody>
              <a:bodyPr wrap="square" rtlCol="0">
                <a:spAutoFit/>
              </a:bodyPr>
              <a:lstStyle/>
              <a:p>
                <a:pPr algn="ctr">
                  <a:lnSpc>
                    <a:spcPts val="2000"/>
                  </a:lnSpc>
                </a:pPr>
                <a:r>
                  <a:rPr lang="en-US" b="1" dirty="0">
                    <a:solidFill>
                      <a:srgbClr val="FF00FF"/>
                    </a:solidFill>
                    <a:latin typeface="Angsana New" pitchFamily="18" charset="-34"/>
                  </a:rPr>
                  <a:t>216</a:t>
                </a:r>
              </a:p>
              <a:p>
                <a:pPr algn="ctr">
                  <a:lnSpc>
                    <a:spcPts val="2000"/>
                  </a:lnSpc>
                </a:pPr>
                <a:r>
                  <a:rPr lang="en-US" b="1" dirty="0">
                    <a:solidFill>
                      <a:srgbClr val="FF00FF"/>
                    </a:solidFill>
                    <a:latin typeface="Angsana New" pitchFamily="18" charset="-34"/>
                  </a:rPr>
                  <a:t>625</a:t>
                </a:r>
              </a:p>
            </p:txBody>
          </p:sp>
          <p:cxnSp>
            <p:nvCxnSpPr>
              <p:cNvPr id="160" name="Straight Connector 159"/>
              <p:cNvCxnSpPr/>
              <p:nvPr/>
            </p:nvCxnSpPr>
            <p:spPr>
              <a:xfrm>
                <a:off x="8229602" y="3362098"/>
                <a:ext cx="411480" cy="1588"/>
              </a:xfrm>
              <a:prstGeom prst="line">
                <a:avLst/>
              </a:prstGeom>
              <a:ln w="22225">
                <a:solidFill>
                  <a:srgbClr val="FF00FF"/>
                </a:solidFill>
              </a:ln>
            </p:spPr>
            <p:style>
              <a:lnRef idx="1">
                <a:schemeClr val="accent1"/>
              </a:lnRef>
              <a:fillRef idx="0">
                <a:schemeClr val="accent1"/>
              </a:fillRef>
              <a:effectRef idx="0">
                <a:schemeClr val="accent1"/>
              </a:effectRef>
              <a:fontRef idx="minor">
                <a:schemeClr val="tx1"/>
              </a:fontRef>
            </p:style>
          </p:cxnSp>
        </p:grpSp>
      </p:grpSp>
      <p:grpSp>
        <p:nvGrpSpPr>
          <p:cNvPr id="161" name="Group 160"/>
          <p:cNvGrpSpPr/>
          <p:nvPr/>
        </p:nvGrpSpPr>
        <p:grpSpPr>
          <a:xfrm>
            <a:off x="7412308" y="6304195"/>
            <a:ext cx="1696066" cy="653714"/>
            <a:chOff x="7543796" y="2449286"/>
            <a:chExt cx="1696066" cy="653714"/>
          </a:xfrm>
        </p:grpSpPr>
        <p:sp>
          <p:nvSpPr>
            <p:cNvPr id="162" name="TextBox 161"/>
            <p:cNvSpPr txBox="1"/>
            <p:nvPr/>
          </p:nvSpPr>
          <p:spPr>
            <a:xfrm>
              <a:off x="7543796" y="2449286"/>
              <a:ext cx="1240972" cy="523220"/>
            </a:xfrm>
            <a:prstGeom prst="rect">
              <a:avLst/>
            </a:prstGeom>
            <a:noFill/>
          </p:spPr>
          <p:txBody>
            <a:bodyPr wrap="square" rtlCol="0">
              <a:spAutoFit/>
            </a:bodyPr>
            <a:lstStyle/>
            <a:p>
              <a:r>
                <a:rPr lang="en-US" b="1" dirty="0">
                  <a:solidFill>
                    <a:srgbClr val="FF00FF"/>
                  </a:solidFill>
                  <a:latin typeface="Angsana New" pitchFamily="18" charset="-34"/>
                </a:rPr>
                <a:t>P(X = 4) =</a:t>
              </a:r>
            </a:p>
          </p:txBody>
        </p:sp>
        <p:grpSp>
          <p:nvGrpSpPr>
            <p:cNvPr id="163" name="Group 143"/>
            <p:cNvGrpSpPr/>
            <p:nvPr/>
          </p:nvGrpSpPr>
          <p:grpSpPr>
            <a:xfrm>
              <a:off x="8598969" y="2454104"/>
              <a:ext cx="640893" cy="648896"/>
              <a:chOff x="8119999" y="3107500"/>
              <a:chExt cx="640893" cy="648896"/>
            </a:xfrm>
          </p:grpSpPr>
          <p:sp>
            <p:nvSpPr>
              <p:cNvPr id="164" name="TextBox 163"/>
              <p:cNvSpPr txBox="1"/>
              <p:nvPr/>
            </p:nvSpPr>
            <p:spPr>
              <a:xfrm>
                <a:off x="8119999" y="3107500"/>
                <a:ext cx="640893" cy="648896"/>
              </a:xfrm>
              <a:prstGeom prst="rect">
                <a:avLst/>
              </a:prstGeom>
              <a:noFill/>
            </p:spPr>
            <p:txBody>
              <a:bodyPr wrap="square" rtlCol="0">
                <a:spAutoFit/>
              </a:bodyPr>
              <a:lstStyle/>
              <a:p>
                <a:pPr algn="ctr">
                  <a:lnSpc>
                    <a:spcPts val="2000"/>
                  </a:lnSpc>
                </a:pPr>
                <a:r>
                  <a:rPr lang="en-US" b="1" dirty="0">
                    <a:solidFill>
                      <a:srgbClr val="FF00FF"/>
                    </a:solidFill>
                    <a:latin typeface="Angsana New" pitchFamily="18" charset="-34"/>
                  </a:rPr>
                  <a:t>81</a:t>
                </a:r>
              </a:p>
              <a:p>
                <a:pPr algn="ctr">
                  <a:lnSpc>
                    <a:spcPts val="2000"/>
                  </a:lnSpc>
                </a:pPr>
                <a:r>
                  <a:rPr lang="en-US" b="1" dirty="0">
                    <a:solidFill>
                      <a:srgbClr val="FF00FF"/>
                    </a:solidFill>
                    <a:latin typeface="Angsana New" pitchFamily="18" charset="-34"/>
                  </a:rPr>
                  <a:t>625</a:t>
                </a:r>
              </a:p>
            </p:txBody>
          </p:sp>
          <p:cxnSp>
            <p:nvCxnSpPr>
              <p:cNvPr id="165" name="Straight Connector 164"/>
              <p:cNvCxnSpPr/>
              <p:nvPr/>
            </p:nvCxnSpPr>
            <p:spPr>
              <a:xfrm>
                <a:off x="8229602" y="3362098"/>
                <a:ext cx="411480" cy="1588"/>
              </a:xfrm>
              <a:prstGeom prst="line">
                <a:avLst/>
              </a:prstGeom>
              <a:ln w="22225">
                <a:solidFill>
                  <a:srgbClr val="FF00FF"/>
                </a:solidFill>
              </a:ln>
            </p:spPr>
            <p:style>
              <a:lnRef idx="1">
                <a:schemeClr val="accent1"/>
              </a:lnRef>
              <a:fillRef idx="0">
                <a:schemeClr val="accent1"/>
              </a:fillRef>
              <a:effectRef idx="0">
                <a:schemeClr val="accent1"/>
              </a:effectRef>
              <a:fontRef idx="minor">
                <a:schemeClr val="tx1"/>
              </a:fontRef>
            </p:style>
          </p:cxnSp>
        </p:grpSp>
      </p:grpSp>
      <p:sp>
        <p:nvSpPr>
          <p:cNvPr id="166" name="Right Brace 165"/>
          <p:cNvSpPr/>
          <p:nvPr/>
        </p:nvSpPr>
        <p:spPr>
          <a:xfrm>
            <a:off x="7330838" y="2641320"/>
            <a:ext cx="154230" cy="960120"/>
          </a:xfrm>
          <a:prstGeom prst="rightBrace">
            <a:avLst>
              <a:gd name="adj1" fmla="val 24333"/>
              <a:gd name="adj2" fmla="val 50000"/>
            </a:avLst>
          </a:prstGeom>
          <a:noFill/>
          <a:ln w="19050">
            <a:solidFill>
              <a:srgbClr val="0066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7" name="Right Brace 166"/>
          <p:cNvSpPr/>
          <p:nvPr/>
        </p:nvSpPr>
        <p:spPr>
          <a:xfrm>
            <a:off x="7332668" y="3714065"/>
            <a:ext cx="154230" cy="1508760"/>
          </a:xfrm>
          <a:prstGeom prst="rightBrace">
            <a:avLst>
              <a:gd name="adj1" fmla="val 24333"/>
              <a:gd name="adj2" fmla="val 50000"/>
            </a:avLst>
          </a:prstGeom>
          <a:noFill/>
          <a:ln w="19050">
            <a:solidFill>
              <a:srgbClr val="0066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8" name="Right Brace 167"/>
          <p:cNvSpPr/>
          <p:nvPr/>
        </p:nvSpPr>
        <p:spPr>
          <a:xfrm>
            <a:off x="7328933" y="5345430"/>
            <a:ext cx="154230" cy="960120"/>
          </a:xfrm>
          <a:prstGeom prst="rightBrace">
            <a:avLst>
              <a:gd name="adj1" fmla="val 24333"/>
              <a:gd name="adj2" fmla="val 50000"/>
            </a:avLst>
          </a:prstGeom>
          <a:noFill/>
          <a:ln w="19050">
            <a:solidFill>
              <a:srgbClr val="0066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0" name="Straight Connector 169"/>
          <p:cNvCxnSpPr/>
          <p:nvPr/>
        </p:nvCxnSpPr>
        <p:spPr>
          <a:xfrm rot="16200000" flipH="1">
            <a:off x="2171700" y="3695700"/>
            <a:ext cx="6324600" cy="0"/>
          </a:xfrm>
          <a:prstGeom prst="line">
            <a:avLst/>
          </a:prstGeom>
          <a:ln w="38100">
            <a:solidFill>
              <a:srgbClr val="66330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25A819E9-3722-4692-BDDA-3D432D426091}"/>
              </a:ext>
            </a:extLst>
          </p:cNvPr>
          <p:cNvSpPr>
            <a:spLocks noGrp="1"/>
          </p:cNvSpPr>
          <p:nvPr>
            <p:ph type="sldNum" sz="quarter" idx="12"/>
          </p:nvPr>
        </p:nvSpPr>
        <p:spPr/>
        <p:txBody>
          <a:bodyPr/>
          <a:lstStyle/>
          <a:p>
            <a:pPr>
              <a:defRPr/>
            </a:pPr>
            <a:fld id="{0598EADD-7714-4E0A-AD4B-AC83F9F5DA12}" type="slidenum">
              <a:rPr lang="en-US" smtClean="0"/>
              <a:pPr>
                <a:defRPr/>
              </a:pPr>
              <a:t>19</a:t>
            </a:fld>
            <a:endParaRPr lang="th-TH"/>
          </a:p>
        </p:txBody>
      </p:sp>
    </p:spTree>
    <p:extLst>
      <p:ext uri="{BB962C8B-B14F-4D97-AF65-F5344CB8AC3E}">
        <p14:creationId xmlns:p14="http://schemas.microsoft.com/office/powerpoint/2010/main" val="668430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dissolve">
                                      <p:cBhvr>
                                        <p:cTn id="7" dur="300"/>
                                        <p:tgtEl>
                                          <p:spTgt spid="15362"/>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15363">
                                            <p:txEl>
                                              <p:pRg st="0" end="0"/>
                                            </p:txEl>
                                          </p:spTgt>
                                        </p:tgtEl>
                                        <p:attrNameLst>
                                          <p:attrName>style.visibility</p:attrName>
                                        </p:attrNameLst>
                                      </p:cBhvr>
                                      <p:to>
                                        <p:strVal val="visible"/>
                                      </p:to>
                                    </p:set>
                                    <p:animEffect transition="in" filter="wipe(left)">
                                      <p:cBhvr>
                                        <p:cTn id="11" dur="300"/>
                                        <p:tgtEl>
                                          <p:spTgt spid="1536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5364">
                                            <p:txEl>
                                              <p:pRg st="0" end="0"/>
                                            </p:txEl>
                                          </p:spTgt>
                                        </p:tgtEl>
                                        <p:attrNameLst>
                                          <p:attrName>style.visibility</p:attrName>
                                        </p:attrNameLst>
                                      </p:cBhvr>
                                      <p:to>
                                        <p:strVal val="visible"/>
                                      </p:to>
                                    </p:set>
                                    <p:animEffect transition="in" filter="wipe(left)">
                                      <p:cBhvr>
                                        <p:cTn id="16" dur="300"/>
                                        <p:tgtEl>
                                          <p:spTgt spid="1536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366">
                                            <p:txEl>
                                              <p:pRg st="0" end="0"/>
                                            </p:txEl>
                                          </p:spTgt>
                                        </p:tgtEl>
                                        <p:attrNameLst>
                                          <p:attrName>style.visibility</p:attrName>
                                        </p:attrNameLst>
                                      </p:cBhvr>
                                      <p:to>
                                        <p:strVal val="visible"/>
                                      </p:to>
                                    </p:set>
                                    <p:animEffect transition="in" filter="wipe(left)">
                                      <p:cBhvr>
                                        <p:cTn id="21" dur="300"/>
                                        <p:tgtEl>
                                          <p:spTgt spid="15366">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367">
                                            <p:txEl>
                                              <p:pRg st="0" end="0"/>
                                            </p:txEl>
                                          </p:spTgt>
                                        </p:tgtEl>
                                        <p:attrNameLst>
                                          <p:attrName>style.visibility</p:attrName>
                                        </p:attrNameLst>
                                      </p:cBhvr>
                                      <p:to>
                                        <p:strVal val="visible"/>
                                      </p:to>
                                    </p:set>
                                    <p:animEffect transition="in" filter="wipe(left)">
                                      <p:cBhvr>
                                        <p:cTn id="26" dur="300"/>
                                        <p:tgtEl>
                                          <p:spTgt spid="15367">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dissolve">
                                      <p:cBhvr>
                                        <p:cTn id="31" dur="300"/>
                                        <p:tgtEl>
                                          <p:spTgt spid="15"/>
                                        </p:tgtEl>
                                      </p:cBhvr>
                                    </p:animEffect>
                                  </p:childTnLst>
                                </p:cTn>
                              </p:par>
                              <p:par>
                                <p:cTn id="32" presetID="22" presetClass="entr" presetSubtype="1" fill="hold" nodeType="withEffect">
                                  <p:stCondLst>
                                    <p:cond delay="0"/>
                                  </p:stCondLst>
                                  <p:childTnLst>
                                    <p:set>
                                      <p:cBhvr>
                                        <p:cTn id="33" dur="1" fill="hold">
                                          <p:stCondLst>
                                            <p:cond delay="0"/>
                                          </p:stCondLst>
                                        </p:cTn>
                                        <p:tgtEl>
                                          <p:spTgt spid="170"/>
                                        </p:tgtEl>
                                        <p:attrNameLst>
                                          <p:attrName>style.visibility</p:attrName>
                                        </p:attrNameLst>
                                      </p:cBhvr>
                                      <p:to>
                                        <p:strVal val="visible"/>
                                      </p:to>
                                    </p:set>
                                    <p:animEffect transition="in" filter="wipe(up)">
                                      <p:cBhvr>
                                        <p:cTn id="34" dur="500"/>
                                        <p:tgtEl>
                                          <p:spTgt spid="170"/>
                                        </p:tgtEl>
                                      </p:cBhvr>
                                    </p:animEffect>
                                  </p:childTnLst>
                                </p:cTn>
                              </p:par>
                            </p:childTnLst>
                          </p:cTn>
                        </p:par>
                        <p:par>
                          <p:cTn id="35" fill="hold">
                            <p:stCondLst>
                              <p:cond delay="500"/>
                            </p:stCondLst>
                            <p:childTnLst>
                              <p:par>
                                <p:cTn id="36" presetID="2" presetClass="entr" presetSubtype="1"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300" fill="hold"/>
                                        <p:tgtEl>
                                          <p:spTgt spid="16"/>
                                        </p:tgtEl>
                                        <p:attrNameLst>
                                          <p:attrName>ppt_x</p:attrName>
                                        </p:attrNameLst>
                                      </p:cBhvr>
                                      <p:tavLst>
                                        <p:tav tm="0">
                                          <p:val>
                                            <p:strVal val="#ppt_x"/>
                                          </p:val>
                                        </p:tav>
                                        <p:tav tm="100000">
                                          <p:val>
                                            <p:strVal val="#ppt_x"/>
                                          </p:val>
                                        </p:tav>
                                      </p:tavLst>
                                    </p:anim>
                                    <p:anim calcmode="lin" valueType="num">
                                      <p:cBhvr additive="base">
                                        <p:cTn id="39" dur="300" fill="hold"/>
                                        <p:tgtEl>
                                          <p:spTgt spid="16"/>
                                        </p:tgtEl>
                                        <p:attrNameLst>
                                          <p:attrName>ppt_y</p:attrName>
                                        </p:attrNameLst>
                                      </p:cBhvr>
                                      <p:tavLst>
                                        <p:tav tm="0">
                                          <p:val>
                                            <p:strVal val="0-#ppt_h/2"/>
                                          </p:val>
                                        </p:tav>
                                        <p:tav tm="100000">
                                          <p:val>
                                            <p:strVal val="#ppt_y"/>
                                          </p:val>
                                        </p:tav>
                                      </p:tavLst>
                                    </p:anim>
                                  </p:childTnLst>
                                </p:cTn>
                              </p:par>
                            </p:childTnLst>
                          </p:cTn>
                        </p:par>
                        <p:par>
                          <p:cTn id="40" fill="hold">
                            <p:stCondLst>
                              <p:cond delay="800"/>
                            </p:stCondLst>
                            <p:childTnLst>
                              <p:par>
                                <p:cTn id="41" presetID="2" presetClass="entr" presetSubtype="1"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300" fill="hold"/>
                                        <p:tgtEl>
                                          <p:spTgt spid="24"/>
                                        </p:tgtEl>
                                        <p:attrNameLst>
                                          <p:attrName>ppt_x</p:attrName>
                                        </p:attrNameLst>
                                      </p:cBhvr>
                                      <p:tavLst>
                                        <p:tav tm="0">
                                          <p:val>
                                            <p:strVal val="#ppt_x"/>
                                          </p:val>
                                        </p:tav>
                                        <p:tav tm="100000">
                                          <p:val>
                                            <p:strVal val="#ppt_x"/>
                                          </p:val>
                                        </p:tav>
                                      </p:tavLst>
                                    </p:anim>
                                    <p:anim calcmode="lin" valueType="num">
                                      <p:cBhvr additive="base">
                                        <p:cTn id="44" dur="300" fill="hold"/>
                                        <p:tgtEl>
                                          <p:spTgt spid="24"/>
                                        </p:tgtEl>
                                        <p:attrNameLst>
                                          <p:attrName>ppt_y</p:attrName>
                                        </p:attrNameLst>
                                      </p:cBhvr>
                                      <p:tavLst>
                                        <p:tav tm="0">
                                          <p:val>
                                            <p:strVal val="0-#ppt_h/2"/>
                                          </p:val>
                                        </p:tav>
                                        <p:tav tm="100000">
                                          <p:val>
                                            <p:strVal val="#ppt_y"/>
                                          </p:val>
                                        </p:tav>
                                      </p:tavLst>
                                    </p:anim>
                                  </p:childTnLst>
                                </p:cTn>
                              </p:par>
                            </p:childTnLst>
                          </p:cTn>
                        </p:par>
                        <p:par>
                          <p:cTn id="45" fill="hold">
                            <p:stCondLst>
                              <p:cond delay="1100"/>
                            </p:stCondLst>
                            <p:childTnLst>
                              <p:par>
                                <p:cTn id="46" presetID="2" presetClass="entr" presetSubtype="1" fill="hold" grpId="0" nodeType="after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300" fill="hold"/>
                                        <p:tgtEl>
                                          <p:spTgt spid="17"/>
                                        </p:tgtEl>
                                        <p:attrNameLst>
                                          <p:attrName>ppt_x</p:attrName>
                                        </p:attrNameLst>
                                      </p:cBhvr>
                                      <p:tavLst>
                                        <p:tav tm="0">
                                          <p:val>
                                            <p:strVal val="#ppt_x"/>
                                          </p:val>
                                        </p:tav>
                                        <p:tav tm="100000">
                                          <p:val>
                                            <p:strVal val="#ppt_x"/>
                                          </p:val>
                                        </p:tav>
                                      </p:tavLst>
                                    </p:anim>
                                    <p:anim calcmode="lin" valueType="num">
                                      <p:cBhvr additive="base">
                                        <p:cTn id="49" dur="300" fill="hold"/>
                                        <p:tgtEl>
                                          <p:spTgt spid="17"/>
                                        </p:tgtEl>
                                        <p:attrNameLst>
                                          <p:attrName>ppt_y</p:attrName>
                                        </p:attrNameLst>
                                      </p:cBhvr>
                                      <p:tavLst>
                                        <p:tav tm="0">
                                          <p:val>
                                            <p:strVal val="0-#ppt_h/2"/>
                                          </p:val>
                                        </p:tav>
                                        <p:tav tm="100000">
                                          <p:val>
                                            <p:strVal val="#ppt_y"/>
                                          </p:val>
                                        </p:tav>
                                      </p:tavLst>
                                    </p:anim>
                                  </p:childTnLst>
                                </p:cTn>
                              </p:par>
                            </p:childTnLst>
                          </p:cTn>
                        </p:par>
                        <p:par>
                          <p:cTn id="50" fill="hold">
                            <p:stCondLst>
                              <p:cond delay="1400"/>
                            </p:stCondLst>
                            <p:childTnLst>
                              <p:par>
                                <p:cTn id="51" presetID="2" presetClass="entr" presetSubtype="1"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300" fill="hold"/>
                                        <p:tgtEl>
                                          <p:spTgt spid="18"/>
                                        </p:tgtEl>
                                        <p:attrNameLst>
                                          <p:attrName>ppt_x</p:attrName>
                                        </p:attrNameLst>
                                      </p:cBhvr>
                                      <p:tavLst>
                                        <p:tav tm="0">
                                          <p:val>
                                            <p:strVal val="#ppt_x"/>
                                          </p:val>
                                        </p:tav>
                                        <p:tav tm="100000">
                                          <p:val>
                                            <p:strVal val="#ppt_x"/>
                                          </p:val>
                                        </p:tav>
                                      </p:tavLst>
                                    </p:anim>
                                    <p:anim calcmode="lin" valueType="num">
                                      <p:cBhvr additive="base">
                                        <p:cTn id="54" dur="300" fill="hold"/>
                                        <p:tgtEl>
                                          <p:spTgt spid="18"/>
                                        </p:tgtEl>
                                        <p:attrNameLst>
                                          <p:attrName>ppt_y</p:attrName>
                                        </p:attrNameLst>
                                      </p:cBhvr>
                                      <p:tavLst>
                                        <p:tav tm="0">
                                          <p:val>
                                            <p:strVal val="0-#ppt_h/2"/>
                                          </p:val>
                                        </p:tav>
                                        <p:tav tm="100000">
                                          <p:val>
                                            <p:strVal val="#ppt_y"/>
                                          </p:val>
                                        </p:tav>
                                      </p:tavLst>
                                    </p:anim>
                                  </p:childTnLst>
                                </p:cTn>
                              </p:par>
                            </p:childTnLst>
                          </p:cTn>
                        </p:par>
                        <p:par>
                          <p:cTn id="55" fill="hold">
                            <p:stCondLst>
                              <p:cond delay="1700"/>
                            </p:stCondLst>
                            <p:childTnLst>
                              <p:par>
                                <p:cTn id="56" presetID="2" presetClass="entr" presetSubtype="1" fill="hold" grpId="0" nodeType="afterEffect">
                                  <p:stCondLst>
                                    <p:cond delay="0"/>
                                  </p:stCondLst>
                                  <p:childTnLst>
                                    <p:set>
                                      <p:cBhvr>
                                        <p:cTn id="57" dur="1" fill="hold">
                                          <p:stCondLst>
                                            <p:cond delay="0"/>
                                          </p:stCondLst>
                                        </p:cTn>
                                        <p:tgtEl>
                                          <p:spTgt spid="23"/>
                                        </p:tgtEl>
                                        <p:attrNameLst>
                                          <p:attrName>style.visibility</p:attrName>
                                        </p:attrNameLst>
                                      </p:cBhvr>
                                      <p:to>
                                        <p:strVal val="visible"/>
                                      </p:to>
                                    </p:set>
                                    <p:anim calcmode="lin" valueType="num">
                                      <p:cBhvr additive="base">
                                        <p:cTn id="58" dur="300" fill="hold"/>
                                        <p:tgtEl>
                                          <p:spTgt spid="23"/>
                                        </p:tgtEl>
                                        <p:attrNameLst>
                                          <p:attrName>ppt_x</p:attrName>
                                        </p:attrNameLst>
                                      </p:cBhvr>
                                      <p:tavLst>
                                        <p:tav tm="0">
                                          <p:val>
                                            <p:strVal val="#ppt_x"/>
                                          </p:val>
                                        </p:tav>
                                        <p:tav tm="100000">
                                          <p:val>
                                            <p:strVal val="#ppt_x"/>
                                          </p:val>
                                        </p:tav>
                                      </p:tavLst>
                                    </p:anim>
                                    <p:anim calcmode="lin" valueType="num">
                                      <p:cBhvr additive="base">
                                        <p:cTn id="59" dur="300" fill="hold"/>
                                        <p:tgtEl>
                                          <p:spTgt spid="23"/>
                                        </p:tgtEl>
                                        <p:attrNameLst>
                                          <p:attrName>ppt_y</p:attrName>
                                        </p:attrNameLst>
                                      </p:cBhvr>
                                      <p:tavLst>
                                        <p:tav tm="0">
                                          <p:val>
                                            <p:strVal val="0-#ppt_h/2"/>
                                          </p:val>
                                        </p:tav>
                                        <p:tav tm="100000">
                                          <p:val>
                                            <p:strVal val="#ppt_y"/>
                                          </p:val>
                                        </p:tav>
                                      </p:tavLst>
                                    </p:anim>
                                  </p:childTnLst>
                                </p:cTn>
                              </p:par>
                            </p:childTnLst>
                          </p:cTn>
                        </p:par>
                        <p:par>
                          <p:cTn id="60" fill="hold">
                            <p:stCondLst>
                              <p:cond delay="2000"/>
                            </p:stCondLst>
                            <p:childTnLst>
                              <p:par>
                                <p:cTn id="61" presetID="22" presetClass="entr" presetSubtype="8" fill="hold" nodeType="after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wipe(left)">
                                      <p:cBhvr>
                                        <p:cTn id="63" dur="300"/>
                                        <p:tgtEl>
                                          <p:spTgt spid="33"/>
                                        </p:tgtEl>
                                      </p:cBhvr>
                                    </p:animEffect>
                                  </p:childTnLst>
                                </p:cTn>
                              </p:par>
                            </p:childTnLst>
                          </p:cTn>
                        </p:par>
                        <p:par>
                          <p:cTn id="64" fill="hold">
                            <p:stCondLst>
                              <p:cond delay="2300"/>
                            </p:stCondLst>
                            <p:childTnLst>
                              <p:par>
                                <p:cTn id="65" presetID="22" presetClass="entr" presetSubtype="8" fill="hold" nodeType="after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wipe(left)">
                                      <p:cBhvr>
                                        <p:cTn id="67" dur="300"/>
                                        <p:tgtEl>
                                          <p:spTgt spid="3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5368">
                                            <p:txEl>
                                              <p:pRg st="0" end="0"/>
                                            </p:txEl>
                                          </p:spTgt>
                                        </p:tgtEl>
                                        <p:attrNameLst>
                                          <p:attrName>style.visibility</p:attrName>
                                        </p:attrNameLst>
                                      </p:cBhvr>
                                      <p:to>
                                        <p:strVal val="visible"/>
                                      </p:to>
                                    </p:set>
                                    <p:animEffect transition="in" filter="wipe(left)">
                                      <p:cBhvr>
                                        <p:cTn id="72" dur="300"/>
                                        <p:tgtEl>
                                          <p:spTgt spid="15368">
                                            <p:txEl>
                                              <p:pRg st="0" end="0"/>
                                            </p:txEl>
                                          </p:spTgt>
                                        </p:tgtEl>
                                      </p:cBhvr>
                                    </p:animEffect>
                                  </p:childTnLst>
                                </p:cTn>
                              </p:par>
                            </p:childTnLst>
                          </p:cTn>
                        </p:par>
                        <p:par>
                          <p:cTn id="73" fill="hold">
                            <p:stCondLst>
                              <p:cond delay="300"/>
                            </p:stCondLst>
                            <p:childTnLst>
                              <p:par>
                                <p:cTn id="74" presetID="22" presetClass="entr" presetSubtype="8" fill="hold" grpId="0" nodeType="afterEffect">
                                  <p:stCondLst>
                                    <p:cond delay="0"/>
                                  </p:stCondLst>
                                  <p:childTnLst>
                                    <p:set>
                                      <p:cBhvr>
                                        <p:cTn id="75" dur="1" fill="hold">
                                          <p:stCondLst>
                                            <p:cond delay="0"/>
                                          </p:stCondLst>
                                        </p:cTn>
                                        <p:tgtEl>
                                          <p:spTgt spid="15368">
                                            <p:txEl>
                                              <p:pRg st="1" end="1"/>
                                            </p:txEl>
                                          </p:spTgt>
                                        </p:tgtEl>
                                        <p:attrNameLst>
                                          <p:attrName>style.visibility</p:attrName>
                                        </p:attrNameLst>
                                      </p:cBhvr>
                                      <p:to>
                                        <p:strVal val="visible"/>
                                      </p:to>
                                    </p:set>
                                    <p:animEffect transition="in" filter="wipe(left)">
                                      <p:cBhvr>
                                        <p:cTn id="76" dur="300"/>
                                        <p:tgtEl>
                                          <p:spTgt spid="15368">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41"/>
                                        </p:tgtEl>
                                        <p:attrNameLst>
                                          <p:attrName>style.visibility</p:attrName>
                                        </p:attrNameLst>
                                      </p:cBhvr>
                                      <p:to>
                                        <p:strVal val="visible"/>
                                      </p:to>
                                    </p:set>
                                    <p:animEffect transition="in" filter="wipe(left)">
                                      <p:cBhvr>
                                        <p:cTn id="81" dur="300"/>
                                        <p:tgtEl>
                                          <p:spTgt spid="41"/>
                                        </p:tgtEl>
                                      </p:cBhvr>
                                    </p:animEffect>
                                  </p:childTnLst>
                                </p:cTn>
                              </p:par>
                            </p:childTnLst>
                          </p:cTn>
                        </p:par>
                        <p:par>
                          <p:cTn id="82" fill="hold">
                            <p:stCondLst>
                              <p:cond delay="300"/>
                            </p:stCondLst>
                            <p:childTnLst>
                              <p:par>
                                <p:cTn id="83" presetID="18" presetClass="entr" presetSubtype="12" fill="hold" grpId="0" nodeType="afterEffect">
                                  <p:stCondLst>
                                    <p:cond delay="0"/>
                                  </p:stCondLst>
                                  <p:childTnLst>
                                    <p:set>
                                      <p:cBhvr>
                                        <p:cTn id="84" dur="1" fill="hold">
                                          <p:stCondLst>
                                            <p:cond delay="0"/>
                                          </p:stCondLst>
                                        </p:cTn>
                                        <p:tgtEl>
                                          <p:spTgt spid="40"/>
                                        </p:tgtEl>
                                        <p:attrNameLst>
                                          <p:attrName>style.visibility</p:attrName>
                                        </p:attrNameLst>
                                      </p:cBhvr>
                                      <p:to>
                                        <p:strVal val="visible"/>
                                      </p:to>
                                    </p:set>
                                    <p:animEffect transition="in" filter="strips(downLeft)">
                                      <p:cBhvr>
                                        <p:cTn id="85" dur="300"/>
                                        <p:tgtEl>
                                          <p:spTgt spid="40"/>
                                        </p:tgtEl>
                                      </p:cBhvr>
                                    </p:animEffect>
                                  </p:childTnLst>
                                </p:cTn>
                              </p:par>
                            </p:childTnLst>
                          </p:cTn>
                        </p:par>
                        <p:par>
                          <p:cTn id="86" fill="hold">
                            <p:stCondLst>
                              <p:cond delay="600"/>
                            </p:stCondLst>
                            <p:childTnLst>
                              <p:par>
                                <p:cTn id="87" presetID="9" presetClass="entr" presetSubtype="0" fill="hold" grpId="0" nodeType="afterEffect">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dissolve">
                                      <p:cBhvr>
                                        <p:cTn id="89" dur="300"/>
                                        <p:tgtEl>
                                          <p:spTgt spid="42"/>
                                        </p:tgtEl>
                                      </p:cBhvr>
                                    </p:animEffect>
                                  </p:childTnLst>
                                </p:cTn>
                              </p:par>
                              <p:par>
                                <p:cTn id="90" presetID="9" presetClass="exit" presetSubtype="0" fill="hold" grpId="1" nodeType="withEffect">
                                  <p:stCondLst>
                                    <p:cond delay="0"/>
                                  </p:stCondLst>
                                  <p:childTnLst>
                                    <p:animEffect transition="out" filter="dissolve">
                                      <p:cBhvr>
                                        <p:cTn id="91" dur="300"/>
                                        <p:tgtEl>
                                          <p:spTgt spid="40"/>
                                        </p:tgtEl>
                                      </p:cBhvr>
                                    </p:animEffect>
                                    <p:set>
                                      <p:cBhvr>
                                        <p:cTn id="92" dur="1" fill="hold">
                                          <p:stCondLst>
                                            <p:cond delay="299"/>
                                          </p:stCondLst>
                                        </p:cTn>
                                        <p:tgtEl>
                                          <p:spTgt spid="40"/>
                                        </p:tgtEl>
                                        <p:attrNameLst>
                                          <p:attrName>style.visibility</p:attrName>
                                        </p:attrNameLst>
                                      </p:cBhvr>
                                      <p:to>
                                        <p:strVal val="hidden"/>
                                      </p:to>
                                    </p:set>
                                  </p:childTnLst>
                                </p:cTn>
                              </p:par>
                            </p:childTnLst>
                          </p:cTn>
                        </p:par>
                        <p:par>
                          <p:cTn id="93" fill="hold">
                            <p:stCondLst>
                              <p:cond delay="900"/>
                            </p:stCondLst>
                            <p:childTnLst>
                              <p:par>
                                <p:cTn id="94" presetID="22" presetClass="entr" presetSubtype="8" fill="hold" grpId="0" nodeType="after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wipe(left)">
                                      <p:cBhvr>
                                        <p:cTn id="96" dur="300"/>
                                        <p:tgtEl>
                                          <p:spTgt spid="43"/>
                                        </p:tgtEl>
                                      </p:cBhvr>
                                    </p:animEffect>
                                  </p:childTnLst>
                                </p:cTn>
                              </p:par>
                            </p:childTnLst>
                          </p:cTn>
                        </p:par>
                        <p:par>
                          <p:cTn id="97" fill="hold">
                            <p:stCondLst>
                              <p:cond delay="1200"/>
                            </p:stCondLst>
                            <p:childTnLst>
                              <p:par>
                                <p:cTn id="98" presetID="18" presetClass="entr" presetSubtype="3" fill="hold" grpId="0" nodeType="afterEffect">
                                  <p:stCondLst>
                                    <p:cond delay="0"/>
                                  </p:stCondLst>
                                  <p:childTnLst>
                                    <p:set>
                                      <p:cBhvr>
                                        <p:cTn id="99" dur="1" fill="hold">
                                          <p:stCondLst>
                                            <p:cond delay="0"/>
                                          </p:stCondLst>
                                        </p:cTn>
                                        <p:tgtEl>
                                          <p:spTgt spid="45"/>
                                        </p:tgtEl>
                                        <p:attrNameLst>
                                          <p:attrName>style.visibility</p:attrName>
                                        </p:attrNameLst>
                                      </p:cBhvr>
                                      <p:to>
                                        <p:strVal val="visible"/>
                                      </p:to>
                                    </p:set>
                                    <p:animEffect transition="in" filter="strips(upRight)">
                                      <p:cBhvr>
                                        <p:cTn id="100" dur="300"/>
                                        <p:tgtEl>
                                          <p:spTgt spid="45"/>
                                        </p:tgtEl>
                                      </p:cBhvr>
                                    </p:animEffect>
                                  </p:childTnLst>
                                </p:cTn>
                              </p:par>
                            </p:childTnLst>
                          </p:cTn>
                        </p:par>
                        <p:par>
                          <p:cTn id="101" fill="hold">
                            <p:stCondLst>
                              <p:cond delay="1500"/>
                            </p:stCondLst>
                            <p:childTnLst>
                              <p:par>
                                <p:cTn id="102" presetID="9" presetClass="exit" presetSubtype="0" fill="hold" grpId="1" nodeType="afterEffect">
                                  <p:stCondLst>
                                    <p:cond delay="0"/>
                                  </p:stCondLst>
                                  <p:childTnLst>
                                    <p:animEffect transition="out" filter="dissolve">
                                      <p:cBhvr>
                                        <p:cTn id="103" dur="300"/>
                                        <p:tgtEl>
                                          <p:spTgt spid="45"/>
                                        </p:tgtEl>
                                      </p:cBhvr>
                                    </p:animEffect>
                                    <p:set>
                                      <p:cBhvr>
                                        <p:cTn id="104" dur="1" fill="hold">
                                          <p:stCondLst>
                                            <p:cond delay="299"/>
                                          </p:stCondLst>
                                        </p:cTn>
                                        <p:tgtEl>
                                          <p:spTgt spid="45"/>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8" presetClass="entr" presetSubtype="12" fill="hold" grpId="2" nodeType="click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strips(downLeft)">
                                      <p:cBhvr>
                                        <p:cTn id="109" dur="300"/>
                                        <p:tgtEl>
                                          <p:spTgt spid="40"/>
                                        </p:tgtEl>
                                      </p:cBhvr>
                                    </p:animEffect>
                                  </p:childTnLst>
                                </p:cTn>
                              </p:par>
                            </p:childTnLst>
                          </p:cTn>
                        </p:par>
                        <p:par>
                          <p:cTn id="110" fill="hold">
                            <p:stCondLst>
                              <p:cond delay="300"/>
                            </p:stCondLst>
                            <p:childTnLst>
                              <p:par>
                                <p:cTn id="111" presetID="9" presetClass="entr" presetSubtype="0" fill="hold" grpId="0" nodeType="afterEffect">
                                  <p:stCondLst>
                                    <p:cond delay="0"/>
                                  </p:stCondLst>
                                  <p:childTnLst>
                                    <p:set>
                                      <p:cBhvr>
                                        <p:cTn id="112" dur="1" fill="hold">
                                          <p:stCondLst>
                                            <p:cond delay="0"/>
                                          </p:stCondLst>
                                        </p:cTn>
                                        <p:tgtEl>
                                          <p:spTgt spid="46"/>
                                        </p:tgtEl>
                                        <p:attrNameLst>
                                          <p:attrName>style.visibility</p:attrName>
                                        </p:attrNameLst>
                                      </p:cBhvr>
                                      <p:to>
                                        <p:strVal val="visible"/>
                                      </p:to>
                                    </p:set>
                                    <p:animEffect transition="in" filter="dissolve">
                                      <p:cBhvr>
                                        <p:cTn id="113" dur="300"/>
                                        <p:tgtEl>
                                          <p:spTgt spid="46"/>
                                        </p:tgtEl>
                                      </p:cBhvr>
                                    </p:animEffect>
                                  </p:childTnLst>
                                </p:cTn>
                              </p:par>
                            </p:childTnLst>
                          </p:cTn>
                        </p:par>
                        <p:par>
                          <p:cTn id="114" fill="hold">
                            <p:stCondLst>
                              <p:cond delay="600"/>
                            </p:stCondLst>
                            <p:childTnLst>
                              <p:par>
                                <p:cTn id="115" presetID="9" presetClass="exit" presetSubtype="0" fill="hold" grpId="3" nodeType="afterEffect">
                                  <p:stCondLst>
                                    <p:cond delay="0"/>
                                  </p:stCondLst>
                                  <p:childTnLst>
                                    <p:animEffect transition="out" filter="dissolve">
                                      <p:cBhvr>
                                        <p:cTn id="116" dur="300"/>
                                        <p:tgtEl>
                                          <p:spTgt spid="40"/>
                                        </p:tgtEl>
                                      </p:cBhvr>
                                    </p:animEffect>
                                    <p:set>
                                      <p:cBhvr>
                                        <p:cTn id="117" dur="1" fill="hold">
                                          <p:stCondLst>
                                            <p:cond delay="299"/>
                                          </p:stCondLst>
                                        </p:cTn>
                                        <p:tgtEl>
                                          <p:spTgt spid="40"/>
                                        </p:tgtEl>
                                        <p:attrNameLst>
                                          <p:attrName>style.visibility</p:attrName>
                                        </p:attrNameLst>
                                      </p:cBhvr>
                                      <p:to>
                                        <p:strVal val="hidden"/>
                                      </p:to>
                                    </p:set>
                                  </p:childTnLst>
                                </p:cTn>
                              </p:par>
                            </p:childTnLst>
                          </p:cTn>
                        </p:par>
                        <p:par>
                          <p:cTn id="118" fill="hold">
                            <p:stCondLst>
                              <p:cond delay="900"/>
                            </p:stCondLst>
                            <p:childTnLst>
                              <p:par>
                                <p:cTn id="119" presetID="18" presetClass="entr" presetSubtype="3" fill="hold" grpId="2" nodeType="afterEffect">
                                  <p:stCondLst>
                                    <p:cond delay="0"/>
                                  </p:stCondLst>
                                  <p:childTnLst>
                                    <p:set>
                                      <p:cBhvr>
                                        <p:cTn id="120" dur="1" fill="hold">
                                          <p:stCondLst>
                                            <p:cond delay="0"/>
                                          </p:stCondLst>
                                        </p:cTn>
                                        <p:tgtEl>
                                          <p:spTgt spid="45"/>
                                        </p:tgtEl>
                                        <p:attrNameLst>
                                          <p:attrName>style.visibility</p:attrName>
                                        </p:attrNameLst>
                                      </p:cBhvr>
                                      <p:to>
                                        <p:strVal val="visible"/>
                                      </p:to>
                                    </p:set>
                                    <p:animEffect transition="in" filter="strips(upRight)">
                                      <p:cBhvr>
                                        <p:cTn id="121" dur="300"/>
                                        <p:tgtEl>
                                          <p:spTgt spid="45"/>
                                        </p:tgtEl>
                                      </p:cBhvr>
                                    </p:animEffect>
                                  </p:childTnLst>
                                </p:cTn>
                              </p:par>
                            </p:childTnLst>
                          </p:cTn>
                        </p:par>
                        <p:par>
                          <p:cTn id="122" fill="hold">
                            <p:stCondLst>
                              <p:cond delay="1200"/>
                            </p:stCondLst>
                            <p:childTnLst>
                              <p:par>
                                <p:cTn id="123" presetID="9" presetClass="exit" presetSubtype="0" fill="hold" grpId="3" nodeType="afterEffect">
                                  <p:stCondLst>
                                    <p:cond delay="0"/>
                                  </p:stCondLst>
                                  <p:childTnLst>
                                    <p:animEffect transition="out" filter="dissolve">
                                      <p:cBhvr>
                                        <p:cTn id="124" dur="300"/>
                                        <p:tgtEl>
                                          <p:spTgt spid="45"/>
                                        </p:tgtEl>
                                      </p:cBhvr>
                                    </p:animEffect>
                                    <p:set>
                                      <p:cBhvr>
                                        <p:cTn id="125" dur="1" fill="hold">
                                          <p:stCondLst>
                                            <p:cond delay="299"/>
                                          </p:stCondLst>
                                        </p:cTn>
                                        <p:tgtEl>
                                          <p:spTgt spid="45"/>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18" presetClass="entr" presetSubtype="12" fill="hold" grpId="4" nodeType="clickEffect">
                                  <p:stCondLst>
                                    <p:cond delay="0"/>
                                  </p:stCondLst>
                                  <p:childTnLst>
                                    <p:set>
                                      <p:cBhvr>
                                        <p:cTn id="129" dur="1" fill="hold">
                                          <p:stCondLst>
                                            <p:cond delay="0"/>
                                          </p:stCondLst>
                                        </p:cTn>
                                        <p:tgtEl>
                                          <p:spTgt spid="40"/>
                                        </p:tgtEl>
                                        <p:attrNameLst>
                                          <p:attrName>style.visibility</p:attrName>
                                        </p:attrNameLst>
                                      </p:cBhvr>
                                      <p:to>
                                        <p:strVal val="visible"/>
                                      </p:to>
                                    </p:set>
                                    <p:animEffect transition="in" filter="strips(downLeft)">
                                      <p:cBhvr>
                                        <p:cTn id="130" dur="300"/>
                                        <p:tgtEl>
                                          <p:spTgt spid="40"/>
                                        </p:tgtEl>
                                      </p:cBhvr>
                                    </p:animEffect>
                                  </p:childTnLst>
                                </p:cTn>
                              </p:par>
                            </p:childTnLst>
                          </p:cTn>
                        </p:par>
                        <p:par>
                          <p:cTn id="131" fill="hold">
                            <p:stCondLst>
                              <p:cond delay="300"/>
                            </p:stCondLst>
                            <p:childTnLst>
                              <p:par>
                                <p:cTn id="132" presetID="9" presetClass="entr" presetSubtype="0" fill="hold" grpId="0" nodeType="afterEffect">
                                  <p:stCondLst>
                                    <p:cond delay="0"/>
                                  </p:stCondLst>
                                  <p:childTnLst>
                                    <p:set>
                                      <p:cBhvr>
                                        <p:cTn id="133" dur="1" fill="hold">
                                          <p:stCondLst>
                                            <p:cond delay="0"/>
                                          </p:stCondLst>
                                        </p:cTn>
                                        <p:tgtEl>
                                          <p:spTgt spid="47"/>
                                        </p:tgtEl>
                                        <p:attrNameLst>
                                          <p:attrName>style.visibility</p:attrName>
                                        </p:attrNameLst>
                                      </p:cBhvr>
                                      <p:to>
                                        <p:strVal val="visible"/>
                                      </p:to>
                                    </p:set>
                                    <p:animEffect transition="in" filter="dissolve">
                                      <p:cBhvr>
                                        <p:cTn id="134" dur="300"/>
                                        <p:tgtEl>
                                          <p:spTgt spid="47"/>
                                        </p:tgtEl>
                                      </p:cBhvr>
                                    </p:animEffect>
                                  </p:childTnLst>
                                </p:cTn>
                              </p:par>
                            </p:childTnLst>
                          </p:cTn>
                        </p:par>
                        <p:par>
                          <p:cTn id="135" fill="hold">
                            <p:stCondLst>
                              <p:cond delay="600"/>
                            </p:stCondLst>
                            <p:childTnLst>
                              <p:par>
                                <p:cTn id="136" presetID="9" presetClass="exit" presetSubtype="0" fill="hold" grpId="5" nodeType="afterEffect">
                                  <p:stCondLst>
                                    <p:cond delay="0"/>
                                  </p:stCondLst>
                                  <p:childTnLst>
                                    <p:animEffect transition="out" filter="dissolve">
                                      <p:cBhvr>
                                        <p:cTn id="137" dur="300"/>
                                        <p:tgtEl>
                                          <p:spTgt spid="40"/>
                                        </p:tgtEl>
                                      </p:cBhvr>
                                    </p:animEffect>
                                    <p:set>
                                      <p:cBhvr>
                                        <p:cTn id="138" dur="1" fill="hold">
                                          <p:stCondLst>
                                            <p:cond delay="299"/>
                                          </p:stCondLst>
                                        </p:cTn>
                                        <p:tgtEl>
                                          <p:spTgt spid="40"/>
                                        </p:tgtEl>
                                        <p:attrNameLst>
                                          <p:attrName>style.visibility</p:attrName>
                                        </p:attrNameLst>
                                      </p:cBhvr>
                                      <p:to>
                                        <p:strVal val="hidden"/>
                                      </p:to>
                                    </p:set>
                                  </p:childTnLst>
                                </p:cTn>
                              </p:par>
                            </p:childTnLst>
                          </p:cTn>
                        </p:par>
                        <p:par>
                          <p:cTn id="139" fill="hold">
                            <p:stCondLst>
                              <p:cond delay="900"/>
                            </p:stCondLst>
                            <p:childTnLst>
                              <p:par>
                                <p:cTn id="140" presetID="18" presetClass="entr" presetSubtype="3" fill="hold" grpId="4" nodeType="afterEffect">
                                  <p:stCondLst>
                                    <p:cond delay="0"/>
                                  </p:stCondLst>
                                  <p:childTnLst>
                                    <p:set>
                                      <p:cBhvr>
                                        <p:cTn id="141" dur="1" fill="hold">
                                          <p:stCondLst>
                                            <p:cond delay="0"/>
                                          </p:stCondLst>
                                        </p:cTn>
                                        <p:tgtEl>
                                          <p:spTgt spid="45"/>
                                        </p:tgtEl>
                                        <p:attrNameLst>
                                          <p:attrName>style.visibility</p:attrName>
                                        </p:attrNameLst>
                                      </p:cBhvr>
                                      <p:to>
                                        <p:strVal val="visible"/>
                                      </p:to>
                                    </p:set>
                                    <p:animEffect transition="in" filter="strips(upRight)">
                                      <p:cBhvr>
                                        <p:cTn id="142" dur="300"/>
                                        <p:tgtEl>
                                          <p:spTgt spid="45"/>
                                        </p:tgtEl>
                                      </p:cBhvr>
                                    </p:animEffect>
                                  </p:childTnLst>
                                </p:cTn>
                              </p:par>
                            </p:childTnLst>
                          </p:cTn>
                        </p:par>
                        <p:par>
                          <p:cTn id="143" fill="hold">
                            <p:stCondLst>
                              <p:cond delay="1200"/>
                            </p:stCondLst>
                            <p:childTnLst>
                              <p:par>
                                <p:cTn id="144" presetID="9" presetClass="exit" presetSubtype="0" fill="hold" grpId="5" nodeType="afterEffect">
                                  <p:stCondLst>
                                    <p:cond delay="0"/>
                                  </p:stCondLst>
                                  <p:childTnLst>
                                    <p:animEffect transition="out" filter="dissolve">
                                      <p:cBhvr>
                                        <p:cTn id="145" dur="300"/>
                                        <p:tgtEl>
                                          <p:spTgt spid="45"/>
                                        </p:tgtEl>
                                      </p:cBhvr>
                                    </p:animEffect>
                                    <p:set>
                                      <p:cBhvr>
                                        <p:cTn id="146" dur="1" fill="hold">
                                          <p:stCondLst>
                                            <p:cond delay="299"/>
                                          </p:stCondLst>
                                        </p:cTn>
                                        <p:tgtEl>
                                          <p:spTgt spid="45"/>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18" presetClass="entr" presetSubtype="12" fill="hold" grpId="6" nodeType="clickEffect">
                                  <p:stCondLst>
                                    <p:cond delay="0"/>
                                  </p:stCondLst>
                                  <p:childTnLst>
                                    <p:set>
                                      <p:cBhvr>
                                        <p:cTn id="150" dur="1" fill="hold">
                                          <p:stCondLst>
                                            <p:cond delay="0"/>
                                          </p:stCondLst>
                                        </p:cTn>
                                        <p:tgtEl>
                                          <p:spTgt spid="40"/>
                                        </p:tgtEl>
                                        <p:attrNameLst>
                                          <p:attrName>style.visibility</p:attrName>
                                        </p:attrNameLst>
                                      </p:cBhvr>
                                      <p:to>
                                        <p:strVal val="visible"/>
                                      </p:to>
                                    </p:set>
                                    <p:animEffect transition="in" filter="strips(downLeft)">
                                      <p:cBhvr>
                                        <p:cTn id="151" dur="300"/>
                                        <p:tgtEl>
                                          <p:spTgt spid="40"/>
                                        </p:tgtEl>
                                      </p:cBhvr>
                                    </p:animEffect>
                                  </p:childTnLst>
                                </p:cTn>
                              </p:par>
                            </p:childTnLst>
                          </p:cTn>
                        </p:par>
                        <p:par>
                          <p:cTn id="152" fill="hold">
                            <p:stCondLst>
                              <p:cond delay="300"/>
                            </p:stCondLst>
                            <p:childTnLst>
                              <p:par>
                                <p:cTn id="153" presetID="9" presetClass="entr" presetSubtype="0" fill="hold" grpId="0" nodeType="afterEffect">
                                  <p:stCondLst>
                                    <p:cond delay="0"/>
                                  </p:stCondLst>
                                  <p:childTnLst>
                                    <p:set>
                                      <p:cBhvr>
                                        <p:cTn id="154" dur="1" fill="hold">
                                          <p:stCondLst>
                                            <p:cond delay="0"/>
                                          </p:stCondLst>
                                        </p:cTn>
                                        <p:tgtEl>
                                          <p:spTgt spid="48"/>
                                        </p:tgtEl>
                                        <p:attrNameLst>
                                          <p:attrName>style.visibility</p:attrName>
                                        </p:attrNameLst>
                                      </p:cBhvr>
                                      <p:to>
                                        <p:strVal val="visible"/>
                                      </p:to>
                                    </p:set>
                                    <p:animEffect transition="in" filter="dissolve">
                                      <p:cBhvr>
                                        <p:cTn id="155" dur="300"/>
                                        <p:tgtEl>
                                          <p:spTgt spid="48"/>
                                        </p:tgtEl>
                                      </p:cBhvr>
                                    </p:animEffect>
                                  </p:childTnLst>
                                </p:cTn>
                              </p:par>
                            </p:childTnLst>
                          </p:cTn>
                        </p:par>
                        <p:par>
                          <p:cTn id="156" fill="hold">
                            <p:stCondLst>
                              <p:cond delay="600"/>
                            </p:stCondLst>
                            <p:childTnLst>
                              <p:par>
                                <p:cTn id="157" presetID="9" presetClass="exit" presetSubtype="0" fill="hold" grpId="7" nodeType="afterEffect">
                                  <p:stCondLst>
                                    <p:cond delay="0"/>
                                  </p:stCondLst>
                                  <p:childTnLst>
                                    <p:animEffect transition="out" filter="dissolve">
                                      <p:cBhvr>
                                        <p:cTn id="158" dur="300"/>
                                        <p:tgtEl>
                                          <p:spTgt spid="40"/>
                                        </p:tgtEl>
                                      </p:cBhvr>
                                    </p:animEffect>
                                    <p:set>
                                      <p:cBhvr>
                                        <p:cTn id="159" dur="1" fill="hold">
                                          <p:stCondLst>
                                            <p:cond delay="299"/>
                                          </p:stCondLst>
                                        </p:cTn>
                                        <p:tgtEl>
                                          <p:spTgt spid="40"/>
                                        </p:tgtEl>
                                        <p:attrNameLst>
                                          <p:attrName>style.visibility</p:attrName>
                                        </p:attrNameLst>
                                      </p:cBhvr>
                                      <p:to>
                                        <p:strVal val="hidden"/>
                                      </p:to>
                                    </p:se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15369">
                                            <p:txEl>
                                              <p:pRg st="0" end="0"/>
                                            </p:txEl>
                                          </p:spTgt>
                                        </p:tgtEl>
                                        <p:attrNameLst>
                                          <p:attrName>style.visibility</p:attrName>
                                        </p:attrNameLst>
                                      </p:cBhvr>
                                      <p:to>
                                        <p:strVal val="visible"/>
                                      </p:to>
                                    </p:set>
                                    <p:animEffect transition="in" filter="wipe(left)">
                                      <p:cBhvr>
                                        <p:cTn id="164" dur="300"/>
                                        <p:tgtEl>
                                          <p:spTgt spid="15369">
                                            <p:txEl>
                                              <p:pRg st="0" end="0"/>
                                            </p:txEl>
                                          </p:spTgt>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15370">
                                            <p:txEl>
                                              <p:pRg st="0" end="0"/>
                                            </p:txEl>
                                          </p:spTgt>
                                        </p:tgtEl>
                                        <p:attrNameLst>
                                          <p:attrName>style.visibility</p:attrName>
                                        </p:attrNameLst>
                                      </p:cBhvr>
                                      <p:to>
                                        <p:strVal val="visible"/>
                                      </p:to>
                                    </p:set>
                                    <p:animEffect transition="in" filter="wipe(left)">
                                      <p:cBhvr>
                                        <p:cTn id="169" dur="300"/>
                                        <p:tgtEl>
                                          <p:spTgt spid="15370">
                                            <p:txEl>
                                              <p:pRg st="0" end="0"/>
                                            </p:txEl>
                                          </p:spTgt>
                                        </p:tgtEl>
                                      </p:cBhvr>
                                    </p:animEffect>
                                  </p:childTnLst>
                                </p:cTn>
                              </p:par>
                            </p:childTnLst>
                          </p:cTn>
                        </p:par>
                        <p:par>
                          <p:cTn id="170" fill="hold">
                            <p:stCondLst>
                              <p:cond delay="300"/>
                            </p:stCondLst>
                            <p:childTnLst>
                              <p:par>
                                <p:cTn id="171" presetID="22" presetClass="entr" presetSubtype="8" fill="hold" grpId="0" nodeType="afterEffect">
                                  <p:stCondLst>
                                    <p:cond delay="0"/>
                                  </p:stCondLst>
                                  <p:childTnLst>
                                    <p:set>
                                      <p:cBhvr>
                                        <p:cTn id="172" dur="1" fill="hold">
                                          <p:stCondLst>
                                            <p:cond delay="0"/>
                                          </p:stCondLst>
                                        </p:cTn>
                                        <p:tgtEl>
                                          <p:spTgt spid="50"/>
                                        </p:tgtEl>
                                        <p:attrNameLst>
                                          <p:attrName>style.visibility</p:attrName>
                                        </p:attrNameLst>
                                      </p:cBhvr>
                                      <p:to>
                                        <p:strVal val="visible"/>
                                      </p:to>
                                    </p:set>
                                    <p:animEffect transition="in" filter="wipe(left)">
                                      <p:cBhvr>
                                        <p:cTn id="173" dur="300"/>
                                        <p:tgtEl>
                                          <p:spTgt spid="50"/>
                                        </p:tgtEl>
                                      </p:cBhvr>
                                    </p:animEffect>
                                  </p:childTnLst>
                                </p:cTn>
                              </p:par>
                            </p:childTnLst>
                          </p:cTn>
                        </p:par>
                        <p:par>
                          <p:cTn id="174" fill="hold">
                            <p:stCondLst>
                              <p:cond delay="600"/>
                            </p:stCondLst>
                            <p:childTnLst>
                              <p:par>
                                <p:cTn id="175" presetID="22" presetClass="entr" presetSubtype="8" fill="hold" nodeType="afterEffect">
                                  <p:stCondLst>
                                    <p:cond delay="0"/>
                                  </p:stCondLst>
                                  <p:childTnLst>
                                    <p:set>
                                      <p:cBhvr>
                                        <p:cTn id="176" dur="1" fill="hold">
                                          <p:stCondLst>
                                            <p:cond delay="0"/>
                                          </p:stCondLst>
                                        </p:cTn>
                                        <p:tgtEl>
                                          <p:spTgt spid="61"/>
                                        </p:tgtEl>
                                        <p:attrNameLst>
                                          <p:attrName>style.visibility</p:attrName>
                                        </p:attrNameLst>
                                      </p:cBhvr>
                                      <p:to>
                                        <p:strVal val="visible"/>
                                      </p:to>
                                    </p:set>
                                    <p:animEffect transition="in" filter="wipe(left)">
                                      <p:cBhvr>
                                        <p:cTn id="177" dur="300"/>
                                        <p:tgtEl>
                                          <p:spTgt spid="61"/>
                                        </p:tgtEl>
                                      </p:cBhvr>
                                    </p:animEffect>
                                  </p:childTnLst>
                                </p:cTn>
                              </p:par>
                            </p:childTnLst>
                          </p:cTn>
                        </p:par>
                        <p:par>
                          <p:cTn id="178" fill="hold">
                            <p:stCondLst>
                              <p:cond delay="900"/>
                            </p:stCondLst>
                            <p:childTnLst>
                              <p:par>
                                <p:cTn id="179" presetID="22" presetClass="entr" presetSubtype="8" fill="hold" nodeType="afterEffect">
                                  <p:stCondLst>
                                    <p:cond delay="0"/>
                                  </p:stCondLst>
                                  <p:childTnLst>
                                    <p:set>
                                      <p:cBhvr>
                                        <p:cTn id="180" dur="1" fill="hold">
                                          <p:stCondLst>
                                            <p:cond delay="0"/>
                                          </p:stCondLst>
                                        </p:cTn>
                                        <p:tgtEl>
                                          <p:spTgt spid="145"/>
                                        </p:tgtEl>
                                        <p:attrNameLst>
                                          <p:attrName>style.visibility</p:attrName>
                                        </p:attrNameLst>
                                      </p:cBhvr>
                                      <p:to>
                                        <p:strVal val="visible"/>
                                      </p:to>
                                    </p:set>
                                    <p:animEffect transition="in" filter="wipe(left)">
                                      <p:cBhvr>
                                        <p:cTn id="181" dur="300"/>
                                        <p:tgtEl>
                                          <p:spTgt spid="145"/>
                                        </p:tgtEl>
                                      </p:cBhvr>
                                    </p:animEffect>
                                  </p:childTnLst>
                                </p:cTn>
                              </p:par>
                            </p:childTnLst>
                          </p:cTn>
                        </p:par>
                      </p:childTnLst>
                    </p:cTn>
                  </p:par>
                  <p:par>
                    <p:cTn id="182" fill="hold">
                      <p:stCondLst>
                        <p:cond delay="indefinite"/>
                      </p:stCondLst>
                      <p:childTnLst>
                        <p:par>
                          <p:cTn id="183" fill="hold">
                            <p:stCondLst>
                              <p:cond delay="0"/>
                            </p:stCondLst>
                            <p:childTnLst>
                              <p:par>
                                <p:cTn id="184" presetID="22" presetClass="entr" presetSubtype="8" fill="hold" grpId="0" nodeType="clickEffect">
                                  <p:stCondLst>
                                    <p:cond delay="0"/>
                                  </p:stCondLst>
                                  <p:childTnLst>
                                    <p:set>
                                      <p:cBhvr>
                                        <p:cTn id="185" dur="1" fill="hold">
                                          <p:stCondLst>
                                            <p:cond delay="0"/>
                                          </p:stCondLst>
                                        </p:cTn>
                                        <p:tgtEl>
                                          <p:spTgt spid="55"/>
                                        </p:tgtEl>
                                        <p:attrNameLst>
                                          <p:attrName>style.visibility</p:attrName>
                                        </p:attrNameLst>
                                      </p:cBhvr>
                                      <p:to>
                                        <p:strVal val="visible"/>
                                      </p:to>
                                    </p:set>
                                    <p:animEffect transition="in" filter="wipe(left)">
                                      <p:cBhvr>
                                        <p:cTn id="186" dur="300"/>
                                        <p:tgtEl>
                                          <p:spTgt spid="55"/>
                                        </p:tgtEl>
                                      </p:cBhvr>
                                    </p:animEffect>
                                  </p:childTnLst>
                                </p:cTn>
                              </p:par>
                            </p:childTnLst>
                          </p:cTn>
                        </p:par>
                        <p:par>
                          <p:cTn id="187" fill="hold">
                            <p:stCondLst>
                              <p:cond delay="300"/>
                            </p:stCondLst>
                            <p:childTnLst>
                              <p:par>
                                <p:cTn id="188" presetID="22" presetClass="entr" presetSubtype="1" fill="hold" nodeType="afterEffect">
                                  <p:stCondLst>
                                    <p:cond delay="0"/>
                                  </p:stCondLst>
                                  <p:childTnLst>
                                    <p:set>
                                      <p:cBhvr>
                                        <p:cTn id="189" dur="1" fill="hold">
                                          <p:stCondLst>
                                            <p:cond delay="0"/>
                                          </p:stCondLst>
                                        </p:cTn>
                                        <p:tgtEl>
                                          <p:spTgt spid="171"/>
                                        </p:tgtEl>
                                        <p:attrNameLst>
                                          <p:attrName>style.visibility</p:attrName>
                                        </p:attrNameLst>
                                      </p:cBhvr>
                                      <p:to>
                                        <p:strVal val="visible"/>
                                      </p:to>
                                    </p:set>
                                    <p:animEffect transition="in" filter="wipe(up)">
                                      <p:cBhvr>
                                        <p:cTn id="190" dur="300"/>
                                        <p:tgtEl>
                                          <p:spTgt spid="171"/>
                                        </p:tgtEl>
                                      </p:cBhvr>
                                    </p:animEffect>
                                  </p:childTnLst>
                                </p:cTn>
                              </p:par>
                            </p:childTnLst>
                          </p:cTn>
                        </p:par>
                        <p:par>
                          <p:cTn id="191" fill="hold">
                            <p:stCondLst>
                              <p:cond delay="600"/>
                            </p:stCondLst>
                            <p:childTnLst>
                              <p:par>
                                <p:cTn id="192" presetID="22" presetClass="entr" presetSubtype="8" fill="hold" grpId="0" nodeType="afterEffect">
                                  <p:stCondLst>
                                    <p:cond delay="0"/>
                                  </p:stCondLst>
                                  <p:childTnLst>
                                    <p:set>
                                      <p:cBhvr>
                                        <p:cTn id="193" dur="1" fill="hold">
                                          <p:stCondLst>
                                            <p:cond delay="0"/>
                                          </p:stCondLst>
                                        </p:cTn>
                                        <p:tgtEl>
                                          <p:spTgt spid="166"/>
                                        </p:tgtEl>
                                        <p:attrNameLst>
                                          <p:attrName>style.visibility</p:attrName>
                                        </p:attrNameLst>
                                      </p:cBhvr>
                                      <p:to>
                                        <p:strVal val="visible"/>
                                      </p:to>
                                    </p:set>
                                    <p:animEffect transition="in" filter="wipe(left)">
                                      <p:cBhvr>
                                        <p:cTn id="194" dur="300"/>
                                        <p:tgtEl>
                                          <p:spTgt spid="166"/>
                                        </p:tgtEl>
                                      </p:cBhvr>
                                    </p:animEffect>
                                  </p:childTnLst>
                                </p:cTn>
                              </p:par>
                            </p:childTnLst>
                          </p:cTn>
                        </p:par>
                        <p:par>
                          <p:cTn id="195" fill="hold">
                            <p:stCondLst>
                              <p:cond delay="900"/>
                            </p:stCondLst>
                            <p:childTnLst>
                              <p:par>
                                <p:cTn id="196" presetID="22" presetClass="entr" presetSubtype="8" fill="hold" nodeType="afterEffect">
                                  <p:stCondLst>
                                    <p:cond delay="0"/>
                                  </p:stCondLst>
                                  <p:childTnLst>
                                    <p:set>
                                      <p:cBhvr>
                                        <p:cTn id="197" dur="1" fill="hold">
                                          <p:stCondLst>
                                            <p:cond delay="0"/>
                                          </p:stCondLst>
                                        </p:cTn>
                                        <p:tgtEl>
                                          <p:spTgt spid="146"/>
                                        </p:tgtEl>
                                        <p:attrNameLst>
                                          <p:attrName>style.visibility</p:attrName>
                                        </p:attrNameLst>
                                      </p:cBhvr>
                                      <p:to>
                                        <p:strVal val="visible"/>
                                      </p:to>
                                    </p:set>
                                    <p:animEffect transition="in" filter="wipe(left)">
                                      <p:cBhvr>
                                        <p:cTn id="198" dur="300"/>
                                        <p:tgtEl>
                                          <p:spTgt spid="146"/>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ntr" presetSubtype="8" fill="hold" grpId="0" nodeType="clickEffect">
                                  <p:stCondLst>
                                    <p:cond delay="0"/>
                                  </p:stCondLst>
                                  <p:childTnLst>
                                    <p:set>
                                      <p:cBhvr>
                                        <p:cTn id="202" dur="1" fill="hold">
                                          <p:stCondLst>
                                            <p:cond delay="0"/>
                                          </p:stCondLst>
                                        </p:cTn>
                                        <p:tgtEl>
                                          <p:spTgt spid="83"/>
                                        </p:tgtEl>
                                        <p:attrNameLst>
                                          <p:attrName>style.visibility</p:attrName>
                                        </p:attrNameLst>
                                      </p:cBhvr>
                                      <p:to>
                                        <p:strVal val="visible"/>
                                      </p:to>
                                    </p:set>
                                    <p:animEffect transition="in" filter="wipe(left)">
                                      <p:cBhvr>
                                        <p:cTn id="203" dur="300"/>
                                        <p:tgtEl>
                                          <p:spTgt spid="83"/>
                                        </p:tgtEl>
                                      </p:cBhvr>
                                    </p:animEffect>
                                  </p:childTnLst>
                                </p:cTn>
                              </p:par>
                            </p:childTnLst>
                          </p:cTn>
                        </p:par>
                        <p:par>
                          <p:cTn id="204" fill="hold">
                            <p:stCondLst>
                              <p:cond delay="300"/>
                            </p:stCondLst>
                            <p:childTnLst>
                              <p:par>
                                <p:cTn id="205" presetID="22" presetClass="entr" presetSubtype="8" fill="hold" nodeType="afterEffect">
                                  <p:stCondLst>
                                    <p:cond delay="0"/>
                                  </p:stCondLst>
                                  <p:childTnLst>
                                    <p:set>
                                      <p:cBhvr>
                                        <p:cTn id="206" dur="1" fill="hold">
                                          <p:stCondLst>
                                            <p:cond delay="0"/>
                                          </p:stCondLst>
                                        </p:cTn>
                                        <p:tgtEl>
                                          <p:spTgt spid="172"/>
                                        </p:tgtEl>
                                        <p:attrNameLst>
                                          <p:attrName>style.visibility</p:attrName>
                                        </p:attrNameLst>
                                      </p:cBhvr>
                                      <p:to>
                                        <p:strVal val="visible"/>
                                      </p:to>
                                    </p:set>
                                    <p:animEffect transition="in" filter="wipe(left)">
                                      <p:cBhvr>
                                        <p:cTn id="207" dur="300"/>
                                        <p:tgtEl>
                                          <p:spTgt spid="172"/>
                                        </p:tgtEl>
                                      </p:cBhvr>
                                    </p:animEffect>
                                  </p:childTnLst>
                                </p:cTn>
                              </p:par>
                              <p:par>
                                <p:cTn id="208" presetID="22" presetClass="entr" presetSubtype="8" fill="hold" grpId="0" nodeType="withEffect">
                                  <p:stCondLst>
                                    <p:cond delay="0"/>
                                  </p:stCondLst>
                                  <p:childTnLst>
                                    <p:set>
                                      <p:cBhvr>
                                        <p:cTn id="209" dur="1" fill="hold">
                                          <p:stCondLst>
                                            <p:cond delay="0"/>
                                          </p:stCondLst>
                                        </p:cTn>
                                        <p:tgtEl>
                                          <p:spTgt spid="167"/>
                                        </p:tgtEl>
                                        <p:attrNameLst>
                                          <p:attrName>style.visibility</p:attrName>
                                        </p:attrNameLst>
                                      </p:cBhvr>
                                      <p:to>
                                        <p:strVal val="visible"/>
                                      </p:to>
                                    </p:set>
                                    <p:animEffect transition="in" filter="wipe(left)">
                                      <p:cBhvr>
                                        <p:cTn id="210" dur="300"/>
                                        <p:tgtEl>
                                          <p:spTgt spid="167"/>
                                        </p:tgtEl>
                                      </p:cBhvr>
                                    </p:animEffect>
                                  </p:childTnLst>
                                </p:cTn>
                              </p:par>
                            </p:childTnLst>
                          </p:cTn>
                        </p:par>
                        <p:par>
                          <p:cTn id="211" fill="hold">
                            <p:stCondLst>
                              <p:cond delay="600"/>
                            </p:stCondLst>
                            <p:childTnLst>
                              <p:par>
                                <p:cTn id="212" presetID="22" presetClass="entr" presetSubtype="8" fill="hold" nodeType="afterEffect">
                                  <p:stCondLst>
                                    <p:cond delay="0"/>
                                  </p:stCondLst>
                                  <p:childTnLst>
                                    <p:set>
                                      <p:cBhvr>
                                        <p:cTn id="213" dur="1" fill="hold">
                                          <p:stCondLst>
                                            <p:cond delay="0"/>
                                          </p:stCondLst>
                                        </p:cTn>
                                        <p:tgtEl>
                                          <p:spTgt spid="151"/>
                                        </p:tgtEl>
                                        <p:attrNameLst>
                                          <p:attrName>style.visibility</p:attrName>
                                        </p:attrNameLst>
                                      </p:cBhvr>
                                      <p:to>
                                        <p:strVal val="visible"/>
                                      </p:to>
                                    </p:set>
                                    <p:animEffect transition="in" filter="wipe(left)">
                                      <p:cBhvr>
                                        <p:cTn id="214" dur="300"/>
                                        <p:tgtEl>
                                          <p:spTgt spid="151"/>
                                        </p:tgtEl>
                                      </p:cBhvr>
                                    </p:animEffect>
                                  </p:childTnLst>
                                </p:cTn>
                              </p:par>
                            </p:childTnLst>
                          </p:cTn>
                        </p:par>
                      </p:childTnLst>
                    </p:cTn>
                  </p:par>
                  <p:par>
                    <p:cTn id="215" fill="hold">
                      <p:stCondLst>
                        <p:cond delay="indefinite"/>
                      </p:stCondLst>
                      <p:childTnLst>
                        <p:par>
                          <p:cTn id="216" fill="hold">
                            <p:stCondLst>
                              <p:cond delay="0"/>
                            </p:stCondLst>
                            <p:childTnLst>
                              <p:par>
                                <p:cTn id="217" presetID="22" presetClass="entr" presetSubtype="8" fill="hold" grpId="0" nodeType="clickEffect">
                                  <p:stCondLst>
                                    <p:cond delay="0"/>
                                  </p:stCondLst>
                                  <p:childTnLst>
                                    <p:set>
                                      <p:cBhvr>
                                        <p:cTn id="218" dur="1" fill="hold">
                                          <p:stCondLst>
                                            <p:cond delay="0"/>
                                          </p:stCondLst>
                                        </p:cTn>
                                        <p:tgtEl>
                                          <p:spTgt spid="114"/>
                                        </p:tgtEl>
                                        <p:attrNameLst>
                                          <p:attrName>style.visibility</p:attrName>
                                        </p:attrNameLst>
                                      </p:cBhvr>
                                      <p:to>
                                        <p:strVal val="visible"/>
                                      </p:to>
                                    </p:set>
                                    <p:animEffect transition="in" filter="wipe(left)">
                                      <p:cBhvr>
                                        <p:cTn id="219" dur="300"/>
                                        <p:tgtEl>
                                          <p:spTgt spid="114"/>
                                        </p:tgtEl>
                                      </p:cBhvr>
                                    </p:animEffect>
                                  </p:childTnLst>
                                </p:cTn>
                              </p:par>
                            </p:childTnLst>
                          </p:cTn>
                        </p:par>
                        <p:par>
                          <p:cTn id="220" fill="hold">
                            <p:stCondLst>
                              <p:cond delay="300"/>
                            </p:stCondLst>
                            <p:childTnLst>
                              <p:par>
                                <p:cTn id="221" presetID="22" presetClass="entr" presetSubtype="1" fill="hold" nodeType="afterEffect">
                                  <p:stCondLst>
                                    <p:cond delay="0"/>
                                  </p:stCondLst>
                                  <p:childTnLst>
                                    <p:set>
                                      <p:cBhvr>
                                        <p:cTn id="222" dur="1" fill="hold">
                                          <p:stCondLst>
                                            <p:cond delay="0"/>
                                          </p:stCondLst>
                                        </p:cTn>
                                        <p:tgtEl>
                                          <p:spTgt spid="173"/>
                                        </p:tgtEl>
                                        <p:attrNameLst>
                                          <p:attrName>style.visibility</p:attrName>
                                        </p:attrNameLst>
                                      </p:cBhvr>
                                      <p:to>
                                        <p:strVal val="visible"/>
                                      </p:to>
                                    </p:set>
                                    <p:animEffect transition="in" filter="wipe(up)">
                                      <p:cBhvr>
                                        <p:cTn id="223" dur="300"/>
                                        <p:tgtEl>
                                          <p:spTgt spid="173"/>
                                        </p:tgtEl>
                                      </p:cBhvr>
                                    </p:animEffect>
                                  </p:childTnLst>
                                </p:cTn>
                              </p:par>
                              <p:par>
                                <p:cTn id="224" presetID="22" presetClass="entr" presetSubtype="8" fill="hold" grpId="0" nodeType="withEffect">
                                  <p:stCondLst>
                                    <p:cond delay="0"/>
                                  </p:stCondLst>
                                  <p:childTnLst>
                                    <p:set>
                                      <p:cBhvr>
                                        <p:cTn id="225" dur="1" fill="hold">
                                          <p:stCondLst>
                                            <p:cond delay="0"/>
                                          </p:stCondLst>
                                        </p:cTn>
                                        <p:tgtEl>
                                          <p:spTgt spid="168"/>
                                        </p:tgtEl>
                                        <p:attrNameLst>
                                          <p:attrName>style.visibility</p:attrName>
                                        </p:attrNameLst>
                                      </p:cBhvr>
                                      <p:to>
                                        <p:strVal val="visible"/>
                                      </p:to>
                                    </p:set>
                                    <p:animEffect transition="in" filter="wipe(left)">
                                      <p:cBhvr>
                                        <p:cTn id="226" dur="300"/>
                                        <p:tgtEl>
                                          <p:spTgt spid="168"/>
                                        </p:tgtEl>
                                      </p:cBhvr>
                                    </p:animEffect>
                                  </p:childTnLst>
                                </p:cTn>
                              </p:par>
                            </p:childTnLst>
                          </p:cTn>
                        </p:par>
                        <p:par>
                          <p:cTn id="227" fill="hold">
                            <p:stCondLst>
                              <p:cond delay="600"/>
                            </p:stCondLst>
                            <p:childTnLst>
                              <p:par>
                                <p:cTn id="228" presetID="22" presetClass="entr" presetSubtype="8" fill="hold" nodeType="afterEffect">
                                  <p:stCondLst>
                                    <p:cond delay="0"/>
                                  </p:stCondLst>
                                  <p:childTnLst>
                                    <p:set>
                                      <p:cBhvr>
                                        <p:cTn id="229" dur="1" fill="hold">
                                          <p:stCondLst>
                                            <p:cond delay="0"/>
                                          </p:stCondLst>
                                        </p:cTn>
                                        <p:tgtEl>
                                          <p:spTgt spid="156"/>
                                        </p:tgtEl>
                                        <p:attrNameLst>
                                          <p:attrName>style.visibility</p:attrName>
                                        </p:attrNameLst>
                                      </p:cBhvr>
                                      <p:to>
                                        <p:strVal val="visible"/>
                                      </p:to>
                                    </p:set>
                                    <p:animEffect transition="in" filter="wipe(left)">
                                      <p:cBhvr>
                                        <p:cTn id="230" dur="300"/>
                                        <p:tgtEl>
                                          <p:spTgt spid="156"/>
                                        </p:tgtEl>
                                      </p:cBhvr>
                                    </p:animEffect>
                                  </p:childTnLst>
                                </p:cTn>
                              </p:par>
                            </p:childTnLst>
                          </p:cTn>
                        </p:par>
                      </p:childTnLst>
                    </p:cTn>
                  </p:par>
                  <p:par>
                    <p:cTn id="231" fill="hold">
                      <p:stCondLst>
                        <p:cond delay="indefinite"/>
                      </p:stCondLst>
                      <p:childTnLst>
                        <p:par>
                          <p:cTn id="232" fill="hold">
                            <p:stCondLst>
                              <p:cond delay="0"/>
                            </p:stCondLst>
                            <p:childTnLst>
                              <p:par>
                                <p:cTn id="233" presetID="22" presetClass="entr" presetSubtype="8" fill="hold" grpId="0" nodeType="clickEffect">
                                  <p:stCondLst>
                                    <p:cond delay="0"/>
                                  </p:stCondLst>
                                  <p:childTnLst>
                                    <p:set>
                                      <p:cBhvr>
                                        <p:cTn id="234" dur="1" fill="hold">
                                          <p:stCondLst>
                                            <p:cond delay="0"/>
                                          </p:stCondLst>
                                        </p:cTn>
                                        <p:tgtEl>
                                          <p:spTgt spid="135"/>
                                        </p:tgtEl>
                                        <p:attrNameLst>
                                          <p:attrName>style.visibility</p:attrName>
                                        </p:attrNameLst>
                                      </p:cBhvr>
                                      <p:to>
                                        <p:strVal val="visible"/>
                                      </p:to>
                                    </p:set>
                                    <p:animEffect transition="in" filter="wipe(left)">
                                      <p:cBhvr>
                                        <p:cTn id="235" dur="300"/>
                                        <p:tgtEl>
                                          <p:spTgt spid="135"/>
                                        </p:tgtEl>
                                      </p:cBhvr>
                                    </p:animEffect>
                                  </p:childTnLst>
                                </p:cTn>
                              </p:par>
                            </p:childTnLst>
                          </p:cTn>
                        </p:par>
                        <p:par>
                          <p:cTn id="236" fill="hold">
                            <p:stCondLst>
                              <p:cond delay="300"/>
                            </p:stCondLst>
                            <p:childTnLst>
                              <p:par>
                                <p:cTn id="237" presetID="22" presetClass="entr" presetSubtype="8" fill="hold" nodeType="afterEffect">
                                  <p:stCondLst>
                                    <p:cond delay="0"/>
                                  </p:stCondLst>
                                  <p:childTnLst>
                                    <p:set>
                                      <p:cBhvr>
                                        <p:cTn id="238" dur="1" fill="hold">
                                          <p:stCondLst>
                                            <p:cond delay="0"/>
                                          </p:stCondLst>
                                        </p:cTn>
                                        <p:tgtEl>
                                          <p:spTgt spid="136"/>
                                        </p:tgtEl>
                                        <p:attrNameLst>
                                          <p:attrName>style.visibility</p:attrName>
                                        </p:attrNameLst>
                                      </p:cBhvr>
                                      <p:to>
                                        <p:strVal val="visible"/>
                                      </p:to>
                                    </p:set>
                                    <p:animEffect transition="in" filter="wipe(left)">
                                      <p:cBhvr>
                                        <p:cTn id="239" dur="300"/>
                                        <p:tgtEl>
                                          <p:spTgt spid="136"/>
                                        </p:tgtEl>
                                      </p:cBhvr>
                                    </p:animEffect>
                                  </p:childTnLst>
                                </p:cTn>
                              </p:par>
                            </p:childTnLst>
                          </p:cTn>
                        </p:par>
                        <p:par>
                          <p:cTn id="240" fill="hold">
                            <p:stCondLst>
                              <p:cond delay="600"/>
                            </p:stCondLst>
                            <p:childTnLst>
                              <p:par>
                                <p:cTn id="241" presetID="22" presetClass="entr" presetSubtype="8" fill="hold" nodeType="afterEffect">
                                  <p:stCondLst>
                                    <p:cond delay="0"/>
                                  </p:stCondLst>
                                  <p:childTnLst>
                                    <p:set>
                                      <p:cBhvr>
                                        <p:cTn id="242" dur="1" fill="hold">
                                          <p:stCondLst>
                                            <p:cond delay="0"/>
                                          </p:stCondLst>
                                        </p:cTn>
                                        <p:tgtEl>
                                          <p:spTgt spid="161"/>
                                        </p:tgtEl>
                                        <p:attrNameLst>
                                          <p:attrName>style.visibility</p:attrName>
                                        </p:attrNameLst>
                                      </p:cBhvr>
                                      <p:to>
                                        <p:strVal val="visible"/>
                                      </p:to>
                                    </p:set>
                                    <p:animEffect transition="in" filter="wipe(left)">
                                      <p:cBhvr>
                                        <p:cTn id="243" dur="300"/>
                                        <p:tgtEl>
                                          <p:spTgt spid="161"/>
                                        </p:tgtEl>
                                      </p:cBhvr>
                                    </p:animEffect>
                                  </p:childTnLst>
                                </p:cTn>
                              </p:par>
                            </p:childTnLst>
                          </p:cTn>
                        </p:par>
                      </p:childTnLst>
                    </p:cTn>
                  </p:par>
                  <p:par>
                    <p:cTn id="244" fill="hold">
                      <p:stCondLst>
                        <p:cond delay="indefinite"/>
                      </p:stCondLst>
                      <p:childTnLst>
                        <p:par>
                          <p:cTn id="245" fill="hold">
                            <p:stCondLst>
                              <p:cond delay="0"/>
                            </p:stCondLst>
                            <p:childTnLst>
                              <p:par>
                                <p:cTn id="246" presetID="22" presetClass="entr" presetSubtype="8" fill="hold" grpId="0" nodeType="clickEffect">
                                  <p:stCondLst>
                                    <p:cond delay="0"/>
                                  </p:stCondLst>
                                  <p:childTnLst>
                                    <p:set>
                                      <p:cBhvr>
                                        <p:cTn id="247" dur="1" fill="hold">
                                          <p:stCondLst>
                                            <p:cond delay="0"/>
                                          </p:stCondLst>
                                        </p:cTn>
                                        <p:tgtEl>
                                          <p:spTgt spid="15371">
                                            <p:txEl>
                                              <p:pRg st="0" end="0"/>
                                            </p:txEl>
                                          </p:spTgt>
                                        </p:tgtEl>
                                        <p:attrNameLst>
                                          <p:attrName>style.visibility</p:attrName>
                                        </p:attrNameLst>
                                      </p:cBhvr>
                                      <p:to>
                                        <p:strVal val="visible"/>
                                      </p:to>
                                    </p:set>
                                    <p:animEffect transition="in" filter="wipe(left)">
                                      <p:cBhvr>
                                        <p:cTn id="248" dur="300"/>
                                        <p:tgtEl>
                                          <p:spTgt spid="15371">
                                            <p:txEl>
                                              <p:pRg st="0" end="0"/>
                                            </p:txEl>
                                          </p:spTgt>
                                        </p:tgtEl>
                                      </p:cBhvr>
                                    </p:animEffect>
                                  </p:childTnLst>
                                </p:cTn>
                              </p:par>
                            </p:childTnLst>
                          </p:cTn>
                        </p:par>
                      </p:childTnLst>
                    </p:cTn>
                  </p:par>
                  <p:par>
                    <p:cTn id="249" fill="hold">
                      <p:stCondLst>
                        <p:cond delay="indefinite"/>
                      </p:stCondLst>
                      <p:childTnLst>
                        <p:par>
                          <p:cTn id="250" fill="hold">
                            <p:stCondLst>
                              <p:cond delay="0"/>
                            </p:stCondLst>
                            <p:childTnLst>
                              <p:par>
                                <p:cTn id="251" presetID="22" presetClass="entr" presetSubtype="8" fill="hold" grpId="0" nodeType="clickEffect">
                                  <p:stCondLst>
                                    <p:cond delay="0"/>
                                  </p:stCondLst>
                                  <p:childTnLst>
                                    <p:set>
                                      <p:cBhvr>
                                        <p:cTn id="252" dur="1" fill="hold">
                                          <p:stCondLst>
                                            <p:cond delay="0"/>
                                          </p:stCondLst>
                                        </p:cTn>
                                        <p:tgtEl>
                                          <p:spTgt spid="13">
                                            <p:txEl>
                                              <p:pRg st="0" end="0"/>
                                            </p:txEl>
                                          </p:spTgt>
                                        </p:tgtEl>
                                        <p:attrNameLst>
                                          <p:attrName>style.visibility</p:attrName>
                                        </p:attrNameLst>
                                      </p:cBhvr>
                                      <p:to>
                                        <p:strVal val="visible"/>
                                      </p:to>
                                    </p:set>
                                    <p:animEffect transition="in" filter="wipe(left)">
                                      <p:cBhvr>
                                        <p:cTn id="253" dur="300"/>
                                        <p:tgtEl>
                                          <p:spTgt spid="13">
                                            <p:txEl>
                                              <p:pRg st="0" end="0"/>
                                            </p:txEl>
                                          </p:spTgt>
                                        </p:tgtEl>
                                      </p:cBhvr>
                                    </p:animEffect>
                                  </p:childTnLst>
                                </p:cTn>
                              </p:par>
                            </p:childTnLst>
                          </p:cTn>
                        </p:par>
                      </p:childTnLst>
                    </p:cTn>
                  </p:par>
                  <p:par>
                    <p:cTn id="254" fill="hold">
                      <p:stCondLst>
                        <p:cond delay="indefinite"/>
                      </p:stCondLst>
                      <p:childTnLst>
                        <p:par>
                          <p:cTn id="255" fill="hold">
                            <p:stCondLst>
                              <p:cond delay="0"/>
                            </p:stCondLst>
                            <p:childTnLst>
                              <p:par>
                                <p:cTn id="256" presetID="22" presetClass="entr" presetSubtype="8" fill="hold" grpId="0" nodeType="clickEffect">
                                  <p:stCondLst>
                                    <p:cond delay="0"/>
                                  </p:stCondLst>
                                  <p:childTnLst>
                                    <p:set>
                                      <p:cBhvr>
                                        <p:cTn id="257" dur="1" fill="hold">
                                          <p:stCondLst>
                                            <p:cond delay="0"/>
                                          </p:stCondLst>
                                        </p:cTn>
                                        <p:tgtEl>
                                          <p:spTgt spid="14">
                                            <p:txEl>
                                              <p:pRg st="0" end="0"/>
                                            </p:txEl>
                                          </p:spTgt>
                                        </p:tgtEl>
                                        <p:attrNameLst>
                                          <p:attrName>style.visibility</p:attrName>
                                        </p:attrNameLst>
                                      </p:cBhvr>
                                      <p:to>
                                        <p:strVal val="visible"/>
                                      </p:to>
                                    </p:set>
                                    <p:animEffect transition="in" filter="wipe(left)">
                                      <p:cBhvr>
                                        <p:cTn id="258" dur="3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3" grpId="0" build="p" autoUpdateAnimBg="0" advAuto="0"/>
      <p:bldP spid="15364" grpId="0" build="p" autoUpdateAnimBg="0" advAuto="0"/>
      <p:bldP spid="15366" grpId="0" build="p" autoUpdateAnimBg="0" advAuto="0"/>
      <p:bldP spid="15367" grpId="0" build="p" autoUpdateAnimBg="0" advAuto="0"/>
      <p:bldP spid="15368" grpId="0" build="p" autoUpdateAnimBg="0" advAuto="0"/>
      <p:bldP spid="15369" grpId="0" build="p" autoUpdateAnimBg="0" advAuto="0"/>
      <p:bldP spid="15370" grpId="0" build="p" autoUpdateAnimBg="0" advAuto="0"/>
      <p:bldP spid="15371" grpId="0" build="p" autoUpdateAnimBg="0" advAuto="0"/>
      <p:bldP spid="13" grpId="0" build="p" autoUpdateAnimBg="0" advAuto="0"/>
      <p:bldP spid="14" grpId="0" build="p" autoUpdateAnimBg="0" advAuto="0"/>
      <p:bldP spid="15" grpId="0" animBg="1"/>
      <p:bldP spid="16" grpId="0" animBg="1"/>
      <p:bldP spid="17" grpId="0" animBg="1"/>
      <p:bldP spid="18" grpId="0" animBg="1"/>
      <p:bldP spid="23" grpId="0" animBg="1"/>
      <p:bldP spid="24" grpId="0" animBg="1"/>
      <p:bldP spid="40" grpId="0" animBg="1"/>
      <p:bldP spid="40" grpId="1" animBg="1"/>
      <p:bldP spid="40" grpId="2" animBg="1"/>
      <p:bldP spid="40" grpId="3" animBg="1"/>
      <p:bldP spid="40" grpId="4" animBg="1"/>
      <p:bldP spid="40" grpId="5" animBg="1"/>
      <p:bldP spid="40" grpId="6" animBg="1"/>
      <p:bldP spid="40" grpId="7" animBg="1"/>
      <p:bldP spid="41" grpId="0"/>
      <p:bldP spid="42" grpId="0" animBg="1"/>
      <p:bldP spid="43" grpId="0"/>
      <p:bldP spid="45" grpId="0" animBg="1"/>
      <p:bldP spid="45" grpId="1" animBg="1"/>
      <p:bldP spid="45" grpId="2" animBg="1"/>
      <p:bldP spid="45" grpId="3" animBg="1"/>
      <p:bldP spid="45" grpId="4" animBg="1"/>
      <p:bldP spid="45" grpId="5" animBg="1"/>
      <p:bldP spid="46" grpId="0" animBg="1"/>
      <p:bldP spid="47" grpId="0" animBg="1"/>
      <p:bldP spid="48" grpId="0" animBg="1"/>
      <p:bldP spid="50" grpId="0"/>
      <p:bldP spid="55" grpId="0"/>
      <p:bldP spid="83" grpId="0"/>
      <p:bldP spid="114" grpId="0"/>
      <p:bldP spid="135" grpId="0"/>
      <p:bldP spid="166" grpId="0" animBg="1"/>
      <p:bldP spid="167" grpId="0" animBg="1"/>
      <p:bldP spid="16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lowchart: Magnetic Disk 14"/>
          <p:cNvSpPr/>
          <p:nvPr/>
        </p:nvSpPr>
        <p:spPr>
          <a:xfrm>
            <a:off x="878853" y="806014"/>
            <a:ext cx="857460" cy="818105"/>
          </a:xfrm>
          <a:prstGeom prst="flowChartMagneticDisk">
            <a:avLst/>
          </a:prstGeom>
          <a:no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p:cNvSpPr/>
          <p:nvPr/>
        </p:nvSpPr>
        <p:spPr>
          <a:xfrm>
            <a:off x="1048833" y="1341094"/>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p:cNvSpPr/>
          <p:nvPr/>
        </p:nvSpPr>
        <p:spPr>
          <a:xfrm>
            <a:off x="928257" y="1116678"/>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Connector 17"/>
          <p:cNvSpPr/>
          <p:nvPr/>
        </p:nvSpPr>
        <p:spPr>
          <a:xfrm>
            <a:off x="1208777" y="1138454"/>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Connector 22"/>
          <p:cNvSpPr/>
          <p:nvPr/>
        </p:nvSpPr>
        <p:spPr>
          <a:xfrm>
            <a:off x="1467521" y="109658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lowchart: Connector 23"/>
          <p:cNvSpPr/>
          <p:nvPr/>
        </p:nvSpPr>
        <p:spPr>
          <a:xfrm>
            <a:off x="1371225" y="1341094"/>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p:cNvGrpSpPr/>
          <p:nvPr/>
        </p:nvGrpSpPr>
        <p:grpSpPr>
          <a:xfrm>
            <a:off x="1920920" y="533400"/>
            <a:ext cx="2057400" cy="878392"/>
            <a:chOff x="6934200" y="787960"/>
            <a:chExt cx="2057400" cy="878392"/>
          </a:xfrm>
        </p:grpSpPr>
        <p:sp>
          <p:nvSpPr>
            <p:cNvPr id="27" name="TextBox 26"/>
            <p:cNvSpPr txBox="1"/>
            <p:nvPr/>
          </p:nvSpPr>
          <p:spPr>
            <a:xfrm>
              <a:off x="6934200" y="914400"/>
              <a:ext cx="2057400" cy="584775"/>
            </a:xfrm>
            <a:prstGeom prst="rect">
              <a:avLst/>
            </a:prstGeom>
            <a:noFill/>
          </p:spPr>
          <p:txBody>
            <a:bodyPr wrap="square" rtlCol="0">
              <a:spAutoFit/>
            </a:bodyPr>
            <a:lstStyle/>
            <a:p>
              <a:r>
                <a:rPr lang="en-US" sz="3200" b="1" dirty="0">
                  <a:solidFill>
                    <a:srgbClr val="660066"/>
                  </a:solidFill>
                  <a:latin typeface="Angsana New" pitchFamily="18" charset="-34"/>
                </a:rPr>
                <a:t>P(    ) </a:t>
              </a:r>
              <a:r>
                <a:rPr lang="en-US" sz="3200" b="1" dirty="0">
                  <a:solidFill>
                    <a:srgbClr val="7030A0"/>
                  </a:solidFill>
                  <a:latin typeface="Angsana New" pitchFamily="18" charset="-34"/>
                </a:rPr>
                <a:t>=  </a:t>
              </a:r>
              <a:r>
                <a:rPr lang="th-TH" sz="3200" b="1" dirty="0">
                  <a:solidFill>
                    <a:srgbClr val="7030A0"/>
                  </a:solidFill>
                  <a:latin typeface="Angsana New" pitchFamily="18" charset="-34"/>
                </a:rPr>
                <a:t>    </a:t>
              </a:r>
              <a:r>
                <a:rPr lang="en-US" sz="3200" b="1" dirty="0">
                  <a:solidFill>
                    <a:srgbClr val="7030A0"/>
                  </a:solidFill>
                  <a:latin typeface="Angsana New" pitchFamily="18" charset="-34"/>
                </a:rPr>
                <a:t>=  p</a:t>
              </a:r>
            </a:p>
          </p:txBody>
        </p:sp>
        <p:sp>
          <p:nvSpPr>
            <p:cNvPr id="28" name="Flowchart: Connector 27"/>
            <p:cNvSpPr/>
            <p:nvPr/>
          </p:nvSpPr>
          <p:spPr>
            <a:xfrm>
              <a:off x="7285056" y="111285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7905540" y="787960"/>
              <a:ext cx="381000" cy="584775"/>
            </a:xfrm>
            <a:prstGeom prst="rect">
              <a:avLst/>
            </a:prstGeom>
            <a:noFill/>
          </p:spPr>
          <p:txBody>
            <a:bodyPr wrap="square" rtlCol="0">
              <a:spAutoFit/>
            </a:bodyPr>
            <a:lstStyle/>
            <a:p>
              <a:r>
                <a:rPr lang="en-US" sz="3200" b="1" dirty="0">
                  <a:solidFill>
                    <a:srgbClr val="660066"/>
                  </a:solidFill>
                  <a:latin typeface="Angsana New" pitchFamily="18" charset="-34"/>
                </a:rPr>
                <a:t>3</a:t>
              </a:r>
            </a:p>
          </p:txBody>
        </p:sp>
        <p:sp>
          <p:nvSpPr>
            <p:cNvPr id="32" name="TextBox 31"/>
            <p:cNvSpPr txBox="1"/>
            <p:nvPr/>
          </p:nvSpPr>
          <p:spPr>
            <a:xfrm>
              <a:off x="7915588" y="1081577"/>
              <a:ext cx="381000" cy="584775"/>
            </a:xfrm>
            <a:prstGeom prst="rect">
              <a:avLst/>
            </a:prstGeom>
            <a:noFill/>
          </p:spPr>
          <p:txBody>
            <a:bodyPr wrap="square" rtlCol="0">
              <a:spAutoFit/>
            </a:bodyPr>
            <a:lstStyle/>
            <a:p>
              <a:r>
                <a:rPr lang="en-US" sz="3200" b="1" dirty="0">
                  <a:solidFill>
                    <a:srgbClr val="660066"/>
                  </a:solidFill>
                  <a:latin typeface="Angsana New" pitchFamily="18" charset="-34"/>
                </a:rPr>
                <a:t>5</a:t>
              </a:r>
            </a:p>
          </p:txBody>
        </p:sp>
        <p:cxnSp>
          <p:nvCxnSpPr>
            <p:cNvPr id="31" name="Straight Connector 30"/>
            <p:cNvCxnSpPr/>
            <p:nvPr/>
          </p:nvCxnSpPr>
          <p:spPr>
            <a:xfrm>
              <a:off x="7935684" y="1219200"/>
              <a:ext cx="228600" cy="1588"/>
            </a:xfrm>
            <a:prstGeom prst="line">
              <a:avLst/>
            </a:prstGeom>
            <a:ln w="28575">
              <a:solidFill>
                <a:srgbClr val="660066"/>
              </a:solidFill>
            </a:ln>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931806" y="1068406"/>
            <a:ext cx="2231571" cy="878392"/>
            <a:chOff x="6934199" y="787960"/>
            <a:chExt cx="2231571" cy="878392"/>
          </a:xfrm>
        </p:grpSpPr>
        <p:sp>
          <p:nvSpPr>
            <p:cNvPr id="35" name="TextBox 34"/>
            <p:cNvSpPr txBox="1"/>
            <p:nvPr/>
          </p:nvSpPr>
          <p:spPr>
            <a:xfrm>
              <a:off x="6934199" y="914400"/>
              <a:ext cx="2231571" cy="584775"/>
            </a:xfrm>
            <a:prstGeom prst="rect">
              <a:avLst/>
            </a:prstGeom>
            <a:noFill/>
          </p:spPr>
          <p:txBody>
            <a:bodyPr wrap="square" rtlCol="0">
              <a:spAutoFit/>
            </a:bodyPr>
            <a:lstStyle/>
            <a:p>
              <a:r>
                <a:rPr lang="en-US" sz="3200" b="1" dirty="0">
                  <a:solidFill>
                    <a:srgbClr val="00B0F0"/>
                  </a:solidFill>
                  <a:latin typeface="Angsana New" pitchFamily="18" charset="-34"/>
                </a:rPr>
                <a:t>P(    ) =      = 1 – p  </a:t>
              </a:r>
            </a:p>
          </p:txBody>
        </p:sp>
        <p:sp>
          <p:nvSpPr>
            <p:cNvPr id="36" name="Flowchart: Connector 35"/>
            <p:cNvSpPr/>
            <p:nvPr/>
          </p:nvSpPr>
          <p:spPr>
            <a:xfrm>
              <a:off x="7285056" y="111285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37" name="TextBox 36"/>
            <p:cNvSpPr txBox="1"/>
            <p:nvPr/>
          </p:nvSpPr>
          <p:spPr>
            <a:xfrm>
              <a:off x="7905540" y="787960"/>
              <a:ext cx="381000" cy="584775"/>
            </a:xfrm>
            <a:prstGeom prst="rect">
              <a:avLst/>
            </a:prstGeom>
            <a:noFill/>
          </p:spPr>
          <p:txBody>
            <a:bodyPr wrap="square" rtlCol="0">
              <a:spAutoFit/>
            </a:bodyPr>
            <a:lstStyle/>
            <a:p>
              <a:r>
                <a:rPr lang="en-US" sz="3200" b="1" dirty="0">
                  <a:solidFill>
                    <a:srgbClr val="00B0F0"/>
                  </a:solidFill>
                  <a:latin typeface="Angsana New" pitchFamily="18" charset="-34"/>
                </a:rPr>
                <a:t>2</a:t>
              </a:r>
            </a:p>
          </p:txBody>
        </p:sp>
        <p:sp>
          <p:nvSpPr>
            <p:cNvPr id="38" name="TextBox 37"/>
            <p:cNvSpPr txBox="1"/>
            <p:nvPr/>
          </p:nvSpPr>
          <p:spPr>
            <a:xfrm>
              <a:off x="7915588" y="1081577"/>
              <a:ext cx="381000" cy="584775"/>
            </a:xfrm>
            <a:prstGeom prst="rect">
              <a:avLst/>
            </a:prstGeom>
            <a:noFill/>
          </p:spPr>
          <p:txBody>
            <a:bodyPr wrap="square" rtlCol="0">
              <a:spAutoFit/>
            </a:bodyPr>
            <a:lstStyle/>
            <a:p>
              <a:r>
                <a:rPr lang="en-US" sz="3200" b="1" dirty="0">
                  <a:solidFill>
                    <a:srgbClr val="00B0F0"/>
                  </a:solidFill>
                  <a:latin typeface="Angsana New" pitchFamily="18" charset="-34"/>
                </a:rPr>
                <a:t>5</a:t>
              </a:r>
            </a:p>
          </p:txBody>
        </p:sp>
        <p:cxnSp>
          <p:nvCxnSpPr>
            <p:cNvPr id="39" name="Straight Connector 38"/>
            <p:cNvCxnSpPr/>
            <p:nvPr/>
          </p:nvCxnSpPr>
          <p:spPr>
            <a:xfrm>
              <a:off x="7935684" y="1219200"/>
              <a:ext cx="22860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40" name="Freeform 39"/>
          <p:cNvSpPr/>
          <p:nvPr/>
        </p:nvSpPr>
        <p:spPr>
          <a:xfrm>
            <a:off x="590800" y="637704"/>
            <a:ext cx="743857" cy="1153888"/>
          </a:xfrm>
          <a:custGeom>
            <a:avLst/>
            <a:gdLst>
              <a:gd name="connsiteX0" fmla="*/ 743857 w 743857"/>
              <a:gd name="connsiteY0" fmla="*/ 609600 h 2177143"/>
              <a:gd name="connsiteX1" fmla="*/ 101600 w 743857"/>
              <a:gd name="connsiteY1" fmla="*/ 261257 h 2177143"/>
              <a:gd name="connsiteX2" fmla="*/ 134257 w 743857"/>
              <a:gd name="connsiteY2" fmla="*/ 2177143 h 2177143"/>
            </a:gdLst>
            <a:ahLst/>
            <a:cxnLst>
              <a:cxn ang="0">
                <a:pos x="connsiteX0" y="connsiteY0"/>
              </a:cxn>
              <a:cxn ang="0">
                <a:pos x="connsiteX1" y="connsiteY1"/>
              </a:cxn>
              <a:cxn ang="0">
                <a:pos x="connsiteX2" y="connsiteY2"/>
              </a:cxn>
            </a:cxnLst>
            <a:rect l="l" t="t" r="r" b="b"/>
            <a:pathLst>
              <a:path w="743857" h="2177143">
                <a:moveTo>
                  <a:pt x="743857" y="609600"/>
                </a:moveTo>
                <a:cubicBezTo>
                  <a:pt x="473528" y="304800"/>
                  <a:pt x="203200" y="0"/>
                  <a:pt x="101600" y="261257"/>
                </a:cubicBezTo>
                <a:cubicBezTo>
                  <a:pt x="0" y="522514"/>
                  <a:pt x="67128" y="1349828"/>
                  <a:pt x="134257" y="2177143"/>
                </a:cubicBezTo>
              </a:path>
            </a:pathLst>
          </a:custGeom>
          <a:ln w="38100">
            <a:solidFill>
              <a:srgbClr val="663300"/>
            </a:solidFill>
            <a:headEnd type="none" w="med" len="lg"/>
            <a:tailEnd type="stealth"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Flowchart: Connector 41"/>
          <p:cNvSpPr/>
          <p:nvPr/>
        </p:nvSpPr>
        <p:spPr>
          <a:xfrm>
            <a:off x="573975" y="1851948"/>
            <a:ext cx="228600" cy="228600"/>
          </a:xfrm>
          <a:prstGeom prst="flowChartConnector">
            <a:avLst/>
          </a:prstGeom>
          <a:no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44"/>
          <p:cNvSpPr/>
          <p:nvPr/>
        </p:nvSpPr>
        <p:spPr>
          <a:xfrm>
            <a:off x="589143" y="638693"/>
            <a:ext cx="743857" cy="1143003"/>
          </a:xfrm>
          <a:custGeom>
            <a:avLst/>
            <a:gdLst>
              <a:gd name="connsiteX0" fmla="*/ 743857 w 743857"/>
              <a:gd name="connsiteY0" fmla="*/ 609600 h 2177143"/>
              <a:gd name="connsiteX1" fmla="*/ 101600 w 743857"/>
              <a:gd name="connsiteY1" fmla="*/ 261257 h 2177143"/>
              <a:gd name="connsiteX2" fmla="*/ 134257 w 743857"/>
              <a:gd name="connsiteY2" fmla="*/ 2177143 h 2177143"/>
            </a:gdLst>
            <a:ahLst/>
            <a:cxnLst>
              <a:cxn ang="0">
                <a:pos x="connsiteX0" y="connsiteY0"/>
              </a:cxn>
              <a:cxn ang="0">
                <a:pos x="connsiteX1" y="connsiteY1"/>
              </a:cxn>
              <a:cxn ang="0">
                <a:pos x="connsiteX2" y="connsiteY2"/>
              </a:cxn>
            </a:cxnLst>
            <a:rect l="l" t="t" r="r" b="b"/>
            <a:pathLst>
              <a:path w="743857" h="2177143">
                <a:moveTo>
                  <a:pt x="743857" y="609600"/>
                </a:moveTo>
                <a:cubicBezTo>
                  <a:pt x="473528" y="304800"/>
                  <a:pt x="203200" y="0"/>
                  <a:pt x="101600" y="261257"/>
                </a:cubicBezTo>
                <a:cubicBezTo>
                  <a:pt x="0" y="522514"/>
                  <a:pt x="67128" y="1349828"/>
                  <a:pt x="134257" y="2177143"/>
                </a:cubicBezTo>
              </a:path>
            </a:pathLst>
          </a:custGeom>
          <a:ln w="38100">
            <a:solidFill>
              <a:srgbClr val="663300"/>
            </a:solidFill>
            <a:headEnd type="stealth" w="med" len="lg"/>
            <a:tailEnd type="non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lowchart: Connector 45"/>
          <p:cNvSpPr/>
          <p:nvPr/>
        </p:nvSpPr>
        <p:spPr>
          <a:xfrm>
            <a:off x="802575" y="1628062"/>
            <a:ext cx="228600" cy="228600"/>
          </a:xfrm>
          <a:prstGeom prst="flowChartConnector">
            <a:avLst/>
          </a:prstGeom>
          <a:no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p:cNvSpPr/>
          <p:nvPr/>
        </p:nvSpPr>
        <p:spPr>
          <a:xfrm>
            <a:off x="838539" y="1905000"/>
            <a:ext cx="228600" cy="228600"/>
          </a:xfrm>
          <a:prstGeom prst="flowChartConnector">
            <a:avLst/>
          </a:prstGeom>
          <a:no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lowchart: Connector 47"/>
          <p:cNvSpPr/>
          <p:nvPr/>
        </p:nvSpPr>
        <p:spPr>
          <a:xfrm>
            <a:off x="381000" y="1653187"/>
            <a:ext cx="228600" cy="228600"/>
          </a:xfrm>
          <a:prstGeom prst="flowChartConnector">
            <a:avLst/>
          </a:prstGeom>
          <a:no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p:cNvSpPr txBox="1"/>
          <p:nvPr/>
        </p:nvSpPr>
        <p:spPr>
          <a:xfrm>
            <a:off x="1677656" y="1941937"/>
            <a:ext cx="1055914" cy="523220"/>
          </a:xfrm>
          <a:prstGeom prst="rect">
            <a:avLst/>
          </a:prstGeom>
          <a:noFill/>
        </p:spPr>
        <p:txBody>
          <a:bodyPr wrap="square" rtlCol="0">
            <a:spAutoFit/>
          </a:bodyPr>
          <a:lstStyle/>
          <a:p>
            <a:r>
              <a:rPr lang="en-US" b="1" dirty="0">
                <a:solidFill>
                  <a:srgbClr val="FF00FF"/>
                </a:solidFill>
                <a:latin typeface="Angsana New" pitchFamily="18" charset="-34"/>
              </a:rPr>
              <a:t>X = 0 =&gt;</a:t>
            </a:r>
          </a:p>
        </p:txBody>
      </p:sp>
      <p:grpSp>
        <p:nvGrpSpPr>
          <p:cNvPr id="61" name="Group 60"/>
          <p:cNvGrpSpPr/>
          <p:nvPr/>
        </p:nvGrpSpPr>
        <p:grpSpPr>
          <a:xfrm>
            <a:off x="2688831" y="2101106"/>
            <a:ext cx="968828" cy="239486"/>
            <a:chOff x="6847114" y="3731038"/>
            <a:chExt cx="968828" cy="239486"/>
          </a:xfrm>
        </p:grpSpPr>
        <p:sp>
          <p:nvSpPr>
            <p:cNvPr id="51" name="Flowchart: Connector 50"/>
            <p:cNvSpPr/>
            <p:nvPr/>
          </p:nvSpPr>
          <p:spPr>
            <a:xfrm>
              <a:off x="6847114" y="3733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52" name="Flowchart: Connector 51"/>
            <p:cNvSpPr/>
            <p:nvPr/>
          </p:nvSpPr>
          <p:spPr>
            <a:xfrm>
              <a:off x="7086602" y="3731038"/>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53" name="Flowchart: Connector 52"/>
            <p:cNvSpPr/>
            <p:nvPr/>
          </p:nvSpPr>
          <p:spPr>
            <a:xfrm>
              <a:off x="7336968" y="3741924"/>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54" name="Flowchart: Connector 53"/>
            <p:cNvSpPr/>
            <p:nvPr/>
          </p:nvSpPr>
          <p:spPr>
            <a:xfrm>
              <a:off x="7587342" y="3741924"/>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grpSp>
      <p:sp>
        <p:nvSpPr>
          <p:cNvPr id="55" name="TextBox 54"/>
          <p:cNvSpPr txBox="1"/>
          <p:nvPr/>
        </p:nvSpPr>
        <p:spPr>
          <a:xfrm>
            <a:off x="1691510" y="2350147"/>
            <a:ext cx="1055914" cy="523220"/>
          </a:xfrm>
          <a:prstGeom prst="rect">
            <a:avLst/>
          </a:prstGeom>
          <a:noFill/>
        </p:spPr>
        <p:txBody>
          <a:bodyPr wrap="square" rtlCol="0">
            <a:spAutoFit/>
          </a:bodyPr>
          <a:lstStyle/>
          <a:p>
            <a:r>
              <a:rPr lang="en-US" b="1" dirty="0">
                <a:solidFill>
                  <a:srgbClr val="FF00FF"/>
                </a:solidFill>
                <a:latin typeface="Angsana New" pitchFamily="18" charset="-34"/>
              </a:rPr>
              <a:t>X = 1 =&gt;</a:t>
            </a:r>
          </a:p>
        </p:txBody>
      </p:sp>
      <p:grpSp>
        <p:nvGrpSpPr>
          <p:cNvPr id="171" name="Group 170"/>
          <p:cNvGrpSpPr/>
          <p:nvPr/>
        </p:nvGrpSpPr>
        <p:grpSpPr>
          <a:xfrm>
            <a:off x="2653412" y="2504614"/>
            <a:ext cx="1001481" cy="968828"/>
            <a:chOff x="6400798" y="2620077"/>
            <a:chExt cx="1001481" cy="968828"/>
          </a:xfrm>
        </p:grpSpPr>
        <p:grpSp>
          <p:nvGrpSpPr>
            <p:cNvPr id="62" name="Group 61"/>
            <p:cNvGrpSpPr/>
            <p:nvPr/>
          </p:nvGrpSpPr>
          <p:grpSpPr>
            <a:xfrm>
              <a:off x="6400798" y="2620077"/>
              <a:ext cx="990599" cy="250370"/>
              <a:chOff x="6868885" y="4114800"/>
              <a:chExt cx="990599" cy="250370"/>
            </a:xfrm>
          </p:grpSpPr>
          <p:sp>
            <p:nvSpPr>
              <p:cNvPr id="56" name="Flowchart: Connector 55"/>
              <p:cNvSpPr/>
              <p:nvPr/>
            </p:nvSpPr>
            <p:spPr>
              <a:xfrm>
                <a:off x="6868885" y="4114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57" name="Flowchart: Connector 56"/>
              <p:cNvSpPr/>
              <p:nvPr/>
            </p:nvSpPr>
            <p:spPr>
              <a:xfrm>
                <a:off x="7130145"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58" name="Flowchart: Connector 57"/>
              <p:cNvSpPr/>
              <p:nvPr/>
            </p:nvSpPr>
            <p:spPr>
              <a:xfrm>
                <a:off x="7380511"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0" name="Flowchart: Connector 59"/>
              <p:cNvSpPr/>
              <p:nvPr/>
            </p:nvSpPr>
            <p:spPr>
              <a:xfrm>
                <a:off x="7630884" y="413657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p:cNvGrpSpPr/>
            <p:nvPr/>
          </p:nvGrpSpPr>
          <p:grpSpPr>
            <a:xfrm>
              <a:off x="6400799" y="2859561"/>
              <a:ext cx="979712" cy="250372"/>
              <a:chOff x="6868885" y="4114800"/>
              <a:chExt cx="979712" cy="250372"/>
            </a:xfrm>
          </p:grpSpPr>
          <p:sp>
            <p:nvSpPr>
              <p:cNvPr id="64" name="Flowchart: Connector 63"/>
              <p:cNvSpPr/>
              <p:nvPr/>
            </p:nvSpPr>
            <p:spPr>
              <a:xfrm>
                <a:off x="6868885" y="4114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5" name="Flowchart: Connector 64"/>
              <p:cNvSpPr/>
              <p:nvPr/>
            </p:nvSpPr>
            <p:spPr>
              <a:xfrm>
                <a:off x="7619997"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6" name="Flowchart: Connector 65"/>
              <p:cNvSpPr/>
              <p:nvPr/>
            </p:nvSpPr>
            <p:spPr>
              <a:xfrm>
                <a:off x="7119255"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7" name="Flowchart: Connector 66"/>
              <p:cNvSpPr/>
              <p:nvPr/>
            </p:nvSpPr>
            <p:spPr>
              <a:xfrm>
                <a:off x="7369629" y="4125684"/>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p:cNvGrpSpPr/>
            <p:nvPr/>
          </p:nvGrpSpPr>
          <p:grpSpPr>
            <a:xfrm>
              <a:off x="6411685" y="3099045"/>
              <a:ext cx="979712" cy="250372"/>
              <a:chOff x="6868885" y="4114800"/>
              <a:chExt cx="979712" cy="250372"/>
            </a:xfrm>
          </p:grpSpPr>
          <p:sp>
            <p:nvSpPr>
              <p:cNvPr id="69" name="Flowchart: Connector 68"/>
              <p:cNvSpPr/>
              <p:nvPr/>
            </p:nvSpPr>
            <p:spPr>
              <a:xfrm>
                <a:off x="6868885" y="4114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70" name="Flowchart: Connector 69"/>
              <p:cNvSpPr/>
              <p:nvPr/>
            </p:nvSpPr>
            <p:spPr>
              <a:xfrm>
                <a:off x="7619997"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71" name="Flowchart: Connector 70"/>
              <p:cNvSpPr/>
              <p:nvPr/>
            </p:nvSpPr>
            <p:spPr>
              <a:xfrm>
                <a:off x="7369625"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72" name="Flowchart: Connector 71"/>
              <p:cNvSpPr/>
              <p:nvPr/>
            </p:nvSpPr>
            <p:spPr>
              <a:xfrm>
                <a:off x="7119255" y="4125684"/>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 name="Group 77"/>
            <p:cNvGrpSpPr/>
            <p:nvPr/>
          </p:nvGrpSpPr>
          <p:grpSpPr>
            <a:xfrm flipH="1">
              <a:off x="6422566" y="3338531"/>
              <a:ext cx="979713" cy="250374"/>
              <a:chOff x="6901543" y="4114798"/>
              <a:chExt cx="979713" cy="250374"/>
            </a:xfrm>
          </p:grpSpPr>
          <p:sp>
            <p:nvSpPr>
              <p:cNvPr id="79" name="Flowchart: Connector 78"/>
              <p:cNvSpPr/>
              <p:nvPr/>
            </p:nvSpPr>
            <p:spPr>
              <a:xfrm>
                <a:off x="6901543"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0" name="Flowchart: Connector 79"/>
              <p:cNvSpPr/>
              <p:nvPr/>
            </p:nvSpPr>
            <p:spPr>
              <a:xfrm>
                <a:off x="7151917"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1" name="Flowchart: Connector 80"/>
              <p:cNvSpPr/>
              <p:nvPr/>
            </p:nvSpPr>
            <p:spPr>
              <a:xfrm>
                <a:off x="7402283"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2" name="Flowchart: Connector 81"/>
              <p:cNvSpPr/>
              <p:nvPr/>
            </p:nvSpPr>
            <p:spPr>
              <a:xfrm>
                <a:off x="7652656" y="4114798"/>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83" name="TextBox 82"/>
          <p:cNvSpPr txBox="1"/>
          <p:nvPr/>
        </p:nvSpPr>
        <p:spPr>
          <a:xfrm>
            <a:off x="1691508" y="3432618"/>
            <a:ext cx="1055914" cy="523220"/>
          </a:xfrm>
          <a:prstGeom prst="rect">
            <a:avLst/>
          </a:prstGeom>
          <a:noFill/>
        </p:spPr>
        <p:txBody>
          <a:bodyPr wrap="square" rtlCol="0">
            <a:spAutoFit/>
          </a:bodyPr>
          <a:lstStyle/>
          <a:p>
            <a:r>
              <a:rPr lang="en-US" b="1" dirty="0">
                <a:solidFill>
                  <a:srgbClr val="FF00FF"/>
                </a:solidFill>
                <a:latin typeface="Angsana New" pitchFamily="18" charset="-34"/>
              </a:rPr>
              <a:t>X = 2 =&gt;</a:t>
            </a:r>
          </a:p>
        </p:txBody>
      </p:sp>
      <p:grpSp>
        <p:nvGrpSpPr>
          <p:cNvPr id="172" name="Group 171"/>
          <p:cNvGrpSpPr/>
          <p:nvPr/>
        </p:nvGrpSpPr>
        <p:grpSpPr>
          <a:xfrm>
            <a:off x="2653410" y="3574838"/>
            <a:ext cx="1012373" cy="1533476"/>
            <a:chOff x="6400796" y="3690301"/>
            <a:chExt cx="1012373" cy="1533476"/>
          </a:xfrm>
        </p:grpSpPr>
        <p:grpSp>
          <p:nvGrpSpPr>
            <p:cNvPr id="84" name="Group 83"/>
            <p:cNvGrpSpPr/>
            <p:nvPr/>
          </p:nvGrpSpPr>
          <p:grpSpPr>
            <a:xfrm>
              <a:off x="6400796" y="3690301"/>
              <a:ext cx="990599" cy="250372"/>
              <a:chOff x="6868885" y="4114800"/>
              <a:chExt cx="990599" cy="250372"/>
            </a:xfrm>
          </p:grpSpPr>
          <p:sp>
            <p:nvSpPr>
              <p:cNvPr id="85" name="Flowchart: Connector 84"/>
              <p:cNvSpPr/>
              <p:nvPr/>
            </p:nvSpPr>
            <p:spPr>
              <a:xfrm>
                <a:off x="6868885" y="4114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6" name="Flowchart: Connector 85"/>
              <p:cNvSpPr/>
              <p:nvPr/>
            </p:nvSpPr>
            <p:spPr>
              <a:xfrm>
                <a:off x="7130145"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7" name="Flowchart: Connector 86"/>
              <p:cNvSpPr/>
              <p:nvPr/>
            </p:nvSpPr>
            <p:spPr>
              <a:xfrm>
                <a:off x="7380511"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88" name="Flowchart: Connector 87"/>
              <p:cNvSpPr/>
              <p:nvPr/>
            </p:nvSpPr>
            <p:spPr>
              <a:xfrm>
                <a:off x="7630884" y="413657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9" name="Group 88"/>
            <p:cNvGrpSpPr/>
            <p:nvPr/>
          </p:nvGrpSpPr>
          <p:grpSpPr>
            <a:xfrm>
              <a:off x="6400797" y="3951557"/>
              <a:ext cx="979712" cy="250372"/>
              <a:chOff x="6868885" y="4114800"/>
              <a:chExt cx="979712" cy="250372"/>
            </a:xfrm>
          </p:grpSpPr>
          <p:sp>
            <p:nvSpPr>
              <p:cNvPr id="90" name="Flowchart: Connector 89"/>
              <p:cNvSpPr/>
              <p:nvPr/>
            </p:nvSpPr>
            <p:spPr>
              <a:xfrm>
                <a:off x="6868885" y="4114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1" name="Flowchart: Connector 90"/>
              <p:cNvSpPr/>
              <p:nvPr/>
            </p:nvSpPr>
            <p:spPr>
              <a:xfrm>
                <a:off x="7619997"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2" name="Flowchart: Connector 91"/>
              <p:cNvSpPr/>
              <p:nvPr/>
            </p:nvSpPr>
            <p:spPr>
              <a:xfrm>
                <a:off x="7119255"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3" name="Flowchart: Connector 92"/>
              <p:cNvSpPr/>
              <p:nvPr/>
            </p:nvSpPr>
            <p:spPr>
              <a:xfrm>
                <a:off x="7369629" y="4125684"/>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4" name="Group 93"/>
            <p:cNvGrpSpPr/>
            <p:nvPr/>
          </p:nvGrpSpPr>
          <p:grpSpPr>
            <a:xfrm>
              <a:off x="6411683" y="4212813"/>
              <a:ext cx="979712" cy="250372"/>
              <a:chOff x="6868885" y="4114800"/>
              <a:chExt cx="979712" cy="250372"/>
            </a:xfrm>
          </p:grpSpPr>
          <p:sp>
            <p:nvSpPr>
              <p:cNvPr id="95" name="Flowchart: Connector 94"/>
              <p:cNvSpPr/>
              <p:nvPr/>
            </p:nvSpPr>
            <p:spPr>
              <a:xfrm>
                <a:off x="6868885" y="411480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6" name="Flowchart: Connector 95"/>
              <p:cNvSpPr/>
              <p:nvPr/>
            </p:nvSpPr>
            <p:spPr>
              <a:xfrm>
                <a:off x="7619997"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7" name="Flowchart: Connector 96"/>
              <p:cNvSpPr/>
              <p:nvPr/>
            </p:nvSpPr>
            <p:spPr>
              <a:xfrm>
                <a:off x="7369625"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98" name="Flowchart: Connector 97"/>
              <p:cNvSpPr/>
              <p:nvPr/>
            </p:nvSpPr>
            <p:spPr>
              <a:xfrm>
                <a:off x="7119255" y="4125684"/>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9" name="Group 98"/>
            <p:cNvGrpSpPr/>
            <p:nvPr/>
          </p:nvGrpSpPr>
          <p:grpSpPr>
            <a:xfrm flipH="1">
              <a:off x="6422564" y="4474071"/>
              <a:ext cx="979713" cy="250374"/>
              <a:chOff x="6901543" y="4114798"/>
              <a:chExt cx="979713" cy="250374"/>
            </a:xfrm>
          </p:grpSpPr>
          <p:sp>
            <p:nvSpPr>
              <p:cNvPr id="100" name="Flowchart: Connector 99"/>
              <p:cNvSpPr/>
              <p:nvPr/>
            </p:nvSpPr>
            <p:spPr>
              <a:xfrm>
                <a:off x="6901543"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1" name="Flowchart: Connector 100"/>
              <p:cNvSpPr/>
              <p:nvPr/>
            </p:nvSpPr>
            <p:spPr>
              <a:xfrm>
                <a:off x="7151917"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2" name="Flowchart: Connector 101"/>
              <p:cNvSpPr/>
              <p:nvPr/>
            </p:nvSpPr>
            <p:spPr>
              <a:xfrm>
                <a:off x="7402283"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3" name="Flowchart: Connector 102"/>
              <p:cNvSpPr/>
              <p:nvPr/>
            </p:nvSpPr>
            <p:spPr>
              <a:xfrm>
                <a:off x="7652656" y="4114798"/>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 name="Group 103"/>
            <p:cNvGrpSpPr/>
            <p:nvPr/>
          </p:nvGrpSpPr>
          <p:grpSpPr>
            <a:xfrm flipH="1">
              <a:off x="6433455" y="4734621"/>
              <a:ext cx="979713" cy="250374"/>
              <a:chOff x="6901543" y="4114798"/>
              <a:chExt cx="979713" cy="250374"/>
            </a:xfrm>
          </p:grpSpPr>
          <p:sp>
            <p:nvSpPr>
              <p:cNvPr id="105" name="Flowchart: Connector 104"/>
              <p:cNvSpPr/>
              <p:nvPr/>
            </p:nvSpPr>
            <p:spPr>
              <a:xfrm>
                <a:off x="6901543"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6" name="Flowchart: Connector 105"/>
              <p:cNvSpPr/>
              <p:nvPr/>
            </p:nvSpPr>
            <p:spPr>
              <a:xfrm>
                <a:off x="7151917"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7" name="Flowchart: Connector 106"/>
              <p:cNvSpPr/>
              <p:nvPr/>
            </p:nvSpPr>
            <p:spPr>
              <a:xfrm>
                <a:off x="7402283"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8" name="Flowchart: Connector 107"/>
              <p:cNvSpPr/>
              <p:nvPr/>
            </p:nvSpPr>
            <p:spPr>
              <a:xfrm>
                <a:off x="7652656" y="4114798"/>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 name="Group 108"/>
            <p:cNvGrpSpPr/>
            <p:nvPr/>
          </p:nvGrpSpPr>
          <p:grpSpPr>
            <a:xfrm flipH="1">
              <a:off x="6433456" y="4973403"/>
              <a:ext cx="979713" cy="250374"/>
              <a:chOff x="6901543" y="4114798"/>
              <a:chExt cx="979713" cy="250374"/>
            </a:xfrm>
          </p:grpSpPr>
          <p:sp>
            <p:nvSpPr>
              <p:cNvPr id="110" name="Flowchart: Connector 109"/>
              <p:cNvSpPr/>
              <p:nvPr/>
            </p:nvSpPr>
            <p:spPr>
              <a:xfrm>
                <a:off x="6901543"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11" name="Flowchart: Connector 110"/>
              <p:cNvSpPr/>
              <p:nvPr/>
            </p:nvSpPr>
            <p:spPr>
              <a:xfrm>
                <a:off x="7151917"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12" name="Flowchart: Connector 111"/>
              <p:cNvSpPr/>
              <p:nvPr/>
            </p:nvSpPr>
            <p:spPr>
              <a:xfrm>
                <a:off x="7402283"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13" name="Flowchart: Connector 112"/>
              <p:cNvSpPr/>
              <p:nvPr/>
            </p:nvSpPr>
            <p:spPr>
              <a:xfrm>
                <a:off x="7652656" y="4114798"/>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14" name="TextBox 113"/>
          <p:cNvSpPr txBox="1"/>
          <p:nvPr/>
        </p:nvSpPr>
        <p:spPr>
          <a:xfrm>
            <a:off x="1677658" y="5066133"/>
            <a:ext cx="1055914" cy="523220"/>
          </a:xfrm>
          <a:prstGeom prst="rect">
            <a:avLst/>
          </a:prstGeom>
          <a:noFill/>
        </p:spPr>
        <p:txBody>
          <a:bodyPr wrap="square" rtlCol="0">
            <a:spAutoFit/>
          </a:bodyPr>
          <a:lstStyle/>
          <a:p>
            <a:r>
              <a:rPr lang="en-US" b="1" dirty="0">
                <a:solidFill>
                  <a:srgbClr val="FF00FF"/>
                </a:solidFill>
                <a:latin typeface="Angsana New" pitchFamily="18" charset="-34"/>
              </a:rPr>
              <a:t>X = 3 =&gt;</a:t>
            </a:r>
          </a:p>
        </p:txBody>
      </p:sp>
      <p:grpSp>
        <p:nvGrpSpPr>
          <p:cNvPr id="173" name="Group 172"/>
          <p:cNvGrpSpPr/>
          <p:nvPr/>
        </p:nvGrpSpPr>
        <p:grpSpPr>
          <a:xfrm>
            <a:off x="2675185" y="5208353"/>
            <a:ext cx="1001481" cy="976994"/>
            <a:chOff x="6422571" y="5323816"/>
            <a:chExt cx="1001481" cy="976994"/>
          </a:xfrm>
        </p:grpSpPr>
        <p:grpSp>
          <p:nvGrpSpPr>
            <p:cNvPr id="115" name="Group 114"/>
            <p:cNvGrpSpPr/>
            <p:nvPr/>
          </p:nvGrpSpPr>
          <p:grpSpPr>
            <a:xfrm>
              <a:off x="6422571" y="5323816"/>
              <a:ext cx="990599" cy="250372"/>
              <a:chOff x="6868885" y="4114800"/>
              <a:chExt cx="990599" cy="250372"/>
            </a:xfrm>
          </p:grpSpPr>
          <p:sp>
            <p:nvSpPr>
              <p:cNvPr id="116" name="Flowchart: Connector 115"/>
              <p:cNvSpPr/>
              <p:nvPr/>
            </p:nvSpPr>
            <p:spPr>
              <a:xfrm>
                <a:off x="6868885" y="4114800"/>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17" name="Flowchart: Connector 116"/>
              <p:cNvSpPr/>
              <p:nvPr/>
            </p:nvSpPr>
            <p:spPr>
              <a:xfrm>
                <a:off x="7130145"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18" name="Flowchart: Connector 117"/>
              <p:cNvSpPr/>
              <p:nvPr/>
            </p:nvSpPr>
            <p:spPr>
              <a:xfrm>
                <a:off x="7380511"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19" name="Flowchart: Connector 118"/>
              <p:cNvSpPr/>
              <p:nvPr/>
            </p:nvSpPr>
            <p:spPr>
              <a:xfrm>
                <a:off x="7630884" y="413657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0" name="Group 119"/>
            <p:cNvGrpSpPr/>
            <p:nvPr/>
          </p:nvGrpSpPr>
          <p:grpSpPr>
            <a:xfrm>
              <a:off x="6422572" y="5566022"/>
              <a:ext cx="979712" cy="250372"/>
              <a:chOff x="6868885" y="4114800"/>
              <a:chExt cx="979712" cy="250372"/>
            </a:xfrm>
          </p:grpSpPr>
          <p:sp>
            <p:nvSpPr>
              <p:cNvPr id="121" name="Flowchart: Connector 120"/>
              <p:cNvSpPr/>
              <p:nvPr/>
            </p:nvSpPr>
            <p:spPr>
              <a:xfrm>
                <a:off x="6868885" y="411480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22" name="Flowchart: Connector 121"/>
              <p:cNvSpPr/>
              <p:nvPr/>
            </p:nvSpPr>
            <p:spPr>
              <a:xfrm>
                <a:off x="7619997"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23" name="Flowchart: Connector 122"/>
              <p:cNvSpPr/>
              <p:nvPr/>
            </p:nvSpPr>
            <p:spPr>
              <a:xfrm>
                <a:off x="7119255" y="4125686"/>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24" name="Flowchart: Connector 123"/>
              <p:cNvSpPr/>
              <p:nvPr/>
            </p:nvSpPr>
            <p:spPr>
              <a:xfrm>
                <a:off x="7369629" y="4125684"/>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p:cNvGrpSpPr/>
            <p:nvPr/>
          </p:nvGrpSpPr>
          <p:grpSpPr>
            <a:xfrm>
              <a:off x="6433458" y="5808228"/>
              <a:ext cx="979712" cy="250372"/>
              <a:chOff x="6868885" y="4114800"/>
              <a:chExt cx="979712" cy="250372"/>
            </a:xfrm>
          </p:grpSpPr>
          <p:sp>
            <p:nvSpPr>
              <p:cNvPr id="126" name="Flowchart: Connector 125"/>
              <p:cNvSpPr/>
              <p:nvPr/>
            </p:nvSpPr>
            <p:spPr>
              <a:xfrm>
                <a:off x="6868885" y="411480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27" name="Flowchart: Connector 126"/>
              <p:cNvSpPr/>
              <p:nvPr/>
            </p:nvSpPr>
            <p:spPr>
              <a:xfrm>
                <a:off x="7619997"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28" name="Flowchart: Connector 127"/>
              <p:cNvSpPr/>
              <p:nvPr/>
            </p:nvSpPr>
            <p:spPr>
              <a:xfrm>
                <a:off x="7369625" y="4127047"/>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29" name="Flowchart: Connector 128"/>
              <p:cNvSpPr/>
              <p:nvPr/>
            </p:nvSpPr>
            <p:spPr>
              <a:xfrm>
                <a:off x="7119255" y="4125684"/>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p:cNvGrpSpPr/>
            <p:nvPr/>
          </p:nvGrpSpPr>
          <p:grpSpPr>
            <a:xfrm flipH="1">
              <a:off x="6444339" y="6050436"/>
              <a:ext cx="979713" cy="250374"/>
              <a:chOff x="6901543" y="4114798"/>
              <a:chExt cx="979713" cy="250374"/>
            </a:xfrm>
          </p:grpSpPr>
          <p:sp>
            <p:nvSpPr>
              <p:cNvPr id="131" name="Flowchart: Connector 130"/>
              <p:cNvSpPr/>
              <p:nvPr/>
            </p:nvSpPr>
            <p:spPr>
              <a:xfrm>
                <a:off x="6901543" y="4136572"/>
                <a:ext cx="228600" cy="228600"/>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32" name="Flowchart: Connector 131"/>
              <p:cNvSpPr/>
              <p:nvPr/>
            </p:nvSpPr>
            <p:spPr>
              <a:xfrm>
                <a:off x="7151917"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33" name="Flowchart: Connector 132"/>
              <p:cNvSpPr/>
              <p:nvPr/>
            </p:nvSpPr>
            <p:spPr>
              <a:xfrm>
                <a:off x="7402283"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34" name="Flowchart: Connector 133"/>
              <p:cNvSpPr/>
              <p:nvPr/>
            </p:nvSpPr>
            <p:spPr>
              <a:xfrm>
                <a:off x="7652656" y="4114798"/>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35" name="TextBox 134"/>
          <p:cNvSpPr txBox="1"/>
          <p:nvPr/>
        </p:nvSpPr>
        <p:spPr>
          <a:xfrm>
            <a:off x="1677656" y="6164889"/>
            <a:ext cx="1055914" cy="523220"/>
          </a:xfrm>
          <a:prstGeom prst="rect">
            <a:avLst/>
          </a:prstGeom>
          <a:noFill/>
        </p:spPr>
        <p:txBody>
          <a:bodyPr wrap="square" rtlCol="0">
            <a:spAutoFit/>
          </a:bodyPr>
          <a:lstStyle/>
          <a:p>
            <a:r>
              <a:rPr lang="en-US" b="1" dirty="0">
                <a:solidFill>
                  <a:srgbClr val="FF00FF"/>
                </a:solidFill>
                <a:latin typeface="Angsana New" pitchFamily="18" charset="-34"/>
              </a:rPr>
              <a:t>X = 4 =&gt;</a:t>
            </a:r>
          </a:p>
        </p:txBody>
      </p:sp>
      <p:grpSp>
        <p:nvGrpSpPr>
          <p:cNvPr id="136" name="Group 135"/>
          <p:cNvGrpSpPr/>
          <p:nvPr/>
        </p:nvGrpSpPr>
        <p:grpSpPr>
          <a:xfrm>
            <a:off x="2675183" y="6307109"/>
            <a:ext cx="990599" cy="250372"/>
            <a:chOff x="6868885" y="4114800"/>
            <a:chExt cx="990599" cy="250372"/>
          </a:xfrm>
        </p:grpSpPr>
        <p:sp>
          <p:nvSpPr>
            <p:cNvPr id="137" name="Flowchart: Connector 136"/>
            <p:cNvSpPr/>
            <p:nvPr/>
          </p:nvSpPr>
          <p:spPr>
            <a:xfrm>
              <a:off x="6868885" y="411480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38" name="Flowchart: Connector 137"/>
            <p:cNvSpPr/>
            <p:nvPr/>
          </p:nvSpPr>
          <p:spPr>
            <a:xfrm>
              <a:off x="7130145" y="4125686"/>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39" name="Flowchart: Connector 138"/>
            <p:cNvSpPr/>
            <p:nvPr/>
          </p:nvSpPr>
          <p:spPr>
            <a:xfrm>
              <a:off x="7380511" y="4136572"/>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40" name="Flowchart: Connector 139"/>
            <p:cNvSpPr/>
            <p:nvPr/>
          </p:nvSpPr>
          <p:spPr>
            <a:xfrm>
              <a:off x="7630884" y="4136570"/>
              <a:ext cx="228600" cy="228600"/>
            </a:xfrm>
            <a:prstGeom prst="flowChartConnector">
              <a:avLst/>
            </a:prstGeom>
            <a:solidFill>
              <a:srgbClr val="66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7" name="TextBox 146"/>
          <p:cNvSpPr txBox="1"/>
          <p:nvPr/>
        </p:nvSpPr>
        <p:spPr>
          <a:xfrm>
            <a:off x="3748047" y="2744512"/>
            <a:ext cx="1240972" cy="523220"/>
          </a:xfrm>
          <a:prstGeom prst="rect">
            <a:avLst/>
          </a:prstGeom>
          <a:noFill/>
        </p:spPr>
        <p:txBody>
          <a:bodyPr wrap="square" rtlCol="0">
            <a:spAutoFit/>
          </a:bodyPr>
          <a:lstStyle/>
          <a:p>
            <a:r>
              <a:rPr lang="en-US" b="1" dirty="0">
                <a:solidFill>
                  <a:srgbClr val="FF00FF"/>
                </a:solidFill>
                <a:latin typeface="Angsana New" pitchFamily="18" charset="-34"/>
              </a:rPr>
              <a:t>P(X = 1) =</a:t>
            </a:r>
          </a:p>
        </p:txBody>
      </p:sp>
      <p:sp>
        <p:nvSpPr>
          <p:cNvPr id="152" name="TextBox 151"/>
          <p:cNvSpPr txBox="1"/>
          <p:nvPr/>
        </p:nvSpPr>
        <p:spPr>
          <a:xfrm>
            <a:off x="3748047" y="4074176"/>
            <a:ext cx="1240972" cy="523220"/>
          </a:xfrm>
          <a:prstGeom prst="rect">
            <a:avLst/>
          </a:prstGeom>
          <a:noFill/>
        </p:spPr>
        <p:txBody>
          <a:bodyPr wrap="square" rtlCol="0">
            <a:spAutoFit/>
          </a:bodyPr>
          <a:lstStyle/>
          <a:p>
            <a:r>
              <a:rPr lang="en-US" b="1" dirty="0">
                <a:solidFill>
                  <a:srgbClr val="FF00FF"/>
                </a:solidFill>
                <a:latin typeface="Angsana New" pitchFamily="18" charset="-34"/>
              </a:rPr>
              <a:t>P(X = 2) =</a:t>
            </a:r>
          </a:p>
        </p:txBody>
      </p:sp>
      <p:sp>
        <p:nvSpPr>
          <p:cNvPr id="157" name="TextBox 156"/>
          <p:cNvSpPr txBox="1"/>
          <p:nvPr/>
        </p:nvSpPr>
        <p:spPr>
          <a:xfrm>
            <a:off x="3754848" y="5437612"/>
            <a:ext cx="1240972" cy="523220"/>
          </a:xfrm>
          <a:prstGeom prst="rect">
            <a:avLst/>
          </a:prstGeom>
          <a:noFill/>
        </p:spPr>
        <p:txBody>
          <a:bodyPr wrap="square" rtlCol="0">
            <a:spAutoFit/>
          </a:bodyPr>
          <a:lstStyle/>
          <a:p>
            <a:r>
              <a:rPr lang="en-US" b="1" dirty="0">
                <a:solidFill>
                  <a:srgbClr val="FF00FF"/>
                </a:solidFill>
                <a:latin typeface="Angsana New" pitchFamily="18" charset="-34"/>
              </a:rPr>
              <a:t>P(X = 3) =</a:t>
            </a:r>
          </a:p>
        </p:txBody>
      </p:sp>
      <p:sp>
        <p:nvSpPr>
          <p:cNvPr id="162" name="TextBox 161"/>
          <p:cNvSpPr txBox="1"/>
          <p:nvPr/>
        </p:nvSpPr>
        <p:spPr>
          <a:xfrm>
            <a:off x="3748047" y="6188732"/>
            <a:ext cx="1240972" cy="523220"/>
          </a:xfrm>
          <a:prstGeom prst="rect">
            <a:avLst/>
          </a:prstGeom>
          <a:noFill/>
        </p:spPr>
        <p:txBody>
          <a:bodyPr wrap="square" rtlCol="0">
            <a:spAutoFit/>
          </a:bodyPr>
          <a:lstStyle/>
          <a:p>
            <a:r>
              <a:rPr lang="en-US" b="1" dirty="0">
                <a:solidFill>
                  <a:srgbClr val="FF00FF"/>
                </a:solidFill>
                <a:latin typeface="Angsana New" pitchFamily="18" charset="-34"/>
              </a:rPr>
              <a:t>P(X = 4) =</a:t>
            </a:r>
          </a:p>
        </p:txBody>
      </p:sp>
      <p:sp>
        <p:nvSpPr>
          <p:cNvPr id="166" name="Right Brace 165"/>
          <p:cNvSpPr/>
          <p:nvPr/>
        </p:nvSpPr>
        <p:spPr>
          <a:xfrm>
            <a:off x="3666577" y="2525857"/>
            <a:ext cx="154230" cy="960120"/>
          </a:xfrm>
          <a:prstGeom prst="rightBrace">
            <a:avLst>
              <a:gd name="adj1" fmla="val 24333"/>
              <a:gd name="adj2" fmla="val 50000"/>
            </a:avLst>
          </a:prstGeom>
          <a:noFill/>
          <a:ln w="19050">
            <a:solidFill>
              <a:srgbClr val="0066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7" name="Right Brace 166"/>
          <p:cNvSpPr/>
          <p:nvPr/>
        </p:nvSpPr>
        <p:spPr>
          <a:xfrm>
            <a:off x="3668407" y="3598602"/>
            <a:ext cx="154230" cy="1508760"/>
          </a:xfrm>
          <a:prstGeom prst="rightBrace">
            <a:avLst>
              <a:gd name="adj1" fmla="val 24333"/>
              <a:gd name="adj2" fmla="val 50000"/>
            </a:avLst>
          </a:prstGeom>
          <a:noFill/>
          <a:ln w="19050">
            <a:solidFill>
              <a:srgbClr val="0066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8" name="Right Brace 167"/>
          <p:cNvSpPr/>
          <p:nvPr/>
        </p:nvSpPr>
        <p:spPr>
          <a:xfrm>
            <a:off x="3664672" y="5229967"/>
            <a:ext cx="154230" cy="960120"/>
          </a:xfrm>
          <a:prstGeom prst="rightBrace">
            <a:avLst>
              <a:gd name="adj1" fmla="val 24333"/>
              <a:gd name="adj2" fmla="val 50000"/>
            </a:avLst>
          </a:prstGeom>
          <a:noFill/>
          <a:ln w="19050">
            <a:solidFill>
              <a:srgbClr val="0066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5" name="Group 4"/>
          <p:cNvGrpSpPr/>
          <p:nvPr/>
        </p:nvGrpSpPr>
        <p:grpSpPr>
          <a:xfrm>
            <a:off x="3811256" y="1905000"/>
            <a:ext cx="3581274" cy="808578"/>
            <a:chOff x="2209800" y="2020463"/>
            <a:chExt cx="3581274" cy="808578"/>
          </a:xfrm>
        </p:grpSpPr>
        <p:sp>
          <p:nvSpPr>
            <p:cNvPr id="141" name="TextBox 140"/>
            <p:cNvSpPr txBox="1"/>
            <p:nvPr/>
          </p:nvSpPr>
          <p:spPr>
            <a:xfrm>
              <a:off x="2209800" y="2096362"/>
              <a:ext cx="1240972" cy="523220"/>
            </a:xfrm>
            <a:prstGeom prst="rect">
              <a:avLst/>
            </a:prstGeom>
            <a:noFill/>
          </p:spPr>
          <p:txBody>
            <a:bodyPr wrap="square" rtlCol="0">
              <a:spAutoFit/>
            </a:bodyPr>
            <a:lstStyle/>
            <a:p>
              <a:r>
                <a:rPr lang="en-US" b="1" dirty="0">
                  <a:solidFill>
                    <a:srgbClr val="FF00FF"/>
                  </a:solidFill>
                  <a:latin typeface="Angsana New" pitchFamily="18" charset="-34"/>
                </a:rPr>
                <a:t>P(X = 0) =</a:t>
              </a:r>
            </a:p>
          </p:txBody>
        </p:sp>
        <p:grpSp>
          <p:nvGrpSpPr>
            <p:cNvPr id="144" name="Group 143"/>
            <p:cNvGrpSpPr/>
            <p:nvPr/>
          </p:nvGrpSpPr>
          <p:grpSpPr>
            <a:xfrm>
              <a:off x="5140656" y="2078132"/>
              <a:ext cx="650418" cy="648896"/>
              <a:chOff x="8110475" y="3098100"/>
              <a:chExt cx="650418" cy="648896"/>
            </a:xfrm>
          </p:grpSpPr>
          <p:sp>
            <p:nvSpPr>
              <p:cNvPr id="142" name="TextBox 141"/>
              <p:cNvSpPr txBox="1"/>
              <p:nvPr/>
            </p:nvSpPr>
            <p:spPr>
              <a:xfrm>
                <a:off x="8110475" y="3098100"/>
                <a:ext cx="650418" cy="648896"/>
              </a:xfrm>
              <a:prstGeom prst="rect">
                <a:avLst/>
              </a:prstGeom>
              <a:noFill/>
            </p:spPr>
            <p:txBody>
              <a:bodyPr wrap="square" rtlCol="0">
                <a:spAutoFit/>
              </a:bodyPr>
              <a:lstStyle/>
              <a:p>
                <a:pPr algn="ctr">
                  <a:lnSpc>
                    <a:spcPts val="2000"/>
                  </a:lnSpc>
                </a:pPr>
                <a:r>
                  <a:rPr lang="en-US" b="1" dirty="0">
                    <a:solidFill>
                      <a:srgbClr val="FF00FF"/>
                    </a:solidFill>
                    <a:latin typeface="Angsana New" pitchFamily="18" charset="-34"/>
                  </a:rPr>
                  <a:t>16</a:t>
                </a:r>
              </a:p>
              <a:p>
                <a:pPr algn="ctr">
                  <a:lnSpc>
                    <a:spcPts val="2000"/>
                  </a:lnSpc>
                </a:pPr>
                <a:r>
                  <a:rPr lang="en-US" b="1" dirty="0">
                    <a:solidFill>
                      <a:srgbClr val="FF00FF"/>
                    </a:solidFill>
                    <a:latin typeface="Angsana New" pitchFamily="18" charset="-34"/>
                  </a:rPr>
                  <a:t>625</a:t>
                </a:r>
              </a:p>
            </p:txBody>
          </p:sp>
          <p:cxnSp>
            <p:nvCxnSpPr>
              <p:cNvPr id="143" name="Straight Connector 142"/>
              <p:cNvCxnSpPr/>
              <p:nvPr/>
            </p:nvCxnSpPr>
            <p:spPr>
              <a:xfrm>
                <a:off x="8229602" y="3362098"/>
                <a:ext cx="411480" cy="1588"/>
              </a:xfrm>
              <a:prstGeom prst="line">
                <a:avLst/>
              </a:prstGeom>
              <a:ln w="22225">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4" name="Group 3"/>
            <p:cNvGrpSpPr/>
            <p:nvPr/>
          </p:nvGrpSpPr>
          <p:grpSpPr>
            <a:xfrm>
              <a:off x="3409664" y="2020463"/>
              <a:ext cx="1584280" cy="808578"/>
              <a:chOff x="3409664" y="2020463"/>
              <a:chExt cx="1584280" cy="808578"/>
            </a:xfrm>
          </p:grpSpPr>
          <p:grpSp>
            <p:nvGrpSpPr>
              <p:cNvPr id="2" name="Group 1"/>
              <p:cNvGrpSpPr/>
              <p:nvPr/>
            </p:nvGrpSpPr>
            <p:grpSpPr>
              <a:xfrm>
                <a:off x="3409664" y="2020463"/>
                <a:ext cx="381000" cy="798937"/>
                <a:chOff x="4329752" y="2598827"/>
                <a:chExt cx="381000" cy="798937"/>
              </a:xfrm>
            </p:grpSpPr>
            <p:sp>
              <p:nvSpPr>
                <p:cNvPr id="176" name="TextBox 175"/>
                <p:cNvSpPr txBox="1"/>
                <p:nvPr/>
              </p:nvSpPr>
              <p:spPr>
                <a:xfrm>
                  <a:off x="4329752" y="2598827"/>
                  <a:ext cx="381000" cy="798937"/>
                </a:xfrm>
                <a:prstGeom prst="rect">
                  <a:avLst/>
                </a:prstGeom>
                <a:noFill/>
              </p:spPr>
              <p:txBody>
                <a:bodyPr wrap="square" rtlCol="0">
                  <a:spAutoFit/>
                </a:bodyPr>
                <a:lstStyle/>
                <a:p>
                  <a:pPr>
                    <a:lnSpc>
                      <a:spcPts val="2600"/>
                    </a:lnSpc>
                  </a:pPr>
                  <a:r>
                    <a:rPr lang="en-US" sz="3200" b="1" dirty="0">
                      <a:solidFill>
                        <a:srgbClr val="00B0F0"/>
                      </a:solidFill>
                      <a:latin typeface="Angsana New" pitchFamily="18" charset="-34"/>
                    </a:rPr>
                    <a:t>2</a:t>
                  </a:r>
                </a:p>
                <a:p>
                  <a:pPr>
                    <a:lnSpc>
                      <a:spcPts val="2600"/>
                    </a:lnSpc>
                  </a:pPr>
                  <a:r>
                    <a:rPr lang="en-US" sz="3200" b="1" dirty="0">
                      <a:solidFill>
                        <a:srgbClr val="00B0F0"/>
                      </a:solidFill>
                      <a:latin typeface="Angsana New" pitchFamily="18" charset="-34"/>
                    </a:rPr>
                    <a:t>5</a:t>
                  </a:r>
                </a:p>
              </p:txBody>
            </p:sp>
            <p:cxnSp>
              <p:nvCxnSpPr>
                <p:cNvPr id="177" name="Straight Connector 176"/>
                <p:cNvCxnSpPr/>
                <p:nvPr/>
              </p:nvCxnSpPr>
              <p:spPr>
                <a:xfrm>
                  <a:off x="4373544" y="2934626"/>
                  <a:ext cx="22860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p:nvGrpSpPr>
            <p:grpSpPr>
              <a:xfrm>
                <a:off x="3810000" y="2030104"/>
                <a:ext cx="381000" cy="798937"/>
                <a:chOff x="4329752" y="2598827"/>
                <a:chExt cx="381000" cy="798937"/>
              </a:xfrm>
            </p:grpSpPr>
            <p:sp>
              <p:nvSpPr>
                <p:cNvPr id="179" name="TextBox 178"/>
                <p:cNvSpPr txBox="1"/>
                <p:nvPr/>
              </p:nvSpPr>
              <p:spPr>
                <a:xfrm>
                  <a:off x="4329752" y="2598827"/>
                  <a:ext cx="381000" cy="798937"/>
                </a:xfrm>
                <a:prstGeom prst="rect">
                  <a:avLst/>
                </a:prstGeom>
                <a:noFill/>
              </p:spPr>
              <p:txBody>
                <a:bodyPr wrap="square" rtlCol="0">
                  <a:spAutoFit/>
                </a:bodyPr>
                <a:lstStyle/>
                <a:p>
                  <a:pPr>
                    <a:lnSpc>
                      <a:spcPts val="2600"/>
                    </a:lnSpc>
                  </a:pPr>
                  <a:r>
                    <a:rPr lang="en-US" sz="3200" b="1" dirty="0">
                      <a:solidFill>
                        <a:srgbClr val="00B0F0"/>
                      </a:solidFill>
                      <a:latin typeface="Angsana New" pitchFamily="18" charset="-34"/>
                    </a:rPr>
                    <a:t>2</a:t>
                  </a:r>
                </a:p>
                <a:p>
                  <a:pPr>
                    <a:lnSpc>
                      <a:spcPts val="2600"/>
                    </a:lnSpc>
                  </a:pPr>
                  <a:r>
                    <a:rPr lang="en-US" sz="3200" b="1" dirty="0">
                      <a:solidFill>
                        <a:srgbClr val="00B0F0"/>
                      </a:solidFill>
                      <a:latin typeface="Angsana New" pitchFamily="18" charset="-34"/>
                    </a:rPr>
                    <a:t>5</a:t>
                  </a:r>
                </a:p>
              </p:txBody>
            </p:sp>
            <p:cxnSp>
              <p:nvCxnSpPr>
                <p:cNvPr id="180" name="Straight Connector 179"/>
                <p:cNvCxnSpPr/>
                <p:nvPr/>
              </p:nvCxnSpPr>
              <p:spPr>
                <a:xfrm>
                  <a:off x="4373544" y="2934626"/>
                  <a:ext cx="22860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p:nvGrpSpPr>
            <p:grpSpPr>
              <a:xfrm>
                <a:off x="4191000" y="2022144"/>
                <a:ext cx="381000" cy="798937"/>
                <a:chOff x="4329752" y="2598827"/>
                <a:chExt cx="381000" cy="798937"/>
              </a:xfrm>
            </p:grpSpPr>
            <p:sp>
              <p:nvSpPr>
                <p:cNvPr id="182" name="TextBox 181"/>
                <p:cNvSpPr txBox="1"/>
                <p:nvPr/>
              </p:nvSpPr>
              <p:spPr>
                <a:xfrm>
                  <a:off x="4329752" y="2598827"/>
                  <a:ext cx="381000" cy="798937"/>
                </a:xfrm>
                <a:prstGeom prst="rect">
                  <a:avLst/>
                </a:prstGeom>
                <a:noFill/>
              </p:spPr>
              <p:txBody>
                <a:bodyPr wrap="square" rtlCol="0">
                  <a:spAutoFit/>
                </a:bodyPr>
                <a:lstStyle/>
                <a:p>
                  <a:pPr>
                    <a:lnSpc>
                      <a:spcPts val="2600"/>
                    </a:lnSpc>
                  </a:pPr>
                  <a:r>
                    <a:rPr lang="en-US" sz="3200" b="1" dirty="0">
                      <a:solidFill>
                        <a:srgbClr val="00B0F0"/>
                      </a:solidFill>
                      <a:latin typeface="Angsana New" pitchFamily="18" charset="-34"/>
                    </a:rPr>
                    <a:t>2</a:t>
                  </a:r>
                </a:p>
                <a:p>
                  <a:pPr>
                    <a:lnSpc>
                      <a:spcPts val="2600"/>
                    </a:lnSpc>
                  </a:pPr>
                  <a:r>
                    <a:rPr lang="en-US" sz="3200" b="1" dirty="0">
                      <a:solidFill>
                        <a:srgbClr val="00B0F0"/>
                      </a:solidFill>
                      <a:latin typeface="Angsana New" pitchFamily="18" charset="-34"/>
                    </a:rPr>
                    <a:t>5</a:t>
                  </a:r>
                </a:p>
              </p:txBody>
            </p:sp>
            <p:cxnSp>
              <p:nvCxnSpPr>
                <p:cNvPr id="183" name="Straight Connector 182"/>
                <p:cNvCxnSpPr/>
                <p:nvPr/>
              </p:nvCxnSpPr>
              <p:spPr>
                <a:xfrm>
                  <a:off x="4373544" y="2934626"/>
                  <a:ext cx="22860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184" name="Group 183"/>
              <p:cNvGrpSpPr/>
              <p:nvPr/>
            </p:nvGrpSpPr>
            <p:grpSpPr>
              <a:xfrm>
                <a:off x="4612944" y="2022144"/>
                <a:ext cx="381000" cy="798937"/>
                <a:chOff x="4329752" y="2598827"/>
                <a:chExt cx="381000" cy="798937"/>
              </a:xfrm>
            </p:grpSpPr>
            <p:sp>
              <p:nvSpPr>
                <p:cNvPr id="185" name="TextBox 184"/>
                <p:cNvSpPr txBox="1"/>
                <p:nvPr/>
              </p:nvSpPr>
              <p:spPr>
                <a:xfrm>
                  <a:off x="4329752" y="2598827"/>
                  <a:ext cx="381000" cy="798937"/>
                </a:xfrm>
                <a:prstGeom prst="rect">
                  <a:avLst/>
                </a:prstGeom>
                <a:noFill/>
              </p:spPr>
              <p:txBody>
                <a:bodyPr wrap="square" rtlCol="0">
                  <a:spAutoFit/>
                </a:bodyPr>
                <a:lstStyle/>
                <a:p>
                  <a:pPr>
                    <a:lnSpc>
                      <a:spcPts val="2600"/>
                    </a:lnSpc>
                  </a:pPr>
                  <a:r>
                    <a:rPr lang="en-US" sz="3200" b="1" dirty="0">
                      <a:solidFill>
                        <a:srgbClr val="00B0F0"/>
                      </a:solidFill>
                      <a:latin typeface="Angsana New" pitchFamily="18" charset="-34"/>
                    </a:rPr>
                    <a:t>2</a:t>
                  </a:r>
                </a:p>
                <a:p>
                  <a:pPr>
                    <a:lnSpc>
                      <a:spcPts val="2600"/>
                    </a:lnSpc>
                  </a:pPr>
                  <a:r>
                    <a:rPr lang="en-US" sz="3200" b="1" dirty="0">
                      <a:solidFill>
                        <a:srgbClr val="00B0F0"/>
                      </a:solidFill>
                      <a:latin typeface="Angsana New" pitchFamily="18" charset="-34"/>
                    </a:rPr>
                    <a:t>5</a:t>
                  </a:r>
                </a:p>
              </p:txBody>
            </p:sp>
            <p:cxnSp>
              <p:nvCxnSpPr>
                <p:cNvPr id="186" name="Straight Connector 185"/>
                <p:cNvCxnSpPr/>
                <p:nvPr/>
              </p:nvCxnSpPr>
              <p:spPr>
                <a:xfrm>
                  <a:off x="4373544" y="2934626"/>
                  <a:ext cx="22860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3" name="TextBox 2"/>
              <p:cNvSpPr txBox="1"/>
              <p:nvPr/>
            </p:nvSpPr>
            <p:spPr>
              <a:xfrm>
                <a:off x="3586516" y="2158885"/>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sp>
            <p:nvSpPr>
              <p:cNvPr id="187" name="TextBox 186"/>
              <p:cNvSpPr txBox="1"/>
              <p:nvPr/>
            </p:nvSpPr>
            <p:spPr>
              <a:xfrm>
                <a:off x="4000160" y="2168856"/>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sp>
            <p:nvSpPr>
              <p:cNvPr id="188" name="TextBox 187"/>
              <p:cNvSpPr txBox="1"/>
              <p:nvPr/>
            </p:nvSpPr>
            <p:spPr>
              <a:xfrm>
                <a:off x="4389120" y="2168856"/>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grpSp>
        <p:sp>
          <p:nvSpPr>
            <p:cNvPr id="189" name="TextBox 188"/>
            <p:cNvSpPr txBox="1"/>
            <p:nvPr/>
          </p:nvSpPr>
          <p:spPr>
            <a:xfrm>
              <a:off x="4922520" y="2053984"/>
              <a:ext cx="411480" cy="584775"/>
            </a:xfrm>
            <a:prstGeom prst="rect">
              <a:avLst/>
            </a:prstGeom>
            <a:noFill/>
          </p:spPr>
          <p:txBody>
            <a:bodyPr wrap="square" rtlCol="0">
              <a:spAutoFit/>
            </a:bodyPr>
            <a:lstStyle/>
            <a:p>
              <a:r>
                <a:rPr lang="en-US" sz="3200" b="1" dirty="0">
                  <a:solidFill>
                    <a:srgbClr val="FF00FF"/>
                  </a:solidFill>
                  <a:latin typeface="Angsana New" panose="02020603050405020304" pitchFamily="18" charset="-34"/>
                  <a:sym typeface="Symbol"/>
                </a:rPr>
                <a:t>=</a:t>
              </a:r>
              <a:endParaRPr lang="th-TH" sz="3200" b="1" dirty="0">
                <a:solidFill>
                  <a:srgbClr val="FF00FF"/>
                </a:solidFill>
                <a:latin typeface="Angsana New" panose="02020603050405020304" pitchFamily="18" charset="-34"/>
              </a:endParaRPr>
            </a:p>
          </p:txBody>
        </p:sp>
      </p:grpSp>
      <p:grpSp>
        <p:nvGrpSpPr>
          <p:cNvPr id="8" name="Group 7"/>
          <p:cNvGrpSpPr/>
          <p:nvPr/>
        </p:nvGrpSpPr>
        <p:grpSpPr>
          <a:xfrm>
            <a:off x="7240256" y="2717585"/>
            <a:ext cx="922996" cy="689680"/>
            <a:chOff x="4855682" y="2802723"/>
            <a:chExt cx="922996" cy="689680"/>
          </a:xfrm>
        </p:grpSpPr>
        <p:grpSp>
          <p:nvGrpSpPr>
            <p:cNvPr id="148" name="Group 143"/>
            <p:cNvGrpSpPr/>
            <p:nvPr/>
          </p:nvGrpSpPr>
          <p:grpSpPr>
            <a:xfrm>
              <a:off x="5128260" y="2843507"/>
              <a:ext cx="650418" cy="648896"/>
              <a:chOff x="8122350" y="3121850"/>
              <a:chExt cx="650418" cy="648896"/>
            </a:xfrm>
          </p:grpSpPr>
          <p:sp>
            <p:nvSpPr>
              <p:cNvPr id="149" name="TextBox 148"/>
              <p:cNvSpPr txBox="1"/>
              <p:nvPr/>
            </p:nvSpPr>
            <p:spPr>
              <a:xfrm>
                <a:off x="8122350" y="3121850"/>
                <a:ext cx="650418" cy="648896"/>
              </a:xfrm>
              <a:prstGeom prst="rect">
                <a:avLst/>
              </a:prstGeom>
              <a:noFill/>
            </p:spPr>
            <p:txBody>
              <a:bodyPr wrap="square" rtlCol="0">
                <a:spAutoFit/>
              </a:bodyPr>
              <a:lstStyle/>
              <a:p>
                <a:pPr algn="ctr">
                  <a:lnSpc>
                    <a:spcPts val="2000"/>
                  </a:lnSpc>
                </a:pPr>
                <a:r>
                  <a:rPr lang="en-US" b="1" dirty="0">
                    <a:solidFill>
                      <a:srgbClr val="FF00FF"/>
                    </a:solidFill>
                    <a:latin typeface="Angsana New" pitchFamily="18" charset="-34"/>
                  </a:rPr>
                  <a:t>96</a:t>
                </a:r>
              </a:p>
              <a:p>
                <a:pPr algn="ctr">
                  <a:lnSpc>
                    <a:spcPts val="2000"/>
                  </a:lnSpc>
                </a:pPr>
                <a:r>
                  <a:rPr lang="en-US" b="1" dirty="0">
                    <a:solidFill>
                      <a:srgbClr val="FF00FF"/>
                    </a:solidFill>
                    <a:latin typeface="Angsana New" pitchFamily="18" charset="-34"/>
                  </a:rPr>
                  <a:t>625</a:t>
                </a:r>
              </a:p>
            </p:txBody>
          </p:sp>
          <p:cxnSp>
            <p:nvCxnSpPr>
              <p:cNvPr id="150" name="Straight Connector 149"/>
              <p:cNvCxnSpPr/>
              <p:nvPr/>
            </p:nvCxnSpPr>
            <p:spPr>
              <a:xfrm>
                <a:off x="8217727" y="3373973"/>
                <a:ext cx="411480" cy="1588"/>
              </a:xfrm>
              <a:prstGeom prst="line">
                <a:avLst/>
              </a:prstGeom>
              <a:ln w="22225">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01" name="TextBox 200"/>
            <p:cNvSpPr txBox="1"/>
            <p:nvPr/>
          </p:nvSpPr>
          <p:spPr>
            <a:xfrm>
              <a:off x="4855682" y="2802723"/>
              <a:ext cx="411480" cy="584775"/>
            </a:xfrm>
            <a:prstGeom prst="rect">
              <a:avLst/>
            </a:prstGeom>
            <a:noFill/>
          </p:spPr>
          <p:txBody>
            <a:bodyPr wrap="square" rtlCol="0">
              <a:spAutoFit/>
            </a:bodyPr>
            <a:lstStyle/>
            <a:p>
              <a:r>
                <a:rPr lang="en-US" sz="3200" b="1" dirty="0">
                  <a:solidFill>
                    <a:srgbClr val="FF00FF"/>
                  </a:solidFill>
                  <a:latin typeface="Angsana New" panose="02020603050405020304" pitchFamily="18" charset="-34"/>
                  <a:sym typeface="Symbol"/>
                </a:rPr>
                <a:t>=</a:t>
              </a:r>
              <a:endParaRPr lang="th-TH" sz="3200" b="1" dirty="0">
                <a:solidFill>
                  <a:srgbClr val="FF00FF"/>
                </a:solidFill>
                <a:latin typeface="Angsana New" panose="02020603050405020304" pitchFamily="18" charset="-34"/>
              </a:endParaRPr>
            </a:p>
          </p:txBody>
        </p:sp>
      </p:grpSp>
      <p:grpSp>
        <p:nvGrpSpPr>
          <p:cNvPr id="19" name="Group 18"/>
          <p:cNvGrpSpPr/>
          <p:nvPr/>
        </p:nvGrpSpPr>
        <p:grpSpPr>
          <a:xfrm>
            <a:off x="7166900" y="4054707"/>
            <a:ext cx="911556" cy="638390"/>
            <a:chOff x="5565444" y="4170170"/>
            <a:chExt cx="911556" cy="638390"/>
          </a:xfrm>
        </p:grpSpPr>
        <p:grpSp>
          <p:nvGrpSpPr>
            <p:cNvPr id="153" name="Group 143"/>
            <p:cNvGrpSpPr/>
            <p:nvPr/>
          </p:nvGrpSpPr>
          <p:grpSpPr>
            <a:xfrm>
              <a:off x="5836107" y="4203266"/>
              <a:ext cx="640893" cy="605294"/>
              <a:chOff x="8119999" y="3105150"/>
              <a:chExt cx="640893" cy="605294"/>
            </a:xfrm>
          </p:grpSpPr>
          <p:sp>
            <p:nvSpPr>
              <p:cNvPr id="154" name="TextBox 153"/>
              <p:cNvSpPr txBox="1"/>
              <p:nvPr/>
            </p:nvSpPr>
            <p:spPr>
              <a:xfrm>
                <a:off x="8119999" y="3105150"/>
                <a:ext cx="640893" cy="605294"/>
              </a:xfrm>
              <a:prstGeom prst="rect">
                <a:avLst/>
              </a:prstGeom>
              <a:noFill/>
            </p:spPr>
            <p:txBody>
              <a:bodyPr wrap="square" rtlCol="0">
                <a:spAutoFit/>
              </a:bodyPr>
              <a:lstStyle/>
              <a:p>
                <a:pPr algn="ctr">
                  <a:lnSpc>
                    <a:spcPts val="2000"/>
                  </a:lnSpc>
                </a:pPr>
                <a:r>
                  <a:rPr lang="en-US" b="1" dirty="0">
                    <a:solidFill>
                      <a:srgbClr val="FF00FF"/>
                    </a:solidFill>
                    <a:latin typeface="Angsana New" pitchFamily="18" charset="-34"/>
                  </a:rPr>
                  <a:t>216</a:t>
                </a:r>
              </a:p>
              <a:p>
                <a:pPr algn="ctr">
                  <a:lnSpc>
                    <a:spcPts val="2000"/>
                  </a:lnSpc>
                </a:pPr>
                <a:r>
                  <a:rPr lang="en-US" b="1" dirty="0">
                    <a:solidFill>
                      <a:srgbClr val="FF00FF"/>
                    </a:solidFill>
                    <a:latin typeface="Angsana New" pitchFamily="18" charset="-34"/>
                  </a:rPr>
                  <a:t>625</a:t>
                </a:r>
              </a:p>
            </p:txBody>
          </p:sp>
          <p:cxnSp>
            <p:nvCxnSpPr>
              <p:cNvPr id="155" name="Straight Connector 154"/>
              <p:cNvCxnSpPr/>
              <p:nvPr/>
            </p:nvCxnSpPr>
            <p:spPr>
              <a:xfrm>
                <a:off x="8229602" y="3362098"/>
                <a:ext cx="411480" cy="1588"/>
              </a:xfrm>
              <a:prstGeom prst="line">
                <a:avLst/>
              </a:prstGeom>
              <a:ln w="22225">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02" name="TextBox 201"/>
            <p:cNvSpPr txBox="1"/>
            <p:nvPr/>
          </p:nvSpPr>
          <p:spPr>
            <a:xfrm>
              <a:off x="5565444" y="4170170"/>
              <a:ext cx="411480" cy="584775"/>
            </a:xfrm>
            <a:prstGeom prst="rect">
              <a:avLst/>
            </a:prstGeom>
            <a:noFill/>
          </p:spPr>
          <p:txBody>
            <a:bodyPr wrap="square" rtlCol="0">
              <a:spAutoFit/>
            </a:bodyPr>
            <a:lstStyle/>
            <a:p>
              <a:r>
                <a:rPr lang="en-US" sz="3200" b="1" dirty="0">
                  <a:solidFill>
                    <a:srgbClr val="FF00FF"/>
                  </a:solidFill>
                  <a:latin typeface="Angsana New" panose="02020603050405020304" pitchFamily="18" charset="-34"/>
                  <a:sym typeface="Symbol"/>
                </a:rPr>
                <a:t>=</a:t>
              </a:r>
              <a:endParaRPr lang="th-TH" sz="3200" b="1" dirty="0">
                <a:solidFill>
                  <a:srgbClr val="FF00FF"/>
                </a:solidFill>
                <a:latin typeface="Angsana New" panose="02020603050405020304" pitchFamily="18" charset="-34"/>
              </a:endParaRPr>
            </a:p>
          </p:txBody>
        </p:sp>
      </p:grpSp>
      <p:grpSp>
        <p:nvGrpSpPr>
          <p:cNvPr id="11" name="Group 10"/>
          <p:cNvGrpSpPr/>
          <p:nvPr/>
        </p:nvGrpSpPr>
        <p:grpSpPr>
          <a:xfrm>
            <a:off x="7240256" y="5408249"/>
            <a:ext cx="989344" cy="648488"/>
            <a:chOff x="5868656" y="5443206"/>
            <a:chExt cx="989344" cy="648488"/>
          </a:xfrm>
        </p:grpSpPr>
        <p:grpSp>
          <p:nvGrpSpPr>
            <p:cNvPr id="158" name="Group 143"/>
            <p:cNvGrpSpPr/>
            <p:nvPr/>
          </p:nvGrpSpPr>
          <p:grpSpPr>
            <a:xfrm>
              <a:off x="6223908" y="5486400"/>
              <a:ext cx="634092" cy="605294"/>
              <a:chOff x="8131875" y="3120571"/>
              <a:chExt cx="634092" cy="605294"/>
            </a:xfrm>
          </p:grpSpPr>
          <p:sp>
            <p:nvSpPr>
              <p:cNvPr id="159" name="TextBox 158"/>
              <p:cNvSpPr txBox="1"/>
              <p:nvPr/>
            </p:nvSpPr>
            <p:spPr>
              <a:xfrm>
                <a:off x="8131875" y="3120571"/>
                <a:ext cx="634092" cy="605294"/>
              </a:xfrm>
              <a:prstGeom prst="rect">
                <a:avLst/>
              </a:prstGeom>
              <a:noFill/>
            </p:spPr>
            <p:txBody>
              <a:bodyPr wrap="square" rtlCol="0">
                <a:spAutoFit/>
              </a:bodyPr>
              <a:lstStyle/>
              <a:p>
                <a:pPr algn="ctr">
                  <a:lnSpc>
                    <a:spcPts val="2000"/>
                  </a:lnSpc>
                </a:pPr>
                <a:r>
                  <a:rPr lang="en-US" b="1" dirty="0">
                    <a:solidFill>
                      <a:srgbClr val="FF00FF"/>
                    </a:solidFill>
                    <a:latin typeface="Angsana New" pitchFamily="18" charset="-34"/>
                  </a:rPr>
                  <a:t>216</a:t>
                </a:r>
              </a:p>
              <a:p>
                <a:pPr algn="ctr">
                  <a:lnSpc>
                    <a:spcPts val="2000"/>
                  </a:lnSpc>
                </a:pPr>
                <a:r>
                  <a:rPr lang="en-US" b="1" dirty="0">
                    <a:solidFill>
                      <a:srgbClr val="FF00FF"/>
                    </a:solidFill>
                    <a:latin typeface="Angsana New" pitchFamily="18" charset="-34"/>
                  </a:rPr>
                  <a:t>625</a:t>
                </a:r>
              </a:p>
            </p:txBody>
          </p:sp>
          <p:cxnSp>
            <p:nvCxnSpPr>
              <p:cNvPr id="160" name="Straight Connector 159"/>
              <p:cNvCxnSpPr/>
              <p:nvPr/>
            </p:nvCxnSpPr>
            <p:spPr>
              <a:xfrm>
                <a:off x="8229602" y="3362098"/>
                <a:ext cx="411480" cy="1588"/>
              </a:xfrm>
              <a:prstGeom prst="line">
                <a:avLst/>
              </a:prstGeom>
              <a:ln w="22225">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03" name="TextBox 202"/>
            <p:cNvSpPr txBox="1"/>
            <p:nvPr/>
          </p:nvSpPr>
          <p:spPr>
            <a:xfrm>
              <a:off x="5868656" y="5443206"/>
              <a:ext cx="411480" cy="584775"/>
            </a:xfrm>
            <a:prstGeom prst="rect">
              <a:avLst/>
            </a:prstGeom>
            <a:noFill/>
          </p:spPr>
          <p:txBody>
            <a:bodyPr wrap="square" rtlCol="0">
              <a:spAutoFit/>
            </a:bodyPr>
            <a:lstStyle/>
            <a:p>
              <a:r>
                <a:rPr lang="en-US" sz="3200" b="1" dirty="0">
                  <a:solidFill>
                    <a:srgbClr val="FF00FF"/>
                  </a:solidFill>
                  <a:latin typeface="Angsana New" panose="02020603050405020304" pitchFamily="18" charset="-34"/>
                  <a:sym typeface="Symbol"/>
                </a:rPr>
                <a:t>=</a:t>
              </a:r>
              <a:endParaRPr lang="th-TH" sz="3200" b="1" dirty="0">
                <a:solidFill>
                  <a:srgbClr val="FF00FF"/>
                </a:solidFill>
                <a:latin typeface="Angsana New" panose="02020603050405020304" pitchFamily="18" charset="-34"/>
              </a:endParaRPr>
            </a:p>
          </p:txBody>
        </p:sp>
      </p:grpSp>
      <p:grpSp>
        <p:nvGrpSpPr>
          <p:cNvPr id="12" name="Group 11"/>
          <p:cNvGrpSpPr/>
          <p:nvPr/>
        </p:nvGrpSpPr>
        <p:grpSpPr>
          <a:xfrm>
            <a:off x="6617008" y="6154545"/>
            <a:ext cx="944880" cy="685800"/>
            <a:chOff x="5151120" y="6270008"/>
            <a:chExt cx="944880" cy="685800"/>
          </a:xfrm>
        </p:grpSpPr>
        <p:grpSp>
          <p:nvGrpSpPr>
            <p:cNvPr id="163" name="Group 143"/>
            <p:cNvGrpSpPr/>
            <p:nvPr/>
          </p:nvGrpSpPr>
          <p:grpSpPr>
            <a:xfrm>
              <a:off x="5455107" y="6306912"/>
              <a:ext cx="640893" cy="648896"/>
              <a:chOff x="8119999" y="3107500"/>
              <a:chExt cx="640893" cy="648896"/>
            </a:xfrm>
          </p:grpSpPr>
          <p:sp>
            <p:nvSpPr>
              <p:cNvPr id="164" name="TextBox 163"/>
              <p:cNvSpPr txBox="1"/>
              <p:nvPr/>
            </p:nvSpPr>
            <p:spPr>
              <a:xfrm>
                <a:off x="8119999" y="3107500"/>
                <a:ext cx="640893" cy="648896"/>
              </a:xfrm>
              <a:prstGeom prst="rect">
                <a:avLst/>
              </a:prstGeom>
              <a:noFill/>
            </p:spPr>
            <p:txBody>
              <a:bodyPr wrap="square" rtlCol="0">
                <a:spAutoFit/>
              </a:bodyPr>
              <a:lstStyle/>
              <a:p>
                <a:pPr algn="ctr">
                  <a:lnSpc>
                    <a:spcPts val="2000"/>
                  </a:lnSpc>
                </a:pPr>
                <a:r>
                  <a:rPr lang="en-US" b="1" dirty="0">
                    <a:solidFill>
                      <a:srgbClr val="FF00FF"/>
                    </a:solidFill>
                    <a:latin typeface="Angsana New" pitchFamily="18" charset="-34"/>
                  </a:rPr>
                  <a:t>81</a:t>
                </a:r>
              </a:p>
              <a:p>
                <a:pPr algn="ctr">
                  <a:lnSpc>
                    <a:spcPts val="2000"/>
                  </a:lnSpc>
                </a:pPr>
                <a:r>
                  <a:rPr lang="en-US" b="1" dirty="0">
                    <a:solidFill>
                      <a:srgbClr val="FF00FF"/>
                    </a:solidFill>
                    <a:latin typeface="Angsana New" pitchFamily="18" charset="-34"/>
                  </a:rPr>
                  <a:t>625</a:t>
                </a:r>
              </a:p>
            </p:txBody>
          </p:sp>
          <p:cxnSp>
            <p:nvCxnSpPr>
              <p:cNvPr id="165" name="Straight Connector 164"/>
              <p:cNvCxnSpPr/>
              <p:nvPr/>
            </p:nvCxnSpPr>
            <p:spPr>
              <a:xfrm>
                <a:off x="8229602" y="3362098"/>
                <a:ext cx="411480" cy="1588"/>
              </a:xfrm>
              <a:prstGeom prst="line">
                <a:avLst/>
              </a:prstGeom>
              <a:ln w="22225">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04" name="TextBox 203"/>
            <p:cNvSpPr txBox="1"/>
            <p:nvPr/>
          </p:nvSpPr>
          <p:spPr>
            <a:xfrm>
              <a:off x="5151120" y="6270008"/>
              <a:ext cx="411480" cy="584775"/>
            </a:xfrm>
            <a:prstGeom prst="rect">
              <a:avLst/>
            </a:prstGeom>
            <a:noFill/>
          </p:spPr>
          <p:txBody>
            <a:bodyPr wrap="square" rtlCol="0">
              <a:spAutoFit/>
            </a:bodyPr>
            <a:lstStyle/>
            <a:p>
              <a:r>
                <a:rPr lang="en-US" sz="3200" b="1" dirty="0">
                  <a:solidFill>
                    <a:srgbClr val="FF00FF"/>
                  </a:solidFill>
                  <a:latin typeface="Angsana New" panose="02020603050405020304" pitchFamily="18" charset="-34"/>
                  <a:sym typeface="Symbol"/>
                </a:rPr>
                <a:t>=</a:t>
              </a:r>
              <a:endParaRPr lang="th-TH" sz="3200" b="1" dirty="0">
                <a:solidFill>
                  <a:srgbClr val="FF00FF"/>
                </a:solidFill>
                <a:latin typeface="Angsana New" panose="02020603050405020304" pitchFamily="18" charset="-34"/>
              </a:endParaRPr>
            </a:p>
          </p:txBody>
        </p:sp>
      </p:grpSp>
      <p:grpSp>
        <p:nvGrpSpPr>
          <p:cNvPr id="10" name="Group 9"/>
          <p:cNvGrpSpPr/>
          <p:nvPr/>
        </p:nvGrpSpPr>
        <p:grpSpPr>
          <a:xfrm>
            <a:off x="4948075" y="2681274"/>
            <a:ext cx="2377253" cy="808578"/>
            <a:chOff x="3346619" y="2796737"/>
            <a:chExt cx="2377253" cy="808578"/>
          </a:xfrm>
        </p:grpSpPr>
        <p:grpSp>
          <p:nvGrpSpPr>
            <p:cNvPr id="7" name="Group 6"/>
            <p:cNvGrpSpPr/>
            <p:nvPr/>
          </p:nvGrpSpPr>
          <p:grpSpPr>
            <a:xfrm>
              <a:off x="3401708" y="2796737"/>
              <a:ext cx="1584280" cy="808578"/>
              <a:chOff x="5730920" y="3687222"/>
              <a:chExt cx="1584280" cy="808578"/>
            </a:xfrm>
          </p:grpSpPr>
          <p:grpSp>
            <p:nvGrpSpPr>
              <p:cNvPr id="6" name="Group 5"/>
              <p:cNvGrpSpPr/>
              <p:nvPr/>
            </p:nvGrpSpPr>
            <p:grpSpPr>
              <a:xfrm>
                <a:off x="5730920" y="3687222"/>
                <a:ext cx="1584280" cy="808578"/>
                <a:chOff x="5730920" y="3687222"/>
                <a:chExt cx="1584280" cy="808578"/>
              </a:xfrm>
            </p:grpSpPr>
            <p:sp>
              <p:nvSpPr>
                <p:cNvPr id="190" name="TextBox 189"/>
                <p:cNvSpPr txBox="1"/>
                <p:nvPr/>
              </p:nvSpPr>
              <p:spPr>
                <a:xfrm>
                  <a:off x="5730920" y="3687222"/>
                  <a:ext cx="381000" cy="798937"/>
                </a:xfrm>
                <a:prstGeom prst="rect">
                  <a:avLst/>
                </a:prstGeom>
                <a:noFill/>
              </p:spPr>
              <p:txBody>
                <a:bodyPr wrap="square" rtlCol="0">
                  <a:spAutoFit/>
                </a:bodyPr>
                <a:lstStyle/>
                <a:p>
                  <a:pPr>
                    <a:lnSpc>
                      <a:spcPts val="2600"/>
                    </a:lnSpc>
                  </a:pPr>
                  <a:r>
                    <a:rPr lang="en-US" sz="3200" b="1" dirty="0">
                      <a:solidFill>
                        <a:srgbClr val="00B0F0"/>
                      </a:solidFill>
                      <a:latin typeface="Angsana New" pitchFamily="18" charset="-34"/>
                    </a:rPr>
                    <a:t>2</a:t>
                  </a:r>
                </a:p>
                <a:p>
                  <a:pPr>
                    <a:lnSpc>
                      <a:spcPts val="2600"/>
                    </a:lnSpc>
                  </a:pPr>
                  <a:r>
                    <a:rPr lang="en-US" sz="3200" b="1" dirty="0">
                      <a:solidFill>
                        <a:srgbClr val="00B0F0"/>
                      </a:solidFill>
                      <a:latin typeface="Angsana New" pitchFamily="18" charset="-34"/>
                    </a:rPr>
                    <a:t>5</a:t>
                  </a:r>
                </a:p>
              </p:txBody>
            </p:sp>
            <p:sp>
              <p:nvSpPr>
                <p:cNvPr id="191" name="TextBox 190"/>
                <p:cNvSpPr txBox="1"/>
                <p:nvPr/>
              </p:nvSpPr>
              <p:spPr>
                <a:xfrm>
                  <a:off x="6131256" y="3696863"/>
                  <a:ext cx="381000" cy="798937"/>
                </a:xfrm>
                <a:prstGeom prst="rect">
                  <a:avLst/>
                </a:prstGeom>
                <a:noFill/>
              </p:spPr>
              <p:txBody>
                <a:bodyPr wrap="square" rtlCol="0">
                  <a:spAutoFit/>
                </a:bodyPr>
                <a:lstStyle/>
                <a:p>
                  <a:pPr>
                    <a:lnSpc>
                      <a:spcPts val="2600"/>
                    </a:lnSpc>
                  </a:pPr>
                  <a:r>
                    <a:rPr lang="en-US" sz="3200" b="1" dirty="0">
                      <a:solidFill>
                        <a:srgbClr val="00B0F0"/>
                      </a:solidFill>
                      <a:latin typeface="Angsana New" pitchFamily="18" charset="-34"/>
                    </a:rPr>
                    <a:t>2</a:t>
                  </a:r>
                </a:p>
                <a:p>
                  <a:pPr>
                    <a:lnSpc>
                      <a:spcPts val="2600"/>
                    </a:lnSpc>
                  </a:pPr>
                  <a:r>
                    <a:rPr lang="en-US" sz="3200" b="1" dirty="0">
                      <a:solidFill>
                        <a:srgbClr val="00B0F0"/>
                      </a:solidFill>
                      <a:latin typeface="Angsana New" pitchFamily="18" charset="-34"/>
                    </a:rPr>
                    <a:t>5</a:t>
                  </a:r>
                </a:p>
              </p:txBody>
            </p:sp>
            <p:sp>
              <p:nvSpPr>
                <p:cNvPr id="192" name="TextBox 191"/>
                <p:cNvSpPr txBox="1"/>
                <p:nvPr/>
              </p:nvSpPr>
              <p:spPr>
                <a:xfrm>
                  <a:off x="6512256" y="3688903"/>
                  <a:ext cx="381000" cy="798937"/>
                </a:xfrm>
                <a:prstGeom prst="rect">
                  <a:avLst/>
                </a:prstGeom>
                <a:noFill/>
              </p:spPr>
              <p:txBody>
                <a:bodyPr wrap="square" rtlCol="0">
                  <a:spAutoFit/>
                </a:bodyPr>
                <a:lstStyle/>
                <a:p>
                  <a:pPr>
                    <a:lnSpc>
                      <a:spcPts val="2600"/>
                    </a:lnSpc>
                  </a:pPr>
                  <a:r>
                    <a:rPr lang="en-US" sz="3200" b="1" dirty="0">
                      <a:solidFill>
                        <a:srgbClr val="00B0F0"/>
                      </a:solidFill>
                      <a:latin typeface="Angsana New" pitchFamily="18" charset="-34"/>
                    </a:rPr>
                    <a:t>2</a:t>
                  </a:r>
                </a:p>
                <a:p>
                  <a:pPr>
                    <a:lnSpc>
                      <a:spcPts val="2600"/>
                    </a:lnSpc>
                  </a:pPr>
                  <a:r>
                    <a:rPr lang="en-US" sz="3200" b="1" dirty="0">
                      <a:solidFill>
                        <a:srgbClr val="00B0F0"/>
                      </a:solidFill>
                      <a:latin typeface="Angsana New" pitchFamily="18" charset="-34"/>
                    </a:rPr>
                    <a:t>5</a:t>
                  </a:r>
                </a:p>
              </p:txBody>
            </p:sp>
            <p:sp>
              <p:nvSpPr>
                <p:cNvPr id="193" name="TextBox 192"/>
                <p:cNvSpPr txBox="1"/>
                <p:nvPr/>
              </p:nvSpPr>
              <p:spPr>
                <a:xfrm>
                  <a:off x="6934200" y="3688903"/>
                  <a:ext cx="381000" cy="759182"/>
                </a:xfrm>
                <a:prstGeom prst="rect">
                  <a:avLst/>
                </a:prstGeom>
                <a:noFill/>
              </p:spPr>
              <p:txBody>
                <a:bodyPr wrap="square" rtlCol="0">
                  <a:spAutoFit/>
                </a:bodyPr>
                <a:lstStyle/>
                <a:p>
                  <a:pPr>
                    <a:lnSpc>
                      <a:spcPts val="2600"/>
                    </a:lnSpc>
                  </a:pPr>
                  <a:r>
                    <a:rPr lang="en-US" sz="3200" b="1" dirty="0">
                      <a:solidFill>
                        <a:srgbClr val="660066"/>
                      </a:solidFill>
                      <a:latin typeface="Angsana New" pitchFamily="18" charset="-34"/>
                    </a:rPr>
                    <a:t>3</a:t>
                  </a:r>
                </a:p>
                <a:p>
                  <a:pPr>
                    <a:lnSpc>
                      <a:spcPts val="2600"/>
                    </a:lnSpc>
                  </a:pPr>
                  <a:r>
                    <a:rPr lang="en-US" sz="3200" b="1" dirty="0">
                      <a:solidFill>
                        <a:srgbClr val="660066"/>
                      </a:solidFill>
                      <a:latin typeface="Angsana New" pitchFamily="18" charset="-34"/>
                    </a:rPr>
                    <a:t>5</a:t>
                  </a:r>
                </a:p>
              </p:txBody>
            </p:sp>
            <p:sp>
              <p:nvSpPr>
                <p:cNvPr id="194" name="TextBox 193"/>
                <p:cNvSpPr txBox="1"/>
                <p:nvPr/>
              </p:nvSpPr>
              <p:spPr>
                <a:xfrm>
                  <a:off x="5907772" y="3825644"/>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sp>
              <p:nvSpPr>
                <p:cNvPr id="195" name="TextBox 194"/>
                <p:cNvSpPr txBox="1"/>
                <p:nvPr/>
              </p:nvSpPr>
              <p:spPr>
                <a:xfrm>
                  <a:off x="6321416" y="3835615"/>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sp>
              <p:nvSpPr>
                <p:cNvPr id="196" name="TextBox 195"/>
                <p:cNvSpPr txBox="1"/>
                <p:nvPr/>
              </p:nvSpPr>
              <p:spPr>
                <a:xfrm>
                  <a:off x="6710376" y="3835615"/>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grpSp>
          <p:cxnSp>
            <p:nvCxnSpPr>
              <p:cNvPr id="197" name="Straight Connector 196"/>
              <p:cNvCxnSpPr/>
              <p:nvPr/>
            </p:nvCxnSpPr>
            <p:spPr>
              <a:xfrm>
                <a:off x="5763904" y="4021092"/>
                <a:ext cx="22860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a:xfrm>
                <a:off x="6172200" y="4024952"/>
                <a:ext cx="22860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a:xfrm>
                <a:off x="6570264" y="4038600"/>
                <a:ext cx="22860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a:xfrm>
                <a:off x="6983104" y="4038600"/>
                <a:ext cx="228600" cy="1588"/>
              </a:xfrm>
              <a:prstGeom prst="line">
                <a:avLst/>
              </a:prstGeom>
              <a:ln w="28575">
                <a:solidFill>
                  <a:srgbClr val="660066"/>
                </a:solidFill>
              </a:ln>
            </p:spPr>
            <p:style>
              <a:lnRef idx="1">
                <a:schemeClr val="accent1"/>
              </a:lnRef>
              <a:fillRef idx="0">
                <a:schemeClr val="accent1"/>
              </a:fillRef>
              <a:effectRef idx="0">
                <a:schemeClr val="accent1"/>
              </a:effectRef>
              <a:fontRef idx="minor">
                <a:schemeClr val="tx1"/>
              </a:fontRef>
            </p:style>
          </p:cxnSp>
        </p:grpSp>
        <p:sp>
          <p:nvSpPr>
            <p:cNvPr id="9" name="Double Bracket 8"/>
            <p:cNvSpPr/>
            <p:nvPr/>
          </p:nvSpPr>
          <p:spPr>
            <a:xfrm>
              <a:off x="3346619" y="2805752"/>
              <a:ext cx="1647325" cy="619783"/>
            </a:xfrm>
            <a:prstGeom prst="bracketPair">
              <a:avLst/>
            </a:prstGeom>
            <a:ln w="28575">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205" name="TextBox 204"/>
            <p:cNvSpPr txBox="1"/>
            <p:nvPr/>
          </p:nvSpPr>
          <p:spPr>
            <a:xfrm>
              <a:off x="4980296" y="2819400"/>
              <a:ext cx="743576" cy="584775"/>
            </a:xfrm>
            <a:prstGeom prst="rect">
              <a:avLst/>
            </a:prstGeom>
            <a:noFill/>
          </p:spPr>
          <p:txBody>
            <a:bodyPr wrap="square" rtlCol="0">
              <a:spAutoFit/>
            </a:bodyPr>
            <a:lstStyle/>
            <a:p>
              <a:r>
                <a:rPr lang="th-TH" sz="2000" dirty="0">
                  <a:solidFill>
                    <a:srgbClr val="FF00FF"/>
                  </a:solidFill>
                  <a:sym typeface="Symbol"/>
                </a:rPr>
                <a:t>  </a:t>
              </a:r>
              <a:r>
                <a:rPr lang="th-TH" sz="3200" b="1" dirty="0">
                  <a:solidFill>
                    <a:srgbClr val="FF00FF"/>
                  </a:solidFill>
                  <a:sym typeface="Symbol"/>
                </a:rPr>
                <a:t>4</a:t>
              </a:r>
              <a:endParaRPr lang="th-TH" sz="3200" b="1" dirty="0">
                <a:solidFill>
                  <a:srgbClr val="FF00FF"/>
                </a:solidFill>
              </a:endParaRPr>
            </a:p>
          </p:txBody>
        </p:sp>
      </p:grpSp>
      <p:grpSp>
        <p:nvGrpSpPr>
          <p:cNvPr id="206" name="Group 205"/>
          <p:cNvGrpSpPr/>
          <p:nvPr/>
        </p:nvGrpSpPr>
        <p:grpSpPr>
          <a:xfrm>
            <a:off x="5015403" y="5365303"/>
            <a:ext cx="2377253" cy="808578"/>
            <a:chOff x="3346619" y="2796737"/>
            <a:chExt cx="2377253" cy="808578"/>
          </a:xfrm>
        </p:grpSpPr>
        <p:grpSp>
          <p:nvGrpSpPr>
            <p:cNvPr id="207" name="Group 206"/>
            <p:cNvGrpSpPr/>
            <p:nvPr/>
          </p:nvGrpSpPr>
          <p:grpSpPr>
            <a:xfrm>
              <a:off x="3401708" y="2796737"/>
              <a:ext cx="1584280" cy="808578"/>
              <a:chOff x="5730920" y="3687222"/>
              <a:chExt cx="1584280" cy="808578"/>
            </a:xfrm>
          </p:grpSpPr>
          <p:grpSp>
            <p:nvGrpSpPr>
              <p:cNvPr id="210" name="Group 209"/>
              <p:cNvGrpSpPr/>
              <p:nvPr/>
            </p:nvGrpSpPr>
            <p:grpSpPr>
              <a:xfrm>
                <a:off x="5730920" y="3687222"/>
                <a:ext cx="1584280" cy="808578"/>
                <a:chOff x="5730920" y="3687222"/>
                <a:chExt cx="1584280" cy="808578"/>
              </a:xfrm>
            </p:grpSpPr>
            <p:sp>
              <p:nvSpPr>
                <p:cNvPr id="220" name="TextBox 219"/>
                <p:cNvSpPr txBox="1"/>
                <p:nvPr/>
              </p:nvSpPr>
              <p:spPr>
                <a:xfrm>
                  <a:off x="6321416" y="3835615"/>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sp>
              <p:nvSpPr>
                <p:cNvPr id="215" name="TextBox 214"/>
                <p:cNvSpPr txBox="1"/>
                <p:nvPr/>
              </p:nvSpPr>
              <p:spPr>
                <a:xfrm>
                  <a:off x="5730920" y="3687222"/>
                  <a:ext cx="381000" cy="798937"/>
                </a:xfrm>
                <a:prstGeom prst="rect">
                  <a:avLst/>
                </a:prstGeom>
                <a:noFill/>
              </p:spPr>
              <p:txBody>
                <a:bodyPr wrap="square" rtlCol="0">
                  <a:spAutoFit/>
                </a:bodyPr>
                <a:lstStyle/>
                <a:p>
                  <a:pPr>
                    <a:lnSpc>
                      <a:spcPts val="2600"/>
                    </a:lnSpc>
                  </a:pPr>
                  <a:r>
                    <a:rPr lang="en-US" sz="3200" b="1" dirty="0">
                      <a:solidFill>
                        <a:srgbClr val="00B0F0"/>
                      </a:solidFill>
                      <a:latin typeface="Angsana New" pitchFamily="18" charset="-34"/>
                    </a:rPr>
                    <a:t>2</a:t>
                  </a:r>
                </a:p>
                <a:p>
                  <a:pPr>
                    <a:lnSpc>
                      <a:spcPts val="2600"/>
                    </a:lnSpc>
                  </a:pPr>
                  <a:r>
                    <a:rPr lang="en-US" sz="3200" b="1" dirty="0">
                      <a:solidFill>
                        <a:srgbClr val="00B0F0"/>
                      </a:solidFill>
                      <a:latin typeface="Angsana New" pitchFamily="18" charset="-34"/>
                    </a:rPr>
                    <a:t>5</a:t>
                  </a:r>
                </a:p>
              </p:txBody>
            </p:sp>
            <p:sp>
              <p:nvSpPr>
                <p:cNvPr id="216" name="TextBox 215"/>
                <p:cNvSpPr txBox="1"/>
                <p:nvPr/>
              </p:nvSpPr>
              <p:spPr>
                <a:xfrm>
                  <a:off x="6131256" y="3696863"/>
                  <a:ext cx="381000" cy="798937"/>
                </a:xfrm>
                <a:prstGeom prst="rect">
                  <a:avLst/>
                </a:prstGeom>
                <a:noFill/>
              </p:spPr>
              <p:txBody>
                <a:bodyPr wrap="square" rtlCol="0">
                  <a:spAutoFit/>
                </a:bodyPr>
                <a:lstStyle/>
                <a:p>
                  <a:pPr>
                    <a:lnSpc>
                      <a:spcPts val="2600"/>
                    </a:lnSpc>
                  </a:pPr>
                  <a:r>
                    <a:rPr lang="en-US" sz="3200" b="1" dirty="0">
                      <a:solidFill>
                        <a:srgbClr val="660066"/>
                      </a:solidFill>
                      <a:latin typeface="Angsana New" pitchFamily="18" charset="-34"/>
                    </a:rPr>
                    <a:t>3</a:t>
                  </a:r>
                </a:p>
                <a:p>
                  <a:pPr>
                    <a:lnSpc>
                      <a:spcPts val="2600"/>
                    </a:lnSpc>
                  </a:pPr>
                  <a:r>
                    <a:rPr lang="en-US" sz="3200" b="1" dirty="0">
                      <a:solidFill>
                        <a:srgbClr val="660066"/>
                      </a:solidFill>
                      <a:latin typeface="Angsana New" pitchFamily="18" charset="-34"/>
                    </a:rPr>
                    <a:t>5</a:t>
                  </a:r>
                </a:p>
              </p:txBody>
            </p:sp>
            <p:sp>
              <p:nvSpPr>
                <p:cNvPr id="217" name="TextBox 216"/>
                <p:cNvSpPr txBox="1"/>
                <p:nvPr/>
              </p:nvSpPr>
              <p:spPr>
                <a:xfrm>
                  <a:off x="6512256" y="3688903"/>
                  <a:ext cx="381000" cy="798937"/>
                </a:xfrm>
                <a:prstGeom prst="rect">
                  <a:avLst/>
                </a:prstGeom>
                <a:noFill/>
              </p:spPr>
              <p:txBody>
                <a:bodyPr wrap="square" rtlCol="0">
                  <a:spAutoFit/>
                </a:bodyPr>
                <a:lstStyle/>
                <a:p>
                  <a:pPr>
                    <a:lnSpc>
                      <a:spcPts val="2600"/>
                    </a:lnSpc>
                  </a:pPr>
                  <a:r>
                    <a:rPr lang="en-US" sz="3200" b="1" dirty="0">
                      <a:solidFill>
                        <a:srgbClr val="660066"/>
                      </a:solidFill>
                      <a:latin typeface="Angsana New" pitchFamily="18" charset="-34"/>
                    </a:rPr>
                    <a:t>3</a:t>
                  </a:r>
                </a:p>
                <a:p>
                  <a:pPr>
                    <a:lnSpc>
                      <a:spcPts val="2600"/>
                    </a:lnSpc>
                  </a:pPr>
                  <a:r>
                    <a:rPr lang="en-US" sz="3200" b="1" dirty="0">
                      <a:solidFill>
                        <a:srgbClr val="660066"/>
                      </a:solidFill>
                      <a:latin typeface="Angsana New" pitchFamily="18" charset="-34"/>
                    </a:rPr>
                    <a:t>5</a:t>
                  </a:r>
                </a:p>
              </p:txBody>
            </p:sp>
            <p:sp>
              <p:nvSpPr>
                <p:cNvPr id="218" name="TextBox 217"/>
                <p:cNvSpPr txBox="1"/>
                <p:nvPr/>
              </p:nvSpPr>
              <p:spPr>
                <a:xfrm>
                  <a:off x="6934200" y="3688903"/>
                  <a:ext cx="381000" cy="759182"/>
                </a:xfrm>
                <a:prstGeom prst="rect">
                  <a:avLst/>
                </a:prstGeom>
                <a:noFill/>
              </p:spPr>
              <p:txBody>
                <a:bodyPr wrap="square" rtlCol="0">
                  <a:spAutoFit/>
                </a:bodyPr>
                <a:lstStyle/>
                <a:p>
                  <a:pPr>
                    <a:lnSpc>
                      <a:spcPts val="2600"/>
                    </a:lnSpc>
                  </a:pPr>
                  <a:r>
                    <a:rPr lang="en-US" sz="3200" b="1" dirty="0">
                      <a:solidFill>
                        <a:srgbClr val="660066"/>
                      </a:solidFill>
                      <a:latin typeface="Angsana New" pitchFamily="18" charset="-34"/>
                    </a:rPr>
                    <a:t>3</a:t>
                  </a:r>
                </a:p>
                <a:p>
                  <a:pPr>
                    <a:lnSpc>
                      <a:spcPts val="2600"/>
                    </a:lnSpc>
                  </a:pPr>
                  <a:r>
                    <a:rPr lang="en-US" sz="3200" b="1" dirty="0">
                      <a:solidFill>
                        <a:srgbClr val="660066"/>
                      </a:solidFill>
                      <a:latin typeface="Angsana New" pitchFamily="18" charset="-34"/>
                    </a:rPr>
                    <a:t>5</a:t>
                  </a:r>
                </a:p>
              </p:txBody>
            </p:sp>
            <p:sp>
              <p:nvSpPr>
                <p:cNvPr id="219" name="TextBox 218"/>
                <p:cNvSpPr txBox="1"/>
                <p:nvPr/>
              </p:nvSpPr>
              <p:spPr>
                <a:xfrm>
                  <a:off x="5907772" y="3825644"/>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sp>
              <p:nvSpPr>
                <p:cNvPr id="221" name="TextBox 220"/>
                <p:cNvSpPr txBox="1"/>
                <p:nvPr/>
              </p:nvSpPr>
              <p:spPr>
                <a:xfrm>
                  <a:off x="6710376" y="3835615"/>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grpSp>
          <p:cxnSp>
            <p:nvCxnSpPr>
              <p:cNvPr id="211" name="Straight Connector 210"/>
              <p:cNvCxnSpPr/>
              <p:nvPr/>
            </p:nvCxnSpPr>
            <p:spPr>
              <a:xfrm>
                <a:off x="5763904" y="4021092"/>
                <a:ext cx="22860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a:off x="6172200" y="4024952"/>
                <a:ext cx="228600" cy="1588"/>
              </a:xfrm>
              <a:prstGeom prst="line">
                <a:avLst/>
              </a:prstGeom>
              <a:ln w="28575">
                <a:solidFill>
                  <a:srgbClr val="660066"/>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a:off x="6570264" y="4038600"/>
                <a:ext cx="228600" cy="1588"/>
              </a:xfrm>
              <a:prstGeom prst="line">
                <a:avLst/>
              </a:prstGeom>
              <a:ln w="28575">
                <a:solidFill>
                  <a:srgbClr val="660066"/>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a:off x="6983104" y="4038600"/>
                <a:ext cx="228600" cy="1588"/>
              </a:xfrm>
              <a:prstGeom prst="line">
                <a:avLst/>
              </a:prstGeom>
              <a:ln w="28575">
                <a:solidFill>
                  <a:srgbClr val="660066"/>
                </a:solidFill>
              </a:ln>
            </p:spPr>
            <p:style>
              <a:lnRef idx="1">
                <a:schemeClr val="accent1"/>
              </a:lnRef>
              <a:fillRef idx="0">
                <a:schemeClr val="accent1"/>
              </a:fillRef>
              <a:effectRef idx="0">
                <a:schemeClr val="accent1"/>
              </a:effectRef>
              <a:fontRef idx="minor">
                <a:schemeClr val="tx1"/>
              </a:fontRef>
            </p:style>
          </p:cxnSp>
        </p:grpSp>
        <p:sp>
          <p:nvSpPr>
            <p:cNvPr id="208" name="Double Bracket 207"/>
            <p:cNvSpPr/>
            <p:nvPr/>
          </p:nvSpPr>
          <p:spPr>
            <a:xfrm>
              <a:off x="3346619" y="2805752"/>
              <a:ext cx="1647325" cy="619783"/>
            </a:xfrm>
            <a:prstGeom prst="bracketPair">
              <a:avLst/>
            </a:prstGeom>
            <a:ln w="28575">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209" name="TextBox 208"/>
            <p:cNvSpPr txBox="1"/>
            <p:nvPr/>
          </p:nvSpPr>
          <p:spPr>
            <a:xfrm>
              <a:off x="4980296" y="2819400"/>
              <a:ext cx="743576" cy="584775"/>
            </a:xfrm>
            <a:prstGeom prst="rect">
              <a:avLst/>
            </a:prstGeom>
            <a:noFill/>
          </p:spPr>
          <p:txBody>
            <a:bodyPr wrap="square" rtlCol="0">
              <a:spAutoFit/>
            </a:bodyPr>
            <a:lstStyle/>
            <a:p>
              <a:r>
                <a:rPr lang="th-TH" sz="2000" dirty="0">
                  <a:solidFill>
                    <a:srgbClr val="FF00FF"/>
                  </a:solidFill>
                  <a:sym typeface="Symbol"/>
                </a:rPr>
                <a:t>  </a:t>
              </a:r>
              <a:r>
                <a:rPr lang="th-TH" sz="3200" b="1" dirty="0">
                  <a:solidFill>
                    <a:srgbClr val="FF00FF"/>
                  </a:solidFill>
                  <a:sym typeface="Symbol"/>
                </a:rPr>
                <a:t>4</a:t>
              </a:r>
              <a:endParaRPr lang="th-TH" sz="3200" b="1" dirty="0">
                <a:solidFill>
                  <a:srgbClr val="FF00FF"/>
                </a:solidFill>
              </a:endParaRPr>
            </a:p>
          </p:txBody>
        </p:sp>
      </p:grpSp>
      <p:grpSp>
        <p:nvGrpSpPr>
          <p:cNvPr id="223" name="Group 222"/>
          <p:cNvGrpSpPr/>
          <p:nvPr/>
        </p:nvGrpSpPr>
        <p:grpSpPr>
          <a:xfrm>
            <a:off x="5044601" y="6091993"/>
            <a:ext cx="1584280" cy="808578"/>
            <a:chOff x="5730920" y="3687222"/>
            <a:chExt cx="1584280" cy="808578"/>
          </a:xfrm>
        </p:grpSpPr>
        <p:grpSp>
          <p:nvGrpSpPr>
            <p:cNvPr id="226" name="Group 225"/>
            <p:cNvGrpSpPr/>
            <p:nvPr/>
          </p:nvGrpSpPr>
          <p:grpSpPr>
            <a:xfrm>
              <a:off x="5730920" y="3687222"/>
              <a:ext cx="1584280" cy="808578"/>
              <a:chOff x="5730920" y="3687222"/>
              <a:chExt cx="1584280" cy="808578"/>
            </a:xfrm>
          </p:grpSpPr>
          <p:sp>
            <p:nvSpPr>
              <p:cNvPr id="231" name="TextBox 230"/>
              <p:cNvSpPr txBox="1"/>
              <p:nvPr/>
            </p:nvSpPr>
            <p:spPr>
              <a:xfrm>
                <a:off x="6321416" y="3835615"/>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sp>
            <p:nvSpPr>
              <p:cNvPr id="232" name="TextBox 231"/>
              <p:cNvSpPr txBox="1"/>
              <p:nvPr/>
            </p:nvSpPr>
            <p:spPr>
              <a:xfrm>
                <a:off x="5730920" y="3687222"/>
                <a:ext cx="381000" cy="798937"/>
              </a:xfrm>
              <a:prstGeom prst="rect">
                <a:avLst/>
              </a:prstGeom>
              <a:noFill/>
            </p:spPr>
            <p:txBody>
              <a:bodyPr wrap="square" rtlCol="0">
                <a:spAutoFit/>
              </a:bodyPr>
              <a:lstStyle/>
              <a:p>
                <a:pPr>
                  <a:lnSpc>
                    <a:spcPts val="2600"/>
                  </a:lnSpc>
                </a:pPr>
                <a:r>
                  <a:rPr lang="en-US" sz="3200" b="1" dirty="0">
                    <a:solidFill>
                      <a:srgbClr val="660066"/>
                    </a:solidFill>
                    <a:latin typeface="Angsana New" pitchFamily="18" charset="-34"/>
                  </a:rPr>
                  <a:t>2</a:t>
                </a:r>
              </a:p>
              <a:p>
                <a:pPr>
                  <a:lnSpc>
                    <a:spcPts val="2600"/>
                  </a:lnSpc>
                </a:pPr>
                <a:r>
                  <a:rPr lang="en-US" sz="3200" b="1" dirty="0">
                    <a:solidFill>
                      <a:srgbClr val="660066"/>
                    </a:solidFill>
                    <a:latin typeface="Angsana New" pitchFamily="18" charset="-34"/>
                  </a:rPr>
                  <a:t>5</a:t>
                </a:r>
              </a:p>
            </p:txBody>
          </p:sp>
          <p:sp>
            <p:nvSpPr>
              <p:cNvPr id="233" name="TextBox 232"/>
              <p:cNvSpPr txBox="1"/>
              <p:nvPr/>
            </p:nvSpPr>
            <p:spPr>
              <a:xfrm>
                <a:off x="6131256" y="3696863"/>
                <a:ext cx="381000" cy="798937"/>
              </a:xfrm>
              <a:prstGeom prst="rect">
                <a:avLst/>
              </a:prstGeom>
              <a:noFill/>
            </p:spPr>
            <p:txBody>
              <a:bodyPr wrap="square" rtlCol="0">
                <a:spAutoFit/>
              </a:bodyPr>
              <a:lstStyle/>
              <a:p>
                <a:pPr>
                  <a:lnSpc>
                    <a:spcPts val="2600"/>
                  </a:lnSpc>
                </a:pPr>
                <a:r>
                  <a:rPr lang="en-US" sz="3200" b="1" dirty="0">
                    <a:solidFill>
                      <a:srgbClr val="660066"/>
                    </a:solidFill>
                    <a:latin typeface="Angsana New" pitchFamily="18" charset="-34"/>
                  </a:rPr>
                  <a:t>3</a:t>
                </a:r>
              </a:p>
              <a:p>
                <a:pPr>
                  <a:lnSpc>
                    <a:spcPts val="2600"/>
                  </a:lnSpc>
                </a:pPr>
                <a:r>
                  <a:rPr lang="en-US" sz="3200" b="1" dirty="0">
                    <a:solidFill>
                      <a:srgbClr val="660066"/>
                    </a:solidFill>
                    <a:latin typeface="Angsana New" pitchFamily="18" charset="-34"/>
                  </a:rPr>
                  <a:t>5</a:t>
                </a:r>
              </a:p>
            </p:txBody>
          </p:sp>
          <p:sp>
            <p:nvSpPr>
              <p:cNvPr id="234" name="TextBox 233"/>
              <p:cNvSpPr txBox="1"/>
              <p:nvPr/>
            </p:nvSpPr>
            <p:spPr>
              <a:xfrm>
                <a:off x="6512256" y="3688903"/>
                <a:ext cx="381000" cy="798937"/>
              </a:xfrm>
              <a:prstGeom prst="rect">
                <a:avLst/>
              </a:prstGeom>
              <a:noFill/>
            </p:spPr>
            <p:txBody>
              <a:bodyPr wrap="square" rtlCol="0">
                <a:spAutoFit/>
              </a:bodyPr>
              <a:lstStyle/>
              <a:p>
                <a:pPr>
                  <a:lnSpc>
                    <a:spcPts val="2600"/>
                  </a:lnSpc>
                </a:pPr>
                <a:r>
                  <a:rPr lang="en-US" sz="3200" b="1" dirty="0">
                    <a:solidFill>
                      <a:srgbClr val="660066"/>
                    </a:solidFill>
                    <a:latin typeface="Angsana New" pitchFamily="18" charset="-34"/>
                  </a:rPr>
                  <a:t>3</a:t>
                </a:r>
              </a:p>
              <a:p>
                <a:pPr>
                  <a:lnSpc>
                    <a:spcPts val="2600"/>
                  </a:lnSpc>
                </a:pPr>
                <a:r>
                  <a:rPr lang="en-US" sz="3200" b="1" dirty="0">
                    <a:solidFill>
                      <a:srgbClr val="660066"/>
                    </a:solidFill>
                    <a:latin typeface="Angsana New" pitchFamily="18" charset="-34"/>
                  </a:rPr>
                  <a:t>5</a:t>
                </a:r>
              </a:p>
            </p:txBody>
          </p:sp>
          <p:sp>
            <p:nvSpPr>
              <p:cNvPr id="235" name="TextBox 234"/>
              <p:cNvSpPr txBox="1"/>
              <p:nvPr/>
            </p:nvSpPr>
            <p:spPr>
              <a:xfrm>
                <a:off x="6934200" y="3688903"/>
                <a:ext cx="381000" cy="759182"/>
              </a:xfrm>
              <a:prstGeom prst="rect">
                <a:avLst/>
              </a:prstGeom>
              <a:noFill/>
            </p:spPr>
            <p:txBody>
              <a:bodyPr wrap="square" rtlCol="0">
                <a:spAutoFit/>
              </a:bodyPr>
              <a:lstStyle/>
              <a:p>
                <a:pPr>
                  <a:lnSpc>
                    <a:spcPts val="2600"/>
                  </a:lnSpc>
                </a:pPr>
                <a:r>
                  <a:rPr lang="en-US" sz="3200" b="1" dirty="0">
                    <a:solidFill>
                      <a:srgbClr val="660066"/>
                    </a:solidFill>
                    <a:latin typeface="Angsana New" pitchFamily="18" charset="-34"/>
                  </a:rPr>
                  <a:t>3</a:t>
                </a:r>
              </a:p>
              <a:p>
                <a:pPr>
                  <a:lnSpc>
                    <a:spcPts val="2600"/>
                  </a:lnSpc>
                </a:pPr>
                <a:r>
                  <a:rPr lang="en-US" sz="3200" b="1" dirty="0">
                    <a:solidFill>
                      <a:srgbClr val="660066"/>
                    </a:solidFill>
                    <a:latin typeface="Angsana New" pitchFamily="18" charset="-34"/>
                  </a:rPr>
                  <a:t>5</a:t>
                </a:r>
              </a:p>
            </p:txBody>
          </p:sp>
          <p:sp>
            <p:nvSpPr>
              <p:cNvPr id="236" name="TextBox 235"/>
              <p:cNvSpPr txBox="1"/>
              <p:nvPr/>
            </p:nvSpPr>
            <p:spPr>
              <a:xfrm>
                <a:off x="5907772" y="3825644"/>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sp>
            <p:nvSpPr>
              <p:cNvPr id="237" name="TextBox 236"/>
              <p:cNvSpPr txBox="1"/>
              <p:nvPr/>
            </p:nvSpPr>
            <p:spPr>
              <a:xfrm>
                <a:off x="6710376" y="3835615"/>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grpSp>
        <p:cxnSp>
          <p:nvCxnSpPr>
            <p:cNvPr id="227" name="Straight Connector 226"/>
            <p:cNvCxnSpPr/>
            <p:nvPr/>
          </p:nvCxnSpPr>
          <p:spPr>
            <a:xfrm>
              <a:off x="5763904" y="4021092"/>
              <a:ext cx="228600" cy="1588"/>
            </a:xfrm>
            <a:prstGeom prst="line">
              <a:avLst/>
            </a:prstGeom>
            <a:ln w="28575">
              <a:solidFill>
                <a:srgbClr val="660066"/>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a:off x="6172200" y="4024952"/>
              <a:ext cx="228600" cy="1588"/>
            </a:xfrm>
            <a:prstGeom prst="line">
              <a:avLst/>
            </a:prstGeom>
            <a:ln w="28575">
              <a:solidFill>
                <a:srgbClr val="660066"/>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p:nvCxnSpPr>
          <p:spPr>
            <a:xfrm>
              <a:off x="6570264" y="4038600"/>
              <a:ext cx="228600" cy="1588"/>
            </a:xfrm>
            <a:prstGeom prst="line">
              <a:avLst/>
            </a:prstGeom>
            <a:ln w="28575">
              <a:solidFill>
                <a:srgbClr val="660066"/>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p:nvCxnSpPr>
          <p:spPr>
            <a:xfrm>
              <a:off x="6983104" y="4038600"/>
              <a:ext cx="228600" cy="1588"/>
            </a:xfrm>
            <a:prstGeom prst="line">
              <a:avLst/>
            </a:prstGeom>
            <a:ln w="28575">
              <a:solidFill>
                <a:srgbClr val="660066"/>
              </a:solidFill>
            </a:ln>
          </p:spPr>
          <p:style>
            <a:lnRef idx="1">
              <a:schemeClr val="accent1"/>
            </a:lnRef>
            <a:fillRef idx="0">
              <a:schemeClr val="accent1"/>
            </a:fillRef>
            <a:effectRef idx="0">
              <a:schemeClr val="accent1"/>
            </a:effectRef>
            <a:fontRef idx="minor">
              <a:schemeClr val="tx1"/>
            </a:fontRef>
          </p:style>
        </p:cxnSp>
      </p:grpSp>
      <p:grpSp>
        <p:nvGrpSpPr>
          <p:cNvPr id="238" name="Group 237"/>
          <p:cNvGrpSpPr/>
          <p:nvPr/>
        </p:nvGrpSpPr>
        <p:grpSpPr>
          <a:xfrm>
            <a:off x="4903947" y="3999337"/>
            <a:ext cx="2377253" cy="808578"/>
            <a:chOff x="3346619" y="2796737"/>
            <a:chExt cx="2377253" cy="808578"/>
          </a:xfrm>
        </p:grpSpPr>
        <p:grpSp>
          <p:nvGrpSpPr>
            <p:cNvPr id="239" name="Group 238"/>
            <p:cNvGrpSpPr/>
            <p:nvPr/>
          </p:nvGrpSpPr>
          <p:grpSpPr>
            <a:xfrm>
              <a:off x="3401708" y="2796737"/>
              <a:ext cx="1584280" cy="808578"/>
              <a:chOff x="5730920" y="3687222"/>
              <a:chExt cx="1584280" cy="808578"/>
            </a:xfrm>
          </p:grpSpPr>
          <p:grpSp>
            <p:nvGrpSpPr>
              <p:cNvPr id="242" name="Group 241"/>
              <p:cNvGrpSpPr/>
              <p:nvPr/>
            </p:nvGrpSpPr>
            <p:grpSpPr>
              <a:xfrm>
                <a:off x="5730920" y="3687222"/>
                <a:ext cx="1584280" cy="808578"/>
                <a:chOff x="5730920" y="3687222"/>
                <a:chExt cx="1584280" cy="808578"/>
              </a:xfrm>
            </p:grpSpPr>
            <p:sp>
              <p:nvSpPr>
                <p:cNvPr id="247" name="TextBox 246"/>
                <p:cNvSpPr txBox="1"/>
                <p:nvPr/>
              </p:nvSpPr>
              <p:spPr>
                <a:xfrm>
                  <a:off x="6321416" y="3835615"/>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sp>
              <p:nvSpPr>
                <p:cNvPr id="248" name="TextBox 247"/>
                <p:cNvSpPr txBox="1"/>
                <p:nvPr/>
              </p:nvSpPr>
              <p:spPr>
                <a:xfrm>
                  <a:off x="5730920" y="3687222"/>
                  <a:ext cx="381000" cy="798937"/>
                </a:xfrm>
                <a:prstGeom prst="rect">
                  <a:avLst/>
                </a:prstGeom>
                <a:noFill/>
              </p:spPr>
              <p:txBody>
                <a:bodyPr wrap="square" rtlCol="0">
                  <a:spAutoFit/>
                </a:bodyPr>
                <a:lstStyle/>
                <a:p>
                  <a:pPr>
                    <a:lnSpc>
                      <a:spcPts val="2600"/>
                    </a:lnSpc>
                  </a:pPr>
                  <a:r>
                    <a:rPr lang="en-US" sz="3200" b="1" dirty="0">
                      <a:solidFill>
                        <a:srgbClr val="00B0F0"/>
                      </a:solidFill>
                      <a:latin typeface="Angsana New" pitchFamily="18" charset="-34"/>
                    </a:rPr>
                    <a:t>2</a:t>
                  </a:r>
                </a:p>
                <a:p>
                  <a:pPr>
                    <a:lnSpc>
                      <a:spcPts val="2600"/>
                    </a:lnSpc>
                  </a:pPr>
                  <a:r>
                    <a:rPr lang="en-US" sz="3200" b="1" dirty="0">
                      <a:solidFill>
                        <a:srgbClr val="00B0F0"/>
                      </a:solidFill>
                      <a:latin typeface="Angsana New" pitchFamily="18" charset="-34"/>
                    </a:rPr>
                    <a:t>5</a:t>
                  </a:r>
                </a:p>
              </p:txBody>
            </p:sp>
            <p:sp>
              <p:nvSpPr>
                <p:cNvPr id="249" name="TextBox 248"/>
                <p:cNvSpPr txBox="1"/>
                <p:nvPr/>
              </p:nvSpPr>
              <p:spPr>
                <a:xfrm>
                  <a:off x="6131256" y="3696863"/>
                  <a:ext cx="381000" cy="798937"/>
                </a:xfrm>
                <a:prstGeom prst="rect">
                  <a:avLst/>
                </a:prstGeom>
                <a:noFill/>
              </p:spPr>
              <p:txBody>
                <a:bodyPr wrap="square" rtlCol="0">
                  <a:spAutoFit/>
                </a:bodyPr>
                <a:lstStyle/>
                <a:p>
                  <a:pPr>
                    <a:lnSpc>
                      <a:spcPts val="2600"/>
                    </a:lnSpc>
                  </a:pPr>
                  <a:r>
                    <a:rPr lang="en-US" sz="3200" b="1" dirty="0">
                      <a:solidFill>
                        <a:srgbClr val="00B0F0"/>
                      </a:solidFill>
                      <a:latin typeface="Angsana New" pitchFamily="18" charset="-34"/>
                    </a:rPr>
                    <a:t>2</a:t>
                  </a:r>
                </a:p>
                <a:p>
                  <a:pPr>
                    <a:lnSpc>
                      <a:spcPts val="2600"/>
                    </a:lnSpc>
                  </a:pPr>
                  <a:r>
                    <a:rPr lang="en-US" sz="3200" b="1" dirty="0">
                      <a:solidFill>
                        <a:srgbClr val="00B0F0"/>
                      </a:solidFill>
                      <a:latin typeface="Angsana New" pitchFamily="18" charset="-34"/>
                    </a:rPr>
                    <a:t>5</a:t>
                  </a:r>
                </a:p>
              </p:txBody>
            </p:sp>
            <p:sp>
              <p:nvSpPr>
                <p:cNvPr id="250" name="TextBox 249"/>
                <p:cNvSpPr txBox="1"/>
                <p:nvPr/>
              </p:nvSpPr>
              <p:spPr>
                <a:xfrm>
                  <a:off x="6512256" y="3688903"/>
                  <a:ext cx="381000" cy="798937"/>
                </a:xfrm>
                <a:prstGeom prst="rect">
                  <a:avLst/>
                </a:prstGeom>
                <a:noFill/>
              </p:spPr>
              <p:txBody>
                <a:bodyPr wrap="square" rtlCol="0">
                  <a:spAutoFit/>
                </a:bodyPr>
                <a:lstStyle/>
                <a:p>
                  <a:pPr>
                    <a:lnSpc>
                      <a:spcPts val="2600"/>
                    </a:lnSpc>
                  </a:pPr>
                  <a:r>
                    <a:rPr lang="en-US" sz="3200" b="1" dirty="0">
                      <a:solidFill>
                        <a:srgbClr val="660066"/>
                      </a:solidFill>
                      <a:latin typeface="Angsana New" pitchFamily="18" charset="-34"/>
                    </a:rPr>
                    <a:t>3</a:t>
                  </a:r>
                </a:p>
                <a:p>
                  <a:pPr>
                    <a:lnSpc>
                      <a:spcPts val="2600"/>
                    </a:lnSpc>
                  </a:pPr>
                  <a:r>
                    <a:rPr lang="en-US" sz="3200" b="1" dirty="0">
                      <a:solidFill>
                        <a:srgbClr val="660066"/>
                      </a:solidFill>
                      <a:latin typeface="Angsana New" pitchFamily="18" charset="-34"/>
                    </a:rPr>
                    <a:t>5</a:t>
                  </a:r>
                </a:p>
              </p:txBody>
            </p:sp>
            <p:sp>
              <p:nvSpPr>
                <p:cNvPr id="251" name="TextBox 250"/>
                <p:cNvSpPr txBox="1"/>
                <p:nvPr/>
              </p:nvSpPr>
              <p:spPr>
                <a:xfrm>
                  <a:off x="6934200" y="3688903"/>
                  <a:ext cx="381000" cy="759182"/>
                </a:xfrm>
                <a:prstGeom prst="rect">
                  <a:avLst/>
                </a:prstGeom>
                <a:noFill/>
              </p:spPr>
              <p:txBody>
                <a:bodyPr wrap="square" rtlCol="0">
                  <a:spAutoFit/>
                </a:bodyPr>
                <a:lstStyle/>
                <a:p>
                  <a:pPr>
                    <a:lnSpc>
                      <a:spcPts val="2600"/>
                    </a:lnSpc>
                  </a:pPr>
                  <a:r>
                    <a:rPr lang="en-US" sz="3200" b="1" dirty="0">
                      <a:solidFill>
                        <a:srgbClr val="660066"/>
                      </a:solidFill>
                      <a:latin typeface="Angsana New" pitchFamily="18" charset="-34"/>
                    </a:rPr>
                    <a:t>3</a:t>
                  </a:r>
                </a:p>
                <a:p>
                  <a:pPr>
                    <a:lnSpc>
                      <a:spcPts val="2600"/>
                    </a:lnSpc>
                  </a:pPr>
                  <a:r>
                    <a:rPr lang="en-US" sz="3200" b="1" dirty="0">
                      <a:solidFill>
                        <a:srgbClr val="660066"/>
                      </a:solidFill>
                      <a:latin typeface="Angsana New" pitchFamily="18" charset="-34"/>
                    </a:rPr>
                    <a:t>5</a:t>
                  </a:r>
                </a:p>
              </p:txBody>
            </p:sp>
            <p:sp>
              <p:nvSpPr>
                <p:cNvPr id="252" name="TextBox 251"/>
                <p:cNvSpPr txBox="1"/>
                <p:nvPr/>
              </p:nvSpPr>
              <p:spPr>
                <a:xfrm>
                  <a:off x="5907772" y="3825644"/>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sp>
              <p:nvSpPr>
                <p:cNvPr id="253" name="TextBox 252"/>
                <p:cNvSpPr txBox="1"/>
                <p:nvPr/>
              </p:nvSpPr>
              <p:spPr>
                <a:xfrm>
                  <a:off x="6710376" y="3835615"/>
                  <a:ext cx="411480" cy="400110"/>
                </a:xfrm>
                <a:prstGeom prst="rect">
                  <a:avLst/>
                </a:prstGeom>
                <a:noFill/>
              </p:spPr>
              <p:txBody>
                <a:bodyPr wrap="square" rtlCol="0">
                  <a:spAutoFit/>
                </a:bodyPr>
                <a:lstStyle/>
                <a:p>
                  <a:r>
                    <a:rPr lang="th-TH" sz="2000" dirty="0">
                      <a:solidFill>
                        <a:srgbClr val="FF00FF"/>
                      </a:solidFill>
                      <a:sym typeface="Symbol"/>
                    </a:rPr>
                    <a:t></a:t>
                  </a:r>
                  <a:endParaRPr lang="th-TH" sz="2000" dirty="0">
                    <a:solidFill>
                      <a:srgbClr val="FF00FF"/>
                    </a:solidFill>
                  </a:endParaRPr>
                </a:p>
              </p:txBody>
            </p:sp>
          </p:grpSp>
          <p:cxnSp>
            <p:nvCxnSpPr>
              <p:cNvPr id="243" name="Straight Connector 242"/>
              <p:cNvCxnSpPr/>
              <p:nvPr/>
            </p:nvCxnSpPr>
            <p:spPr>
              <a:xfrm>
                <a:off x="5763904" y="4021092"/>
                <a:ext cx="22860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a:off x="6172200" y="4024952"/>
                <a:ext cx="228600" cy="158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a:off x="6570264" y="4038600"/>
                <a:ext cx="228600" cy="1588"/>
              </a:xfrm>
              <a:prstGeom prst="line">
                <a:avLst/>
              </a:prstGeom>
              <a:ln w="28575">
                <a:solidFill>
                  <a:srgbClr val="660066"/>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a:off x="6983104" y="4038600"/>
                <a:ext cx="228600" cy="1588"/>
              </a:xfrm>
              <a:prstGeom prst="line">
                <a:avLst/>
              </a:prstGeom>
              <a:ln w="28575">
                <a:solidFill>
                  <a:srgbClr val="660066"/>
                </a:solidFill>
              </a:ln>
            </p:spPr>
            <p:style>
              <a:lnRef idx="1">
                <a:schemeClr val="accent1"/>
              </a:lnRef>
              <a:fillRef idx="0">
                <a:schemeClr val="accent1"/>
              </a:fillRef>
              <a:effectRef idx="0">
                <a:schemeClr val="accent1"/>
              </a:effectRef>
              <a:fontRef idx="minor">
                <a:schemeClr val="tx1"/>
              </a:fontRef>
            </p:style>
          </p:cxnSp>
        </p:grpSp>
        <p:sp>
          <p:nvSpPr>
            <p:cNvPr id="240" name="Double Bracket 239"/>
            <p:cNvSpPr/>
            <p:nvPr/>
          </p:nvSpPr>
          <p:spPr>
            <a:xfrm>
              <a:off x="3346619" y="2805752"/>
              <a:ext cx="1647325" cy="619783"/>
            </a:xfrm>
            <a:prstGeom prst="bracketPair">
              <a:avLst/>
            </a:prstGeom>
            <a:ln w="28575">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241" name="TextBox 240"/>
            <p:cNvSpPr txBox="1"/>
            <p:nvPr/>
          </p:nvSpPr>
          <p:spPr>
            <a:xfrm>
              <a:off x="4980296" y="2819400"/>
              <a:ext cx="743576" cy="584775"/>
            </a:xfrm>
            <a:prstGeom prst="rect">
              <a:avLst/>
            </a:prstGeom>
            <a:noFill/>
          </p:spPr>
          <p:txBody>
            <a:bodyPr wrap="square" rtlCol="0">
              <a:spAutoFit/>
            </a:bodyPr>
            <a:lstStyle/>
            <a:p>
              <a:r>
                <a:rPr lang="th-TH" sz="2000" dirty="0">
                  <a:solidFill>
                    <a:srgbClr val="FF00FF"/>
                  </a:solidFill>
                  <a:sym typeface="Symbol"/>
                </a:rPr>
                <a:t>  </a:t>
              </a:r>
              <a:r>
                <a:rPr lang="th-TH" sz="3200" b="1" dirty="0">
                  <a:solidFill>
                    <a:srgbClr val="FF00FF"/>
                  </a:solidFill>
                  <a:sym typeface="Symbol"/>
                </a:rPr>
                <a:t>6</a:t>
              </a:r>
              <a:endParaRPr lang="th-TH" sz="3200" b="1" dirty="0">
                <a:solidFill>
                  <a:srgbClr val="FF00FF"/>
                </a:solidFill>
              </a:endParaRPr>
            </a:p>
          </p:txBody>
        </p:sp>
      </p:grpSp>
      <p:grpSp>
        <p:nvGrpSpPr>
          <p:cNvPr id="21" name="Group 20"/>
          <p:cNvGrpSpPr/>
          <p:nvPr/>
        </p:nvGrpSpPr>
        <p:grpSpPr>
          <a:xfrm>
            <a:off x="4822208" y="705990"/>
            <a:ext cx="3254992" cy="1061112"/>
            <a:chOff x="4842115" y="534358"/>
            <a:chExt cx="3254992" cy="1061112"/>
          </a:xfrm>
        </p:grpSpPr>
        <p:sp>
          <p:nvSpPr>
            <p:cNvPr id="41" name="TextBox 40"/>
            <p:cNvSpPr txBox="1"/>
            <p:nvPr/>
          </p:nvSpPr>
          <p:spPr>
            <a:xfrm>
              <a:off x="4842115" y="534358"/>
              <a:ext cx="2743200" cy="523220"/>
            </a:xfrm>
            <a:prstGeom prst="rect">
              <a:avLst/>
            </a:prstGeom>
            <a:noFill/>
          </p:spPr>
          <p:txBody>
            <a:bodyPr wrap="square" rtlCol="0">
              <a:spAutoFit/>
            </a:bodyPr>
            <a:lstStyle/>
            <a:p>
              <a:r>
                <a:rPr lang="th-TH" b="1" dirty="0">
                  <a:solidFill>
                    <a:srgbClr val="FF00FF"/>
                  </a:solidFill>
                  <a:latin typeface="Angsana New" pitchFamily="18" charset="-34"/>
                </a:rPr>
                <a:t>สุ่มลูกบอลทีละ </a:t>
              </a:r>
              <a:r>
                <a:rPr lang="en-US" b="1" dirty="0">
                  <a:solidFill>
                    <a:srgbClr val="FF00FF"/>
                  </a:solidFill>
                  <a:latin typeface="Angsana New" pitchFamily="18" charset="-34"/>
                </a:rPr>
                <a:t>1 </a:t>
              </a:r>
              <a:r>
                <a:rPr lang="th-TH" b="1" dirty="0">
                  <a:solidFill>
                    <a:srgbClr val="FF00FF"/>
                  </a:solidFill>
                  <a:latin typeface="Angsana New" pitchFamily="18" charset="-34"/>
                </a:rPr>
                <a:t>ลูก</a:t>
              </a:r>
              <a:r>
                <a:rPr lang="en-US" b="1" dirty="0">
                  <a:solidFill>
                    <a:srgbClr val="FF00FF"/>
                  </a:solidFill>
                  <a:latin typeface="Angsana New" pitchFamily="18" charset="-34"/>
                </a:rPr>
                <a:t> 4 </a:t>
              </a:r>
              <a:r>
                <a:rPr lang="th-TH" b="1" dirty="0">
                  <a:solidFill>
                    <a:srgbClr val="FF00FF"/>
                  </a:solidFill>
                  <a:latin typeface="Angsana New" pitchFamily="18" charset="-34"/>
                </a:rPr>
                <a:t>ครั้ง</a:t>
              </a:r>
              <a:endParaRPr lang="en-US" b="1" dirty="0">
                <a:solidFill>
                  <a:srgbClr val="FF00FF"/>
                </a:solidFill>
                <a:latin typeface="Angsana New" pitchFamily="18" charset="-34"/>
              </a:endParaRPr>
            </a:p>
          </p:txBody>
        </p:sp>
        <p:sp>
          <p:nvSpPr>
            <p:cNvPr id="43" name="TextBox 42"/>
            <p:cNvSpPr txBox="1"/>
            <p:nvPr/>
          </p:nvSpPr>
          <p:spPr>
            <a:xfrm>
              <a:off x="4848706" y="1072250"/>
              <a:ext cx="3200400" cy="523220"/>
            </a:xfrm>
            <a:prstGeom prst="rect">
              <a:avLst/>
            </a:prstGeom>
            <a:noFill/>
          </p:spPr>
          <p:txBody>
            <a:bodyPr wrap="square" rtlCol="0">
              <a:spAutoFit/>
            </a:bodyPr>
            <a:lstStyle/>
            <a:p>
              <a:r>
                <a:rPr lang="th-TH" b="1" dirty="0">
                  <a:solidFill>
                    <a:srgbClr val="FF00FF"/>
                  </a:solidFill>
                  <a:latin typeface="Angsana New" pitchFamily="18" charset="-34"/>
                </a:rPr>
                <a:t>แบบคืนที่</a:t>
              </a:r>
              <a:r>
                <a:rPr lang="en-US" b="1" dirty="0">
                  <a:solidFill>
                    <a:srgbClr val="FF00FF"/>
                  </a:solidFill>
                  <a:latin typeface="Angsana New" pitchFamily="18" charset="-34"/>
                </a:rPr>
                <a:t> (With Replacement)</a:t>
              </a:r>
            </a:p>
          </p:txBody>
        </p:sp>
        <p:sp>
          <p:nvSpPr>
            <p:cNvPr id="20" name="Rectangle 19"/>
            <p:cNvSpPr/>
            <p:nvPr/>
          </p:nvSpPr>
          <p:spPr>
            <a:xfrm>
              <a:off x="4853268" y="556448"/>
              <a:ext cx="3243839" cy="99457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grpSp>
      <p:sp>
        <p:nvSpPr>
          <p:cNvPr id="254" name="Rectangle 2"/>
          <p:cNvSpPr>
            <a:spLocks noGrp="1" noChangeArrowheads="1"/>
          </p:cNvSpPr>
          <p:nvPr>
            <p:ph type="ctrTitle"/>
          </p:nvPr>
        </p:nvSpPr>
        <p:spPr>
          <a:xfrm>
            <a:off x="120650" y="0"/>
            <a:ext cx="8899525" cy="548640"/>
          </a:xfrm>
        </p:spPr>
        <p:txBody>
          <a:bodyPr/>
          <a:lstStyle/>
          <a:p>
            <a:pPr eaLnBrk="1" hangingPunct="1">
              <a:lnSpc>
                <a:spcPct val="90000"/>
              </a:lnSpc>
            </a:pPr>
            <a:r>
              <a:rPr lang="en-US" sz="4000" b="1" dirty="0" err="1">
                <a:solidFill>
                  <a:srgbClr val="CC00FF"/>
                </a:solidFill>
                <a:latin typeface="Angsana New" panose="02020603050405020304" pitchFamily="18" charset="-34"/>
                <a:cs typeface="Angsana New" panose="02020603050405020304" pitchFamily="18" charset="-34"/>
              </a:rPr>
              <a:t>การแจกแจงทวินาม</a:t>
            </a:r>
            <a:r>
              <a:rPr lang="en-US" sz="4000" b="1" dirty="0">
                <a:solidFill>
                  <a:srgbClr val="CC00FF"/>
                </a:solidFill>
                <a:latin typeface="Angsana New" panose="02020603050405020304" pitchFamily="18" charset="-34"/>
                <a:cs typeface="Angsana New" panose="02020603050405020304" pitchFamily="18" charset="-34"/>
              </a:rPr>
              <a:t> (Binomial Distribution) : </a:t>
            </a:r>
            <a:r>
              <a:rPr lang="en-US" sz="4000" b="1" dirty="0">
                <a:solidFill>
                  <a:srgbClr val="3333FF"/>
                </a:solidFill>
                <a:latin typeface="Angsana New" panose="02020603050405020304" pitchFamily="18" charset="-34"/>
                <a:cs typeface="Angsana New" panose="02020603050405020304" pitchFamily="18" charset="-34"/>
              </a:rPr>
              <a:t>X  </a:t>
            </a:r>
            <a:r>
              <a:rPr lang="en-US" sz="4000" b="1" dirty="0">
                <a:solidFill>
                  <a:srgbClr val="3333FF"/>
                </a:solidFill>
                <a:latin typeface="Angsana New" pitchFamily="18" charset="-34"/>
                <a:sym typeface="Wingdings" pitchFamily="2" charset="2"/>
              </a:rPr>
              <a:t>~  </a:t>
            </a:r>
            <a:r>
              <a:rPr lang="en-US" sz="4000" b="1" dirty="0">
                <a:solidFill>
                  <a:srgbClr val="3333FF"/>
                </a:solidFill>
                <a:latin typeface="Angsana New" panose="02020603050405020304" pitchFamily="18" charset="-34"/>
                <a:cs typeface="Angsana New" panose="02020603050405020304" pitchFamily="18" charset="-34"/>
              </a:rPr>
              <a:t>B(n, p)</a:t>
            </a:r>
          </a:p>
        </p:txBody>
      </p:sp>
      <p:sp>
        <p:nvSpPr>
          <p:cNvPr id="13" name="Slide Number Placeholder 12">
            <a:extLst>
              <a:ext uri="{FF2B5EF4-FFF2-40B4-BE49-F238E27FC236}">
                <a16:creationId xmlns:a16="http://schemas.microsoft.com/office/drawing/2014/main" id="{E756F513-44BB-410E-B751-8FA6F6FBF5EB}"/>
              </a:ext>
            </a:extLst>
          </p:cNvPr>
          <p:cNvSpPr>
            <a:spLocks noGrp="1"/>
          </p:cNvSpPr>
          <p:nvPr>
            <p:ph type="sldNum" sz="quarter" idx="12"/>
          </p:nvPr>
        </p:nvSpPr>
        <p:spPr/>
        <p:txBody>
          <a:bodyPr/>
          <a:lstStyle/>
          <a:p>
            <a:pPr>
              <a:defRPr/>
            </a:pPr>
            <a:fld id="{0598EADD-7714-4E0A-AD4B-AC83F9F5DA12}" type="slidenum">
              <a:rPr lang="en-US" smtClean="0"/>
              <a:pPr>
                <a:defRPr/>
              </a:pPr>
              <a:t>20</a:t>
            </a:fld>
            <a:endParaRPr lang="th-TH"/>
          </a:p>
        </p:txBody>
      </p:sp>
    </p:spTree>
    <p:extLst>
      <p:ext uri="{BB962C8B-B14F-4D97-AF65-F5344CB8AC3E}">
        <p14:creationId xmlns:p14="http://schemas.microsoft.com/office/powerpoint/2010/main" val="3040549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2" name="Picture 4" descr="https://surfstat.anu.edu.au/surfstat-home/gifs/pBinomial.gif"/>
          <p:cNvPicPr>
            <a:picLocks noChangeAspect="1" noChangeArrowheads="1"/>
          </p:cNvPicPr>
          <p:nvPr/>
        </p:nvPicPr>
        <p:blipFill>
          <a:blip r:embed="rId2"/>
          <a:srcRect/>
          <a:stretch>
            <a:fillRect/>
          </a:stretch>
        </p:blipFill>
        <p:spPr bwMode="auto">
          <a:xfrm>
            <a:off x="381000" y="614360"/>
            <a:ext cx="8305800" cy="2012950"/>
          </a:xfrm>
          <a:prstGeom prst="rect">
            <a:avLst/>
          </a:prstGeom>
          <a:noFill/>
          <a:ln w="9525">
            <a:noFill/>
            <a:miter lim="800000"/>
            <a:headEnd/>
            <a:tailEnd/>
          </a:ln>
        </p:spPr>
      </p:pic>
      <p:sp>
        <p:nvSpPr>
          <p:cNvPr id="5" name="Rectangle 2"/>
          <p:cNvSpPr txBox="1">
            <a:spLocks noChangeArrowheads="1"/>
          </p:cNvSpPr>
          <p:nvPr/>
        </p:nvSpPr>
        <p:spPr>
          <a:xfrm>
            <a:off x="120650" y="0"/>
            <a:ext cx="8899525" cy="54864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eaLnBrk="1" hangingPunct="1">
              <a:lnSpc>
                <a:spcPct val="90000"/>
              </a:lnSpc>
            </a:pPr>
            <a:r>
              <a:rPr lang="en-US" sz="4000" b="1" kern="0" dirty="0" err="1">
                <a:solidFill>
                  <a:srgbClr val="CC00FF"/>
                </a:solidFill>
                <a:latin typeface="Angsana New" panose="02020603050405020304" pitchFamily="18" charset="-34"/>
                <a:cs typeface="Angsana New" panose="02020603050405020304" pitchFamily="18" charset="-34"/>
              </a:rPr>
              <a:t>การแจกแจงทวินาม</a:t>
            </a:r>
            <a:r>
              <a:rPr lang="en-US" sz="4000" b="1" kern="0" dirty="0">
                <a:solidFill>
                  <a:srgbClr val="CC00FF"/>
                </a:solidFill>
                <a:latin typeface="Angsana New" panose="02020603050405020304" pitchFamily="18" charset="-34"/>
                <a:cs typeface="Angsana New" panose="02020603050405020304" pitchFamily="18" charset="-34"/>
              </a:rPr>
              <a:t> (Binomial Distribution) : </a:t>
            </a:r>
            <a:r>
              <a:rPr lang="en-US" sz="4000" b="1" kern="0" dirty="0">
                <a:solidFill>
                  <a:srgbClr val="3333FF"/>
                </a:solidFill>
                <a:latin typeface="Angsana New" panose="02020603050405020304" pitchFamily="18" charset="-34"/>
                <a:cs typeface="Angsana New" panose="02020603050405020304" pitchFamily="18" charset="-34"/>
              </a:rPr>
              <a:t>X  </a:t>
            </a:r>
            <a:r>
              <a:rPr lang="en-US" sz="4000" b="1" kern="0" dirty="0">
                <a:solidFill>
                  <a:srgbClr val="3333FF"/>
                </a:solidFill>
                <a:latin typeface="Angsana New" pitchFamily="18" charset="-34"/>
                <a:sym typeface="Wingdings" pitchFamily="2" charset="2"/>
              </a:rPr>
              <a:t>~  </a:t>
            </a:r>
            <a:r>
              <a:rPr lang="en-US" sz="4000" b="1" kern="0" dirty="0">
                <a:solidFill>
                  <a:srgbClr val="3333FF"/>
                </a:solidFill>
                <a:latin typeface="Angsana New" panose="02020603050405020304" pitchFamily="18" charset="-34"/>
                <a:cs typeface="Angsana New" panose="02020603050405020304" pitchFamily="18" charset="-34"/>
              </a:rPr>
              <a:t>B(n, p)</a:t>
            </a:r>
          </a:p>
        </p:txBody>
      </p:sp>
      <p:pic>
        <p:nvPicPr>
          <p:cNvPr id="6" name="Picture 2" descr="Probability mass function for the binomial distribution">
            <a:hlinkClick r:id="rId3" tooltip="Probability mass function for the binomial distribution"/>
          </p:cNvPr>
          <p:cNvPicPr>
            <a:picLocks noChangeAspect="1" noChangeArrowheads="1"/>
          </p:cNvPicPr>
          <p:nvPr/>
        </p:nvPicPr>
        <p:blipFill>
          <a:blip r:embed="rId4"/>
          <a:srcRect/>
          <a:stretch>
            <a:fillRect/>
          </a:stretch>
        </p:blipFill>
        <p:spPr bwMode="auto">
          <a:xfrm>
            <a:off x="590552" y="2612453"/>
            <a:ext cx="3790950" cy="2527300"/>
          </a:xfrm>
          <a:prstGeom prst="rect">
            <a:avLst/>
          </a:prstGeom>
          <a:noFill/>
          <a:ln w="9525">
            <a:noFill/>
            <a:miter lim="800000"/>
            <a:headEnd/>
            <a:tailEnd/>
          </a:ln>
        </p:spPr>
      </p:pic>
      <p:pic>
        <p:nvPicPr>
          <p:cNvPr id="7" name="Picture 4" descr="Cumulative distribution function for the binomial distribution">
            <a:hlinkClick r:id="rId5" tooltip="Cumulative distribution function for the binomial distribution"/>
          </p:cNvPr>
          <p:cNvPicPr>
            <a:picLocks noChangeAspect="1" noChangeArrowheads="1"/>
          </p:cNvPicPr>
          <p:nvPr/>
        </p:nvPicPr>
        <p:blipFill>
          <a:blip r:embed="rId6"/>
          <a:srcRect/>
          <a:stretch>
            <a:fillRect/>
          </a:stretch>
        </p:blipFill>
        <p:spPr bwMode="auto">
          <a:xfrm>
            <a:off x="5410200" y="2617215"/>
            <a:ext cx="3073400" cy="2305050"/>
          </a:xfrm>
          <a:prstGeom prst="rect">
            <a:avLst/>
          </a:prstGeom>
          <a:noFill/>
          <a:ln w="9525">
            <a:noFill/>
            <a:miter lim="800000"/>
            <a:headEnd/>
            <a:tailEnd/>
          </a:ln>
        </p:spPr>
      </p:pic>
      <p:sp>
        <p:nvSpPr>
          <p:cNvPr id="8" name="Rectangle 7"/>
          <p:cNvSpPr>
            <a:spLocks noChangeArrowheads="1"/>
          </p:cNvSpPr>
          <p:nvPr/>
        </p:nvSpPr>
        <p:spPr bwMode="auto">
          <a:xfrm>
            <a:off x="0" y="6415088"/>
            <a:ext cx="5715000" cy="523220"/>
          </a:xfrm>
          <a:prstGeom prst="rect">
            <a:avLst/>
          </a:prstGeom>
          <a:noFill/>
          <a:ln w="9525">
            <a:noFill/>
            <a:miter lim="800000"/>
            <a:headEnd/>
            <a:tailEnd/>
          </a:ln>
        </p:spPr>
        <p:txBody>
          <a:bodyPr wrap="square">
            <a:spAutoFit/>
          </a:bodyPr>
          <a:lstStyle/>
          <a:p>
            <a:r>
              <a:rPr lang="en-US" b="1" dirty="0">
                <a:solidFill>
                  <a:srgbClr val="663300"/>
                </a:solidFill>
                <a:latin typeface="Angsana New" pitchFamily="18" charset="-34"/>
              </a:rPr>
              <a:t>http://en.wikipedia.org/wiki/Binomial_distribution</a:t>
            </a:r>
            <a:endParaRPr lang="th-TH" b="1" dirty="0">
              <a:solidFill>
                <a:srgbClr val="663300"/>
              </a:solidFill>
              <a:latin typeface="Angsana New" pitchFamily="18" charset="-34"/>
            </a:endParaRPr>
          </a:p>
        </p:txBody>
      </p:sp>
      <p:graphicFrame>
        <p:nvGraphicFramePr>
          <p:cNvPr id="9" name="Object 2"/>
          <p:cNvGraphicFramePr>
            <a:graphicFrameLocks noChangeAspect="1"/>
          </p:cNvGraphicFramePr>
          <p:nvPr>
            <p:extLst>
              <p:ext uri="{D42A27DB-BD31-4B8C-83A1-F6EECF244321}">
                <p14:modId xmlns:p14="http://schemas.microsoft.com/office/powerpoint/2010/main" val="2304206358"/>
              </p:ext>
            </p:extLst>
          </p:nvPr>
        </p:nvGraphicFramePr>
        <p:xfrm>
          <a:off x="1193800" y="4992113"/>
          <a:ext cx="2607464" cy="752859"/>
        </p:xfrm>
        <a:graphic>
          <a:graphicData uri="http://schemas.openxmlformats.org/presentationml/2006/ole">
            <mc:AlternateContent xmlns:mc="http://schemas.openxmlformats.org/markup-compatibility/2006">
              <mc:Choice xmlns:v="urn:schemas-microsoft-com:vml" Requires="v">
                <p:oleObj name="Equation" r:id="rId7" imgW="3606480" imgH="1041120" progId="Equation.DSMT4">
                  <p:embed/>
                </p:oleObj>
              </mc:Choice>
              <mc:Fallback>
                <p:oleObj name="Equation" r:id="rId7" imgW="3606480" imgH="104112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3800" y="4992113"/>
                        <a:ext cx="2607464" cy="752859"/>
                      </a:xfrm>
                      <a:prstGeom prst="rect">
                        <a:avLst/>
                      </a:prstGeom>
                      <a:noFill/>
                    </p:spPr>
                  </p:pic>
                </p:oleObj>
              </mc:Fallback>
            </mc:AlternateContent>
          </a:graphicData>
        </a:graphic>
      </p:graphicFrame>
      <p:graphicFrame>
        <p:nvGraphicFramePr>
          <p:cNvPr id="10" name="Object 3"/>
          <p:cNvGraphicFramePr>
            <a:graphicFrameLocks noChangeAspect="1"/>
          </p:cNvGraphicFramePr>
          <p:nvPr>
            <p:extLst>
              <p:ext uri="{D42A27DB-BD31-4B8C-83A1-F6EECF244321}">
                <p14:modId xmlns:p14="http://schemas.microsoft.com/office/powerpoint/2010/main" val="769613092"/>
              </p:ext>
            </p:extLst>
          </p:nvPr>
        </p:nvGraphicFramePr>
        <p:xfrm>
          <a:off x="5651500" y="5034977"/>
          <a:ext cx="2882900" cy="752859"/>
        </p:xfrm>
        <a:graphic>
          <a:graphicData uri="http://schemas.openxmlformats.org/presentationml/2006/ole">
            <mc:AlternateContent xmlns:mc="http://schemas.openxmlformats.org/markup-compatibility/2006">
              <mc:Choice xmlns:v="urn:schemas-microsoft-com:vml" Requires="v">
                <p:oleObj name="Equation" r:id="rId9" imgW="3987720" imgH="1041120" progId="Equation.DSMT4">
                  <p:embed/>
                </p:oleObj>
              </mc:Choice>
              <mc:Fallback>
                <p:oleObj name="Equation" r:id="rId9" imgW="3987720" imgH="104112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1500" y="5034977"/>
                        <a:ext cx="2882900" cy="752859"/>
                      </a:xfrm>
                      <a:prstGeom prst="rect">
                        <a:avLst/>
                      </a:prstGeom>
                      <a:noFill/>
                    </p:spPr>
                  </p:pic>
                </p:oleObj>
              </mc:Fallback>
            </mc:AlternateContent>
          </a:graphicData>
        </a:graphic>
      </p:graphicFrame>
      <p:sp>
        <p:nvSpPr>
          <p:cNvPr id="11" name="TextBox 10"/>
          <p:cNvSpPr txBox="1">
            <a:spLocks noChangeArrowheads="1"/>
          </p:cNvSpPr>
          <p:nvPr/>
        </p:nvSpPr>
        <p:spPr bwMode="auto">
          <a:xfrm>
            <a:off x="1143000" y="5701721"/>
            <a:ext cx="3657600" cy="584775"/>
          </a:xfrm>
          <a:prstGeom prst="rect">
            <a:avLst/>
          </a:prstGeom>
          <a:noFill/>
          <a:ln w="9525">
            <a:noFill/>
            <a:miter lim="800000"/>
            <a:headEnd/>
            <a:tailEnd/>
          </a:ln>
        </p:spPr>
        <p:txBody>
          <a:bodyPr>
            <a:spAutoFit/>
          </a:bodyPr>
          <a:lstStyle/>
          <a:p>
            <a:r>
              <a:rPr lang="th-TH" sz="3200" b="1" dirty="0">
                <a:solidFill>
                  <a:srgbClr val="3333FF"/>
                </a:solidFill>
                <a:latin typeface="Angsana New" pitchFamily="18" charset="-34"/>
              </a:rPr>
              <a:t>โดยที่ </a:t>
            </a:r>
            <a:r>
              <a:rPr lang="en-US" sz="3200" b="1" dirty="0">
                <a:solidFill>
                  <a:srgbClr val="3333FF"/>
                </a:solidFill>
                <a:latin typeface="Angsana New" pitchFamily="18" charset="-34"/>
              </a:rPr>
              <a:t> </a:t>
            </a:r>
            <a:r>
              <a:rPr lang="en-US" sz="3200" b="1" i="1" dirty="0">
                <a:solidFill>
                  <a:srgbClr val="3333FF"/>
                </a:solidFill>
                <a:latin typeface="Angsana New" pitchFamily="18" charset="-34"/>
              </a:rPr>
              <a:t>x</a:t>
            </a:r>
            <a:r>
              <a:rPr lang="en-US" sz="3200" b="1" dirty="0">
                <a:solidFill>
                  <a:srgbClr val="3333FF"/>
                </a:solidFill>
                <a:latin typeface="Angsana New" pitchFamily="18" charset="-34"/>
              </a:rPr>
              <a:t> = 0, 1, 2, … , n</a:t>
            </a:r>
            <a:endParaRPr lang="th-TH" sz="3200" b="1" dirty="0">
              <a:solidFill>
                <a:srgbClr val="3333FF"/>
              </a:solidFill>
              <a:latin typeface="Angsana New" pitchFamily="18" charset="-34"/>
            </a:endParaRPr>
          </a:p>
        </p:txBody>
      </p:sp>
      <p:sp>
        <p:nvSpPr>
          <p:cNvPr id="12" name="TextBox 11"/>
          <p:cNvSpPr txBox="1">
            <a:spLocks noChangeArrowheads="1"/>
          </p:cNvSpPr>
          <p:nvPr/>
        </p:nvSpPr>
        <p:spPr bwMode="auto">
          <a:xfrm>
            <a:off x="5562600" y="5700114"/>
            <a:ext cx="2667000" cy="584775"/>
          </a:xfrm>
          <a:prstGeom prst="rect">
            <a:avLst/>
          </a:prstGeom>
          <a:noFill/>
          <a:ln w="9525">
            <a:noFill/>
            <a:miter lim="800000"/>
            <a:headEnd/>
            <a:tailEnd/>
          </a:ln>
        </p:spPr>
        <p:txBody>
          <a:bodyPr>
            <a:spAutoFit/>
          </a:bodyPr>
          <a:lstStyle/>
          <a:p>
            <a:r>
              <a:rPr lang="th-TH" sz="3200" b="1" dirty="0">
                <a:solidFill>
                  <a:srgbClr val="008000"/>
                </a:solidFill>
                <a:latin typeface="Angsana New" pitchFamily="18" charset="-34"/>
              </a:rPr>
              <a:t>โดยที่</a:t>
            </a:r>
            <a:r>
              <a:rPr lang="en-US" sz="3200" b="1" dirty="0">
                <a:solidFill>
                  <a:srgbClr val="008000"/>
                </a:solidFill>
                <a:latin typeface="Angsana New" pitchFamily="18" charset="-34"/>
              </a:rPr>
              <a:t>   0 &lt;  </a:t>
            </a:r>
            <a:r>
              <a:rPr lang="en-US" sz="3200" b="1" i="1" dirty="0">
                <a:solidFill>
                  <a:srgbClr val="008000"/>
                </a:solidFill>
                <a:latin typeface="Angsana New" pitchFamily="18" charset="-34"/>
              </a:rPr>
              <a:t>x</a:t>
            </a:r>
            <a:r>
              <a:rPr lang="en-US" sz="3200" b="1" dirty="0">
                <a:solidFill>
                  <a:srgbClr val="008000"/>
                </a:solidFill>
                <a:latin typeface="Angsana New" pitchFamily="18" charset="-34"/>
              </a:rPr>
              <a:t>  &lt;  n</a:t>
            </a:r>
            <a:endParaRPr lang="th-TH" sz="3200" b="1" dirty="0">
              <a:solidFill>
                <a:srgbClr val="008000"/>
              </a:solidFill>
              <a:latin typeface="Angsana New" pitchFamily="18" charset="-34"/>
            </a:endParaRPr>
          </a:p>
        </p:txBody>
      </p:sp>
      <p:sp>
        <p:nvSpPr>
          <p:cNvPr id="2" name="Slide Number Placeholder 1">
            <a:extLst>
              <a:ext uri="{FF2B5EF4-FFF2-40B4-BE49-F238E27FC236}">
                <a16:creationId xmlns:a16="http://schemas.microsoft.com/office/drawing/2014/main" id="{A34225F3-0EBF-4B66-9038-7E89C3CC59E0}"/>
              </a:ext>
            </a:extLst>
          </p:cNvPr>
          <p:cNvSpPr>
            <a:spLocks noGrp="1"/>
          </p:cNvSpPr>
          <p:nvPr>
            <p:ph type="sldNum" sz="quarter" idx="12"/>
          </p:nvPr>
        </p:nvSpPr>
        <p:spPr/>
        <p:txBody>
          <a:bodyPr/>
          <a:lstStyle/>
          <a:p>
            <a:pPr>
              <a:defRPr/>
            </a:pPr>
            <a:fld id="{3DEAF3BF-11C4-4504-A2C2-F31678299685}" type="slidenum">
              <a:rPr lang="en-US" smtClean="0"/>
              <a:pPr>
                <a:defRPr/>
              </a:pPr>
              <a:t>21</a:t>
            </a:fld>
            <a:endParaRPr lang="th-TH"/>
          </a:p>
        </p:txBody>
      </p:sp>
    </p:spTree>
    <p:extLst>
      <p:ext uri="{BB962C8B-B14F-4D97-AF65-F5344CB8AC3E}">
        <p14:creationId xmlns:p14="http://schemas.microsoft.com/office/powerpoint/2010/main" val="351025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9572"/>
                                        </p:tgtEl>
                                        <p:attrNameLst>
                                          <p:attrName>style.visibility</p:attrName>
                                        </p:attrNameLst>
                                      </p:cBhvr>
                                      <p:to>
                                        <p:strVal val="visible"/>
                                      </p:to>
                                    </p:set>
                                    <p:animEffect transition="in" filter="wipe(left)">
                                      <p:cBhvr>
                                        <p:cTn id="7" dur="300"/>
                                        <p:tgtEl>
                                          <p:spTgt spid="10957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300"/>
                                        <p:tgtEl>
                                          <p:spTgt spid="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300"/>
                                        <p:tgtEl>
                                          <p:spTgt spid="8"/>
                                        </p:tgtEl>
                                      </p:cBhvr>
                                    </p:animEffect>
                                  </p:childTnLst>
                                </p:cTn>
                              </p:par>
                            </p:childTnLst>
                          </p:cTn>
                        </p:par>
                        <p:par>
                          <p:cTn id="16" fill="hold">
                            <p:stCondLst>
                              <p:cond delay="3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300"/>
                                        <p:tgtEl>
                                          <p:spTgt spid="9"/>
                                        </p:tgtEl>
                                      </p:cBhvr>
                                    </p:animEffect>
                                  </p:childTnLst>
                                </p:cTn>
                              </p:par>
                            </p:childTnLst>
                          </p:cTn>
                        </p:par>
                        <p:par>
                          <p:cTn id="20" fill="hold">
                            <p:stCondLst>
                              <p:cond delay="600"/>
                            </p:stCondLst>
                            <p:childTnLst>
                              <p:par>
                                <p:cTn id="21" presetID="22" presetClass="entr" presetSubtype="8"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3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dissolve">
                                      <p:cBhvr>
                                        <p:cTn id="28" dur="300"/>
                                        <p:tgtEl>
                                          <p:spTgt spid="7"/>
                                        </p:tgtEl>
                                      </p:cBhvr>
                                    </p:animEffect>
                                  </p:childTnLst>
                                </p:cTn>
                              </p:par>
                            </p:childTnLst>
                          </p:cTn>
                        </p:par>
                        <p:par>
                          <p:cTn id="29" fill="hold">
                            <p:stCondLst>
                              <p:cond delay="300"/>
                            </p:stCondLst>
                            <p:childTnLst>
                              <p:par>
                                <p:cTn id="30" presetID="22" presetClass="entr" presetSubtype="8" fill="hold"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300"/>
                                        <p:tgtEl>
                                          <p:spTgt spid="10"/>
                                        </p:tgtEl>
                                      </p:cBhvr>
                                    </p:animEffect>
                                  </p:childTnLst>
                                </p:cTn>
                              </p:par>
                            </p:childTnLst>
                          </p:cTn>
                        </p:par>
                        <p:par>
                          <p:cTn id="33" fill="hold">
                            <p:stCondLst>
                              <p:cond delay="600"/>
                            </p:stCondLst>
                            <p:childTnLst>
                              <p:par>
                                <p:cTn id="34" presetID="22" presetClass="entr" presetSubtype="8"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FCBF3DF-10FA-48AB-933A-8929BB6D7F87}"/>
              </a:ext>
            </a:extLst>
          </p:cNvPr>
          <p:cNvSpPr>
            <a:spLocks noGrp="1"/>
          </p:cNvSpPr>
          <p:nvPr>
            <p:ph type="sldNum" sz="quarter" idx="12"/>
          </p:nvPr>
        </p:nvSpPr>
        <p:spPr/>
        <p:txBody>
          <a:bodyPr/>
          <a:lstStyle/>
          <a:p>
            <a:pPr>
              <a:defRPr/>
            </a:pPr>
            <a:fld id="{3448488D-3A17-4FDB-A0CA-814435731D14}" type="slidenum">
              <a:rPr lang="en-US" smtClean="0"/>
              <a:pPr>
                <a:defRPr/>
              </a:pPr>
              <a:t>22</a:t>
            </a:fld>
            <a:endParaRPr lang="th-TH"/>
          </a:p>
        </p:txBody>
      </p:sp>
      <p:sp>
        <p:nvSpPr>
          <p:cNvPr id="5" name="TextBox 4">
            <a:extLst>
              <a:ext uri="{FF2B5EF4-FFF2-40B4-BE49-F238E27FC236}">
                <a16:creationId xmlns:a16="http://schemas.microsoft.com/office/drawing/2014/main" id="{2FD43C31-C4AD-4C74-8221-1219F50C6FD3}"/>
              </a:ext>
            </a:extLst>
          </p:cNvPr>
          <p:cNvSpPr txBox="1"/>
          <p:nvPr/>
        </p:nvSpPr>
        <p:spPr>
          <a:xfrm>
            <a:off x="304800" y="533400"/>
            <a:ext cx="8382000" cy="3450945"/>
          </a:xfrm>
          <a:prstGeom prst="rect">
            <a:avLst/>
          </a:prstGeom>
          <a:noFill/>
        </p:spPr>
        <p:txBody>
          <a:bodyPr wrap="square">
            <a:spAutoFit/>
          </a:bodyPr>
          <a:lstStyle/>
          <a:p>
            <a:pPr marL="457200" indent="-457200" algn="thaiDist">
              <a:lnSpc>
                <a:spcPts val="2600"/>
              </a:lnSpc>
              <a:tabLst>
                <a:tab pos="1828800" algn="l"/>
                <a:tab pos="3403600" algn="l"/>
                <a:tab pos="6096000" algn="l"/>
              </a:tabLst>
            </a:pPr>
            <a:r>
              <a:rPr lang="en-US" b="1" dirty="0">
                <a:solidFill>
                  <a:srgbClr val="3333FF"/>
                </a:solidFill>
                <a:latin typeface="Angsana New" panose="02020603050405020304" pitchFamily="18" charset="-34"/>
              </a:rPr>
              <a:t>Problem:</a:t>
            </a:r>
          </a:p>
          <a:p>
            <a:pPr marL="457200" indent="-457200" algn="thaiDist">
              <a:lnSpc>
                <a:spcPts val="2600"/>
              </a:lnSpc>
              <a:tabLst>
                <a:tab pos="1828800" algn="l"/>
                <a:tab pos="3403600" algn="l"/>
                <a:tab pos="6096000" algn="l"/>
              </a:tabLst>
            </a:pPr>
            <a:r>
              <a:rPr lang="en-US" b="1" dirty="0">
                <a:solidFill>
                  <a:srgbClr val="3333FF"/>
                </a:solidFill>
                <a:latin typeface="Angsana New" panose="02020603050405020304" pitchFamily="18" charset="-34"/>
              </a:rPr>
              <a:t>5.23 A student is taking a multiple-choice exam in which each question has four choices. Assume that the student has no knowledge of the correct answers to any of the questions. She has decided on a strategy in which she will place four balls (marked </a:t>
            </a:r>
            <a:r>
              <a:rPr lang="en-US" b="1" i="1" dirty="0">
                <a:solidFill>
                  <a:srgbClr val="3333FF"/>
                </a:solidFill>
                <a:latin typeface="Angsana New" panose="02020603050405020304" pitchFamily="18" charset="-34"/>
              </a:rPr>
              <a:t>A, B, C </a:t>
            </a:r>
            <a:r>
              <a:rPr lang="en-US" b="1" dirty="0">
                <a:solidFill>
                  <a:srgbClr val="3333FF"/>
                </a:solidFill>
                <a:latin typeface="Angsana New" panose="02020603050405020304" pitchFamily="18" charset="-34"/>
              </a:rPr>
              <a:t>and </a:t>
            </a:r>
            <a:r>
              <a:rPr lang="en-US" b="1" i="1" dirty="0">
                <a:solidFill>
                  <a:srgbClr val="3333FF"/>
                </a:solidFill>
                <a:latin typeface="Angsana New" panose="02020603050405020304" pitchFamily="18" charset="-34"/>
              </a:rPr>
              <a:t>D</a:t>
            </a:r>
            <a:r>
              <a:rPr lang="en-US" b="1" dirty="0">
                <a:solidFill>
                  <a:srgbClr val="3333FF"/>
                </a:solidFill>
                <a:latin typeface="Angsana New" panose="02020603050405020304" pitchFamily="18" charset="-34"/>
              </a:rPr>
              <a:t>) into a box. She randomly selects one ball for each question and replaces the ball in the box. The marking on the ball will determine her answer to the question. There are five multiple-choice questions on the exam. What is the probability that she will get	</a:t>
            </a:r>
          </a:p>
          <a:p>
            <a:pPr marL="457200" algn="thaiDist">
              <a:lnSpc>
                <a:spcPts val="2600"/>
              </a:lnSpc>
              <a:tabLst>
                <a:tab pos="1079500" algn="l"/>
                <a:tab pos="3403600" algn="l"/>
                <a:tab pos="4216400" algn="l"/>
              </a:tabLst>
            </a:pPr>
            <a:r>
              <a:rPr lang="en-US" b="1" dirty="0">
                <a:solidFill>
                  <a:srgbClr val="3333FF"/>
                </a:solidFill>
                <a:latin typeface="Angsana New" panose="02020603050405020304" pitchFamily="18" charset="-34"/>
              </a:rPr>
              <a:t>	a. five questions correct?	b. at least four questions correct? </a:t>
            </a:r>
          </a:p>
          <a:p>
            <a:pPr marL="457200" algn="thaiDist">
              <a:lnSpc>
                <a:spcPts val="2600"/>
              </a:lnSpc>
              <a:tabLst>
                <a:tab pos="1079500" algn="l"/>
                <a:tab pos="3403600" algn="l"/>
                <a:tab pos="4216400" algn="l"/>
              </a:tabLst>
            </a:pPr>
            <a:r>
              <a:rPr lang="en-US" b="1" dirty="0">
                <a:solidFill>
                  <a:srgbClr val="3333FF"/>
                </a:solidFill>
                <a:latin typeface="Angsana New" panose="02020603050405020304" pitchFamily="18" charset="-34"/>
              </a:rPr>
              <a:t>	c. no question correct?	d. no more than two questions correct?</a:t>
            </a:r>
            <a:endParaRPr lang="th-TH" b="1" dirty="0">
              <a:solidFill>
                <a:srgbClr val="3333FF"/>
              </a:solidFill>
              <a:latin typeface="Angsana New" panose="02020603050405020304" pitchFamily="18" charset="-34"/>
            </a:endParaRPr>
          </a:p>
        </p:txBody>
      </p:sp>
      <p:pic>
        <p:nvPicPr>
          <p:cNvPr id="7" name="Picture 6">
            <a:extLst>
              <a:ext uri="{FF2B5EF4-FFF2-40B4-BE49-F238E27FC236}">
                <a16:creationId xmlns:a16="http://schemas.microsoft.com/office/drawing/2014/main" id="{DA945F49-30A7-4A95-BE3E-03C55A0153C1}"/>
              </a:ext>
            </a:extLst>
          </p:cNvPr>
          <p:cNvPicPr>
            <a:picLocks noChangeAspect="1"/>
          </p:cNvPicPr>
          <p:nvPr/>
        </p:nvPicPr>
        <p:blipFill>
          <a:blip r:embed="rId2"/>
          <a:stretch>
            <a:fillRect/>
          </a:stretch>
        </p:blipFill>
        <p:spPr>
          <a:xfrm>
            <a:off x="115438" y="5760551"/>
            <a:ext cx="8913124" cy="969348"/>
          </a:xfrm>
          <a:prstGeom prst="rect">
            <a:avLst/>
          </a:prstGeom>
        </p:spPr>
      </p:pic>
    </p:spTree>
    <p:extLst>
      <p:ext uri="{BB962C8B-B14F-4D97-AF65-F5344CB8AC3E}">
        <p14:creationId xmlns:p14="http://schemas.microsoft.com/office/powerpoint/2010/main" val="2990507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9" name="Rectangle 9"/>
          <p:cNvSpPr>
            <a:spLocks noChangeArrowheads="1"/>
          </p:cNvSpPr>
          <p:nvPr/>
        </p:nvSpPr>
        <p:spPr bwMode="auto">
          <a:xfrm>
            <a:off x="228600" y="1905000"/>
            <a:ext cx="6546669" cy="594814"/>
          </a:xfrm>
          <a:prstGeom prst="rect">
            <a:avLst/>
          </a:prstGeom>
          <a:noFill/>
          <a:ln w="9525">
            <a:noFill/>
            <a:miter lim="800000"/>
            <a:headEnd/>
            <a:tailEnd/>
          </a:ln>
        </p:spPr>
        <p:txBody>
          <a:bodyPr/>
          <a:lstStyle/>
          <a:p>
            <a:pPr marL="457200" indent="-457200">
              <a:tabLst>
                <a:tab pos="457200" algn="l"/>
              </a:tabLst>
            </a:pPr>
            <a:r>
              <a:rPr lang="en-US" sz="3200" b="1" dirty="0">
                <a:solidFill>
                  <a:srgbClr val="00B050"/>
                </a:solidFill>
                <a:latin typeface="Angsana New" panose="02020603050405020304" pitchFamily="18" charset="-34"/>
              </a:rPr>
              <a:t>4. </a:t>
            </a:r>
            <a:r>
              <a:rPr lang="en-US" sz="3200" b="1" dirty="0" err="1">
                <a:solidFill>
                  <a:srgbClr val="00B050"/>
                </a:solidFill>
                <a:latin typeface="Angsana New" pitchFamily="18" charset="-34"/>
              </a:rPr>
              <a:t>f</a:t>
            </a:r>
            <a:r>
              <a:rPr lang="en-US" sz="3200" b="1" baseline="-25000" dirty="0" err="1">
                <a:solidFill>
                  <a:srgbClr val="00B050"/>
                </a:solidFill>
                <a:latin typeface="Angsana New" pitchFamily="18" charset="-34"/>
              </a:rPr>
              <a:t>X</a:t>
            </a:r>
            <a:r>
              <a:rPr lang="en-US" sz="3200" b="1" dirty="0">
                <a:solidFill>
                  <a:srgbClr val="00B050"/>
                </a:solidFill>
                <a:latin typeface="Angsana New" pitchFamily="18" charset="-34"/>
              </a:rPr>
              <a:t>(</a:t>
            </a:r>
            <a:r>
              <a:rPr lang="en-US" sz="3200" b="1" i="1" dirty="0">
                <a:solidFill>
                  <a:srgbClr val="00B050"/>
                </a:solidFill>
                <a:latin typeface="Angsana New" pitchFamily="18" charset="-34"/>
              </a:rPr>
              <a:t>x</a:t>
            </a:r>
            <a:r>
              <a:rPr lang="en-US" sz="3200" b="1" dirty="0">
                <a:solidFill>
                  <a:srgbClr val="00B050"/>
                </a:solidFill>
                <a:latin typeface="Angsana New" pitchFamily="18" charset="-34"/>
              </a:rPr>
              <a:t>)  </a:t>
            </a:r>
            <a:r>
              <a:rPr lang="en-US" sz="3200" b="1" dirty="0" err="1">
                <a:solidFill>
                  <a:srgbClr val="00B050"/>
                </a:solidFill>
                <a:latin typeface="Angsana New" pitchFamily="18" charset="-34"/>
              </a:rPr>
              <a:t>เรียกว่า</a:t>
            </a:r>
            <a:r>
              <a:rPr lang="en-US" sz="3200" b="1" dirty="0">
                <a:solidFill>
                  <a:srgbClr val="00B050"/>
                </a:solidFill>
                <a:latin typeface="Angsana New" pitchFamily="18" charset="-34"/>
              </a:rPr>
              <a:t>  </a:t>
            </a:r>
            <a:r>
              <a:rPr lang="en-US" sz="3200" b="1" i="1" dirty="0">
                <a:solidFill>
                  <a:srgbClr val="00B050"/>
                </a:solidFill>
                <a:latin typeface="Angsana New" pitchFamily="18" charset="-34"/>
              </a:rPr>
              <a:t>Probability density function </a:t>
            </a:r>
            <a:r>
              <a:rPr lang="en-US" sz="3200" b="1" dirty="0">
                <a:solidFill>
                  <a:srgbClr val="00B050"/>
                </a:solidFill>
                <a:latin typeface="Angsana New" pitchFamily="18" charset="-34"/>
              </a:rPr>
              <a:t>(pdf.)</a:t>
            </a:r>
          </a:p>
        </p:txBody>
      </p:sp>
      <p:sp>
        <p:nvSpPr>
          <p:cNvPr id="20482" name="Rectangle 2"/>
          <p:cNvSpPr>
            <a:spLocks noGrp="1" noChangeArrowheads="1"/>
          </p:cNvSpPr>
          <p:nvPr>
            <p:ph type="ctrTitle"/>
          </p:nvPr>
        </p:nvSpPr>
        <p:spPr>
          <a:xfrm>
            <a:off x="120650" y="0"/>
            <a:ext cx="8899525" cy="685800"/>
          </a:xfrm>
        </p:spPr>
        <p:txBody>
          <a:bodyPr/>
          <a:lstStyle/>
          <a:p>
            <a:pPr eaLnBrk="1" hangingPunct="1">
              <a:lnSpc>
                <a:spcPct val="90000"/>
              </a:lnSpc>
            </a:pPr>
            <a:r>
              <a:rPr lang="th-TH" sz="4000" b="1" dirty="0">
                <a:solidFill>
                  <a:srgbClr val="CC00FF"/>
                </a:solidFill>
                <a:latin typeface="Angsana New" panose="02020603050405020304" pitchFamily="18" charset="-34"/>
                <a:cs typeface="Angsana New" panose="02020603050405020304" pitchFamily="18" charset="-34"/>
              </a:rPr>
              <a:t>ตัวแปรสุ่มแบบต่อเนื่อง</a:t>
            </a:r>
          </a:p>
        </p:txBody>
      </p:sp>
      <p:sp>
        <p:nvSpPr>
          <p:cNvPr id="20484" name="Rectangle 4"/>
          <p:cNvSpPr>
            <a:spLocks noChangeArrowheads="1"/>
          </p:cNvSpPr>
          <p:nvPr/>
        </p:nvSpPr>
        <p:spPr bwMode="auto">
          <a:xfrm>
            <a:off x="4301836" y="1451075"/>
            <a:ext cx="2733675" cy="685800"/>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rPr>
              <a:t>(1)  </a:t>
            </a:r>
            <a:r>
              <a:rPr lang="en-US" sz="3200" b="1" dirty="0" err="1">
                <a:solidFill>
                  <a:srgbClr val="663300"/>
                </a:solidFill>
                <a:latin typeface="Angsana New" panose="02020603050405020304" pitchFamily="18" charset="-34"/>
              </a:rPr>
              <a:t>f</a:t>
            </a:r>
            <a:r>
              <a:rPr lang="en-US" sz="3200" b="1" baseline="-25000" dirty="0" err="1">
                <a:solidFill>
                  <a:srgbClr val="663300"/>
                </a:solidFill>
                <a:latin typeface="Angsana New" pitchFamily="18" charset="-34"/>
              </a:rPr>
              <a:t>X</a:t>
            </a:r>
            <a:r>
              <a:rPr lang="en-US" sz="3200" b="1" dirty="0">
                <a:solidFill>
                  <a:srgbClr val="663300"/>
                </a:solidFill>
                <a:latin typeface="Angsana New" pitchFamily="18" charset="-34"/>
              </a:rPr>
              <a:t>(</a:t>
            </a:r>
            <a:r>
              <a:rPr lang="en-US" sz="3200" b="1" i="1" dirty="0">
                <a:solidFill>
                  <a:srgbClr val="663300"/>
                </a:solidFill>
                <a:latin typeface="Angsana New" pitchFamily="18" charset="-34"/>
              </a:rPr>
              <a:t>x</a:t>
            </a:r>
            <a:r>
              <a:rPr lang="en-US" sz="3200" b="1" dirty="0">
                <a:solidFill>
                  <a:srgbClr val="663300"/>
                </a:solidFill>
                <a:latin typeface="Angsana New" pitchFamily="18" charset="-34"/>
              </a:rPr>
              <a:t>)  </a:t>
            </a:r>
            <a:r>
              <a:rPr lang="en-US" sz="3200" b="1" u="sng" dirty="0">
                <a:solidFill>
                  <a:srgbClr val="663300"/>
                </a:solidFill>
                <a:latin typeface="Angsana New" pitchFamily="18" charset="-34"/>
              </a:rPr>
              <a:t>&gt;</a:t>
            </a:r>
            <a:r>
              <a:rPr lang="en-US" sz="3200" b="1" dirty="0">
                <a:solidFill>
                  <a:srgbClr val="663300"/>
                </a:solidFill>
                <a:latin typeface="Angsana New" pitchFamily="18" charset="-34"/>
              </a:rPr>
              <a:t>  0 </a:t>
            </a:r>
            <a:r>
              <a:rPr lang="en-US" sz="2000" b="1" dirty="0">
                <a:solidFill>
                  <a:srgbClr val="663300"/>
                </a:solidFill>
                <a:latin typeface="Angsana New" pitchFamily="18" charset="-34"/>
                <a:sym typeface="Symbol" pitchFamily="18" charset="2"/>
              </a:rPr>
              <a:t></a:t>
            </a:r>
            <a:r>
              <a:rPr lang="en-US" sz="2000" b="1" i="1" dirty="0">
                <a:solidFill>
                  <a:srgbClr val="663300"/>
                </a:solidFill>
                <a:latin typeface="Angsana New" pitchFamily="18" charset="-34"/>
                <a:sym typeface="Symbol" pitchFamily="18" charset="2"/>
              </a:rPr>
              <a:t>x</a:t>
            </a:r>
            <a:r>
              <a:rPr lang="en-US" sz="2000" b="1" dirty="0">
                <a:solidFill>
                  <a:srgbClr val="663300"/>
                </a:solidFill>
                <a:latin typeface="Angsana New" pitchFamily="18" charset="-34"/>
                <a:sym typeface="Symbol" pitchFamily="18" charset="2"/>
              </a:rPr>
              <a:t>  </a:t>
            </a:r>
          </a:p>
        </p:txBody>
      </p:sp>
      <p:sp>
        <p:nvSpPr>
          <p:cNvPr id="20488" name="Text Box 8"/>
          <p:cNvSpPr txBox="1">
            <a:spLocks noChangeArrowheads="1"/>
          </p:cNvSpPr>
          <p:nvPr/>
        </p:nvSpPr>
        <p:spPr bwMode="auto">
          <a:xfrm>
            <a:off x="231412" y="1454329"/>
            <a:ext cx="4188188" cy="584775"/>
          </a:xfrm>
          <a:prstGeom prst="rect">
            <a:avLst/>
          </a:prstGeom>
          <a:noFill/>
          <a:ln w="9525">
            <a:noFill/>
            <a:miter lim="800000"/>
            <a:headEnd/>
            <a:tailEnd/>
          </a:ln>
        </p:spPr>
        <p:txBody>
          <a:bodyPr wrap="square">
            <a:spAutoFit/>
          </a:bodyPr>
          <a:lstStyle/>
          <a:p>
            <a:pPr>
              <a:spcBef>
                <a:spcPct val="50000"/>
              </a:spcBef>
            </a:pPr>
            <a:r>
              <a:rPr lang="th-TH" sz="3200" b="1" dirty="0">
                <a:solidFill>
                  <a:srgbClr val="663300"/>
                </a:solidFill>
                <a:latin typeface="Angsana New" panose="02020603050405020304" pitchFamily="18" charset="-34"/>
              </a:rPr>
              <a:t>3. สมบัติของฟังก์ชันความน่าจะเป็น</a:t>
            </a:r>
          </a:p>
        </p:txBody>
      </p:sp>
      <p:grpSp>
        <p:nvGrpSpPr>
          <p:cNvPr id="2" name="Group 19"/>
          <p:cNvGrpSpPr>
            <a:grpSpLocks/>
          </p:cNvGrpSpPr>
          <p:nvPr/>
        </p:nvGrpSpPr>
        <p:grpSpPr bwMode="auto">
          <a:xfrm>
            <a:off x="219211" y="381000"/>
            <a:ext cx="8810625" cy="890588"/>
            <a:chOff x="171" y="560"/>
            <a:chExt cx="5550" cy="561"/>
          </a:xfrm>
        </p:grpSpPr>
        <p:sp>
          <p:nvSpPr>
            <p:cNvPr id="28685" name="Rectangle 3"/>
            <p:cNvSpPr>
              <a:spLocks noChangeArrowheads="1"/>
            </p:cNvSpPr>
            <p:nvPr/>
          </p:nvSpPr>
          <p:spPr bwMode="auto">
            <a:xfrm>
              <a:off x="171" y="656"/>
              <a:ext cx="5550" cy="465"/>
            </a:xfrm>
            <a:prstGeom prst="rect">
              <a:avLst/>
            </a:prstGeom>
            <a:noFill/>
            <a:ln w="9525">
              <a:noFill/>
              <a:miter lim="800000"/>
              <a:headEnd/>
              <a:tailEnd/>
            </a:ln>
          </p:spPr>
          <p:txBody>
            <a:bodyPr/>
            <a:lstStyle/>
            <a:p>
              <a:pPr marL="457200" indent="-457200">
                <a:tabLst>
                  <a:tab pos="457200" algn="l"/>
                </a:tabLst>
              </a:pPr>
              <a:r>
                <a:rPr lang="en-US" sz="3200" b="1" dirty="0">
                  <a:solidFill>
                    <a:srgbClr val="0000FF"/>
                  </a:solidFill>
                  <a:latin typeface="Angsana New" panose="02020603050405020304" pitchFamily="18" charset="-34"/>
                </a:rPr>
                <a:t>1. </a:t>
              </a:r>
              <a:r>
                <a:rPr lang="en-US" sz="3200" b="1" dirty="0" err="1">
                  <a:solidFill>
                    <a:srgbClr val="0000FF"/>
                  </a:solidFill>
                  <a:latin typeface="Angsana New" panose="02020603050405020304" pitchFamily="18" charset="-34"/>
                </a:rPr>
                <a:t>ฟังก์ชันความน่าจะเป็นของตัวแปรสุ่มแบบต่อเนื่อง</a:t>
              </a:r>
              <a:r>
                <a:rPr lang="en-US" sz="3200" b="1" dirty="0">
                  <a:solidFill>
                    <a:srgbClr val="0000FF"/>
                  </a:solidFill>
                  <a:latin typeface="Angsana New" panose="02020603050405020304" pitchFamily="18" charset="-34"/>
                </a:rPr>
                <a:t> : </a:t>
              </a:r>
              <a:r>
                <a:rPr lang="en-US" sz="3200" b="1" dirty="0" err="1">
                  <a:solidFill>
                    <a:srgbClr val="008000"/>
                  </a:solidFill>
                  <a:latin typeface="Angsana New" pitchFamily="18" charset="-34"/>
                </a:rPr>
                <a:t>f</a:t>
              </a:r>
              <a:r>
                <a:rPr lang="en-US" sz="3200" b="1" baseline="-25000" dirty="0" err="1">
                  <a:solidFill>
                    <a:srgbClr val="008000"/>
                  </a:solidFill>
                  <a:latin typeface="Angsana New" pitchFamily="18" charset="-34"/>
                </a:rPr>
                <a:t>X</a:t>
              </a:r>
              <a:r>
                <a:rPr lang="en-US" sz="3200" b="1" dirty="0">
                  <a:solidFill>
                    <a:srgbClr val="008000"/>
                  </a:solidFill>
                  <a:latin typeface="Angsana New" pitchFamily="18" charset="-34"/>
                </a:rPr>
                <a:t>(</a:t>
              </a:r>
              <a:r>
                <a:rPr lang="en-US" sz="3200" b="1" i="1" dirty="0">
                  <a:solidFill>
                    <a:srgbClr val="008000"/>
                  </a:solidFill>
                  <a:latin typeface="Angsana New" pitchFamily="18" charset="-34"/>
                </a:rPr>
                <a:t>x</a:t>
              </a:r>
              <a:r>
                <a:rPr lang="en-US" sz="3200" b="1" dirty="0">
                  <a:solidFill>
                    <a:srgbClr val="008000"/>
                  </a:solidFill>
                  <a:latin typeface="Angsana New" pitchFamily="18" charset="-34"/>
                </a:rPr>
                <a:t>)  =         F</a:t>
              </a:r>
              <a:r>
                <a:rPr lang="en-US" sz="3200" b="1" baseline="-25000" dirty="0">
                  <a:solidFill>
                    <a:srgbClr val="008000"/>
                  </a:solidFill>
                  <a:latin typeface="Angsana New" pitchFamily="18" charset="-34"/>
                </a:rPr>
                <a:t>X</a:t>
              </a:r>
              <a:r>
                <a:rPr lang="en-US" sz="3200" b="1" dirty="0">
                  <a:solidFill>
                    <a:srgbClr val="008000"/>
                  </a:solidFill>
                  <a:latin typeface="Angsana New" pitchFamily="18" charset="-34"/>
                </a:rPr>
                <a:t>(</a:t>
              </a:r>
              <a:r>
                <a:rPr lang="en-US" sz="3200" b="1" i="1" dirty="0">
                  <a:solidFill>
                    <a:srgbClr val="008000"/>
                  </a:solidFill>
                  <a:latin typeface="Angsana New" pitchFamily="18" charset="-34"/>
                </a:rPr>
                <a:t>x</a:t>
              </a:r>
              <a:r>
                <a:rPr lang="en-US" sz="3200" b="1" dirty="0">
                  <a:solidFill>
                    <a:srgbClr val="008000"/>
                  </a:solidFill>
                  <a:latin typeface="Angsana New" pitchFamily="18" charset="-34"/>
                </a:rPr>
                <a:t>) </a:t>
              </a:r>
            </a:p>
          </p:txBody>
        </p:sp>
        <p:grpSp>
          <p:nvGrpSpPr>
            <p:cNvPr id="28686" name="Group 13"/>
            <p:cNvGrpSpPr>
              <a:grpSpLocks/>
            </p:cNvGrpSpPr>
            <p:nvPr/>
          </p:nvGrpSpPr>
          <p:grpSpPr bwMode="auto">
            <a:xfrm>
              <a:off x="4540" y="560"/>
              <a:ext cx="390" cy="561"/>
              <a:chOff x="4567" y="3074"/>
              <a:chExt cx="384" cy="561"/>
            </a:xfrm>
          </p:grpSpPr>
          <p:sp>
            <p:nvSpPr>
              <p:cNvPr id="28687" name="Text Box 10"/>
              <p:cNvSpPr txBox="1">
                <a:spLocks noChangeArrowheads="1"/>
              </p:cNvSpPr>
              <p:nvPr/>
            </p:nvSpPr>
            <p:spPr bwMode="auto">
              <a:xfrm>
                <a:off x="4587" y="3074"/>
                <a:ext cx="291" cy="368"/>
              </a:xfrm>
              <a:prstGeom prst="rect">
                <a:avLst/>
              </a:prstGeom>
              <a:noFill/>
              <a:ln w="9525">
                <a:noFill/>
                <a:miter lim="800000"/>
                <a:headEnd/>
                <a:tailEnd/>
              </a:ln>
            </p:spPr>
            <p:txBody>
              <a:bodyPr wrap="square">
                <a:spAutoFit/>
              </a:bodyPr>
              <a:lstStyle/>
              <a:p>
                <a:pPr>
                  <a:spcBef>
                    <a:spcPct val="50000"/>
                  </a:spcBef>
                </a:pPr>
                <a:r>
                  <a:rPr lang="en-US" sz="3200" b="1" dirty="0">
                    <a:solidFill>
                      <a:srgbClr val="008000"/>
                    </a:solidFill>
                    <a:latin typeface="Angsana New" panose="02020603050405020304" pitchFamily="18" charset="-34"/>
                  </a:rPr>
                  <a:t>d</a:t>
                </a:r>
              </a:p>
            </p:txBody>
          </p:sp>
          <p:sp>
            <p:nvSpPr>
              <p:cNvPr id="28688" name="Text Box 11"/>
              <p:cNvSpPr txBox="1">
                <a:spLocks noChangeArrowheads="1"/>
              </p:cNvSpPr>
              <p:nvPr/>
            </p:nvSpPr>
            <p:spPr bwMode="auto">
              <a:xfrm>
                <a:off x="4567" y="3267"/>
                <a:ext cx="384" cy="368"/>
              </a:xfrm>
              <a:prstGeom prst="rect">
                <a:avLst/>
              </a:prstGeom>
              <a:noFill/>
              <a:ln w="9525">
                <a:noFill/>
                <a:miter lim="800000"/>
                <a:headEnd/>
                <a:tailEnd/>
              </a:ln>
            </p:spPr>
            <p:txBody>
              <a:bodyPr>
                <a:spAutoFit/>
              </a:bodyPr>
              <a:lstStyle/>
              <a:p>
                <a:pPr>
                  <a:spcBef>
                    <a:spcPct val="50000"/>
                  </a:spcBef>
                </a:pPr>
                <a:r>
                  <a:rPr lang="en-US" sz="3200" b="1" dirty="0">
                    <a:solidFill>
                      <a:srgbClr val="008000"/>
                    </a:solidFill>
                    <a:latin typeface="Angsana New" panose="02020603050405020304" pitchFamily="18" charset="-34"/>
                  </a:rPr>
                  <a:t>d</a:t>
                </a:r>
                <a:r>
                  <a:rPr lang="en-US" sz="3200" b="1" i="1" dirty="0">
                    <a:solidFill>
                      <a:srgbClr val="008000"/>
                    </a:solidFill>
                    <a:latin typeface="Angsana New" pitchFamily="18" charset="-34"/>
                  </a:rPr>
                  <a:t>x</a:t>
                </a:r>
              </a:p>
            </p:txBody>
          </p:sp>
          <p:sp>
            <p:nvSpPr>
              <p:cNvPr id="28689" name="Line 12"/>
              <p:cNvSpPr>
                <a:spLocks noChangeShapeType="1"/>
              </p:cNvSpPr>
              <p:nvPr/>
            </p:nvSpPr>
            <p:spPr bwMode="auto">
              <a:xfrm>
                <a:off x="4587" y="3356"/>
                <a:ext cx="227" cy="0"/>
              </a:xfrm>
              <a:prstGeom prst="line">
                <a:avLst/>
              </a:prstGeom>
              <a:noFill/>
              <a:ln w="38100">
                <a:solidFill>
                  <a:srgbClr val="008000"/>
                </a:solidFill>
                <a:round/>
                <a:headEnd/>
                <a:tailEnd/>
              </a:ln>
            </p:spPr>
            <p:txBody>
              <a:bodyPr/>
              <a:lstStyle/>
              <a:p>
                <a:endParaRPr lang="en-US" sz="3200">
                  <a:latin typeface="Angsana New" panose="02020603050405020304" pitchFamily="18" charset="-34"/>
                </a:endParaRPr>
              </a:p>
            </p:txBody>
          </p:sp>
        </p:grpSp>
      </p:grpSp>
      <p:sp>
        <p:nvSpPr>
          <p:cNvPr id="20497" name="Rectangle 17"/>
          <p:cNvSpPr>
            <a:spLocks noChangeArrowheads="1"/>
          </p:cNvSpPr>
          <p:nvPr/>
        </p:nvSpPr>
        <p:spPr bwMode="auto">
          <a:xfrm>
            <a:off x="228600" y="998581"/>
            <a:ext cx="5829300" cy="533400"/>
          </a:xfrm>
          <a:prstGeom prst="rect">
            <a:avLst/>
          </a:prstGeom>
          <a:noFill/>
          <a:ln w="9525">
            <a:noFill/>
            <a:miter lim="800000"/>
            <a:headEnd/>
            <a:tailEnd/>
          </a:ln>
        </p:spPr>
        <p:txBody>
          <a:bodyPr/>
          <a:lstStyle/>
          <a:p>
            <a:pPr marL="457200" indent="-457200">
              <a:tabLst>
                <a:tab pos="457200" algn="l"/>
              </a:tabLst>
            </a:pPr>
            <a:r>
              <a:rPr lang="en-US" sz="3200" b="1" dirty="0">
                <a:solidFill>
                  <a:srgbClr val="6600CC"/>
                </a:solidFill>
                <a:latin typeface="Angsana New" panose="02020603050405020304" pitchFamily="18" charset="-34"/>
              </a:rPr>
              <a:t>2. F</a:t>
            </a:r>
            <a:r>
              <a:rPr lang="en-US" sz="3200" b="1" baseline="-25000" dirty="0">
                <a:solidFill>
                  <a:srgbClr val="6600CC"/>
                </a:solidFill>
                <a:latin typeface="Angsana New" pitchFamily="18" charset="-34"/>
              </a:rPr>
              <a:t>X</a:t>
            </a:r>
            <a:r>
              <a:rPr lang="en-US" sz="3200" b="1" dirty="0">
                <a:solidFill>
                  <a:srgbClr val="6600CC"/>
                </a:solidFill>
                <a:latin typeface="Angsana New" pitchFamily="18" charset="-34"/>
              </a:rPr>
              <a:t>(</a:t>
            </a:r>
            <a:r>
              <a:rPr lang="en-US" sz="3200" b="1" i="1" dirty="0">
                <a:solidFill>
                  <a:srgbClr val="6600CC"/>
                </a:solidFill>
                <a:latin typeface="Angsana New" pitchFamily="18" charset="-34"/>
              </a:rPr>
              <a:t>x</a:t>
            </a:r>
            <a:r>
              <a:rPr lang="en-US" sz="3200" b="1" dirty="0">
                <a:solidFill>
                  <a:srgbClr val="6600CC"/>
                </a:solidFill>
                <a:latin typeface="Angsana New" pitchFamily="18" charset="-34"/>
              </a:rPr>
              <a:t>) = P(X </a:t>
            </a:r>
            <a:r>
              <a:rPr lang="en-US" sz="3200" b="1" u="sng" dirty="0">
                <a:solidFill>
                  <a:srgbClr val="6600CC"/>
                </a:solidFill>
                <a:latin typeface="Angsana New" pitchFamily="18" charset="-34"/>
              </a:rPr>
              <a:t>&lt;</a:t>
            </a:r>
            <a:r>
              <a:rPr lang="en-US" sz="3200" b="1" dirty="0">
                <a:solidFill>
                  <a:srgbClr val="6600CC"/>
                </a:solidFill>
                <a:latin typeface="Angsana New" pitchFamily="18" charset="-34"/>
              </a:rPr>
              <a:t> </a:t>
            </a:r>
            <a:r>
              <a:rPr lang="en-US" sz="3200" b="1" i="1" dirty="0">
                <a:solidFill>
                  <a:srgbClr val="6600CC"/>
                </a:solidFill>
                <a:latin typeface="Angsana New" pitchFamily="18" charset="-34"/>
              </a:rPr>
              <a:t>x</a:t>
            </a:r>
            <a:r>
              <a:rPr lang="en-US" sz="3200" b="1" dirty="0">
                <a:solidFill>
                  <a:srgbClr val="6600CC"/>
                </a:solidFill>
                <a:latin typeface="Angsana New" pitchFamily="18" charset="-34"/>
              </a:rPr>
              <a:t>) </a:t>
            </a:r>
            <a:r>
              <a:rPr lang="en-US" sz="3200" b="1" dirty="0" err="1">
                <a:solidFill>
                  <a:srgbClr val="6600CC"/>
                </a:solidFill>
                <a:latin typeface="Angsana New" pitchFamily="18" charset="-34"/>
              </a:rPr>
              <a:t>ฟังก์ชันความน่าจะเป็นสะสม</a:t>
            </a:r>
            <a:endParaRPr lang="en-US" sz="3200" b="1" dirty="0">
              <a:solidFill>
                <a:srgbClr val="6600CC"/>
              </a:solidFill>
              <a:latin typeface="Angsana New" pitchFamily="18" charset="-34"/>
            </a:endParaRPr>
          </a:p>
        </p:txBody>
      </p:sp>
      <p:sp>
        <p:nvSpPr>
          <p:cNvPr id="20498" name="Rectangle 18"/>
          <p:cNvSpPr>
            <a:spLocks noChangeArrowheads="1"/>
          </p:cNvSpPr>
          <p:nvPr/>
        </p:nvSpPr>
        <p:spPr bwMode="auto">
          <a:xfrm>
            <a:off x="491400" y="2344615"/>
            <a:ext cx="6283870" cy="624841"/>
          </a:xfrm>
          <a:prstGeom prst="rect">
            <a:avLst/>
          </a:prstGeom>
          <a:noFill/>
          <a:ln w="9525">
            <a:noFill/>
            <a:miter lim="800000"/>
            <a:headEnd/>
            <a:tailEnd/>
          </a:ln>
        </p:spPr>
        <p:txBody>
          <a:bodyPr/>
          <a:lstStyle/>
          <a:p>
            <a:pPr>
              <a:tabLst>
                <a:tab pos="457200" algn="l"/>
              </a:tabLst>
            </a:pPr>
            <a:r>
              <a:rPr lang="en-US" sz="3200" b="1" dirty="0">
                <a:solidFill>
                  <a:srgbClr val="0070C0"/>
                </a:solidFill>
                <a:latin typeface="Angsana New" panose="02020603050405020304" pitchFamily="18" charset="-34"/>
              </a:rPr>
              <a:t>F</a:t>
            </a:r>
            <a:r>
              <a:rPr lang="en-US" sz="3200" b="1" baseline="-25000" dirty="0">
                <a:solidFill>
                  <a:srgbClr val="0070C0"/>
                </a:solidFill>
                <a:latin typeface="Angsana New" pitchFamily="18" charset="-34"/>
              </a:rPr>
              <a:t>X</a:t>
            </a:r>
            <a:r>
              <a:rPr lang="en-US" sz="3200" b="1" dirty="0">
                <a:solidFill>
                  <a:srgbClr val="0070C0"/>
                </a:solidFill>
                <a:latin typeface="Angsana New" pitchFamily="18" charset="-34"/>
              </a:rPr>
              <a:t>(</a:t>
            </a:r>
            <a:r>
              <a:rPr lang="en-US" sz="3200" b="1" i="1" dirty="0">
                <a:solidFill>
                  <a:srgbClr val="0070C0"/>
                </a:solidFill>
                <a:latin typeface="Angsana New" pitchFamily="18" charset="-34"/>
              </a:rPr>
              <a:t>x</a:t>
            </a:r>
            <a:r>
              <a:rPr lang="en-US" sz="3200" b="1" dirty="0">
                <a:solidFill>
                  <a:srgbClr val="0070C0"/>
                </a:solidFill>
                <a:latin typeface="Angsana New" pitchFamily="18" charset="-34"/>
              </a:rPr>
              <a:t>) </a:t>
            </a:r>
            <a:r>
              <a:rPr lang="en-US" sz="3200" b="1" dirty="0" err="1">
                <a:solidFill>
                  <a:srgbClr val="0070C0"/>
                </a:solidFill>
                <a:latin typeface="Angsana New" pitchFamily="18" charset="-34"/>
              </a:rPr>
              <a:t>เรียกว่า</a:t>
            </a:r>
            <a:r>
              <a:rPr lang="en-US" sz="3200" b="1" dirty="0">
                <a:solidFill>
                  <a:srgbClr val="0070C0"/>
                </a:solidFill>
                <a:latin typeface="Angsana New" pitchFamily="18" charset="-34"/>
              </a:rPr>
              <a:t> </a:t>
            </a:r>
            <a:r>
              <a:rPr lang="en-US" sz="3200" b="1" i="1" dirty="0">
                <a:solidFill>
                  <a:srgbClr val="0070C0"/>
                </a:solidFill>
                <a:latin typeface="Angsana New" pitchFamily="18" charset="-34"/>
              </a:rPr>
              <a:t>Cumulative probability function </a:t>
            </a:r>
            <a:r>
              <a:rPr lang="en-US" sz="3200" b="1" dirty="0">
                <a:solidFill>
                  <a:srgbClr val="0070C0"/>
                </a:solidFill>
                <a:latin typeface="Angsana New" pitchFamily="18" charset="-34"/>
              </a:rPr>
              <a:t>(</a:t>
            </a:r>
            <a:r>
              <a:rPr lang="en-US" sz="3200" b="1" dirty="0" err="1">
                <a:solidFill>
                  <a:srgbClr val="0070C0"/>
                </a:solidFill>
                <a:latin typeface="Angsana New" pitchFamily="18" charset="-34"/>
              </a:rPr>
              <a:t>cdf</a:t>
            </a:r>
            <a:r>
              <a:rPr lang="en-US" sz="3200" b="1" dirty="0">
                <a:solidFill>
                  <a:srgbClr val="0070C0"/>
                </a:solidFill>
                <a:latin typeface="Angsana New" pitchFamily="18" charset="-34"/>
              </a:rPr>
              <a:t>.)</a:t>
            </a:r>
          </a:p>
        </p:txBody>
      </p:sp>
      <p:grpSp>
        <p:nvGrpSpPr>
          <p:cNvPr id="3" name="Group 2"/>
          <p:cNvGrpSpPr/>
          <p:nvPr/>
        </p:nvGrpSpPr>
        <p:grpSpPr>
          <a:xfrm>
            <a:off x="6816266" y="1330036"/>
            <a:ext cx="2209970" cy="965203"/>
            <a:chOff x="4419600" y="2822584"/>
            <a:chExt cx="1778000" cy="965203"/>
          </a:xfrm>
        </p:grpSpPr>
        <p:grpSp>
          <p:nvGrpSpPr>
            <p:cNvPr id="4" name="Group 16"/>
            <p:cNvGrpSpPr>
              <a:grpSpLocks/>
            </p:cNvGrpSpPr>
            <p:nvPr/>
          </p:nvGrpSpPr>
          <p:grpSpPr bwMode="auto">
            <a:xfrm>
              <a:off x="4419600" y="2822584"/>
              <a:ext cx="1778000" cy="965203"/>
              <a:chOff x="3552" y="2040"/>
              <a:chExt cx="1120" cy="608"/>
            </a:xfrm>
          </p:grpSpPr>
          <p:sp>
            <p:nvSpPr>
              <p:cNvPr id="28682" name="Rectangle 6"/>
              <p:cNvSpPr>
                <a:spLocks noChangeArrowheads="1"/>
              </p:cNvSpPr>
              <p:nvPr/>
            </p:nvSpPr>
            <p:spPr bwMode="auto">
              <a:xfrm>
                <a:off x="3552" y="2120"/>
                <a:ext cx="1120" cy="528"/>
              </a:xfrm>
              <a:prstGeom prst="rect">
                <a:avLst/>
              </a:prstGeom>
              <a:noFill/>
              <a:ln w="9525">
                <a:noFill/>
                <a:miter lim="800000"/>
                <a:headEnd/>
                <a:tailEnd/>
              </a:ln>
            </p:spPr>
            <p:txBody>
              <a:bodyPr/>
              <a:lstStyle/>
              <a:p>
                <a:pPr>
                  <a:tabLst>
                    <a:tab pos="457200" algn="l"/>
                  </a:tabLst>
                </a:pPr>
                <a:r>
                  <a:rPr lang="en-US" sz="3200" b="1" dirty="0">
                    <a:solidFill>
                      <a:srgbClr val="663300"/>
                    </a:solidFill>
                    <a:latin typeface="Angsana New" panose="02020603050405020304" pitchFamily="18" charset="-34"/>
                    <a:sym typeface="Symbol" pitchFamily="18" charset="2"/>
                  </a:rPr>
                  <a:t>(2)  </a:t>
                </a:r>
                <a:r>
                  <a:rPr lang="en-US" sz="2000" b="1" dirty="0">
                    <a:solidFill>
                      <a:srgbClr val="663300"/>
                    </a:solidFill>
                    <a:latin typeface="Angsana New" panose="02020603050405020304" pitchFamily="18" charset="-34"/>
                    <a:sym typeface="Symbol" pitchFamily="18" charset="2"/>
                  </a:rPr>
                  <a:t></a:t>
                </a:r>
                <a:r>
                  <a:rPr lang="en-US" sz="3200" b="1" dirty="0">
                    <a:solidFill>
                      <a:srgbClr val="663300"/>
                    </a:solidFill>
                    <a:latin typeface="Angsana New" panose="02020603050405020304" pitchFamily="18" charset="-34"/>
                    <a:sym typeface="Symbol" pitchFamily="18" charset="2"/>
                  </a:rPr>
                  <a:t> </a:t>
                </a:r>
                <a:r>
                  <a:rPr lang="en-US" sz="3200" b="1" dirty="0" err="1">
                    <a:solidFill>
                      <a:srgbClr val="663300"/>
                    </a:solidFill>
                    <a:latin typeface="Angsana New" pitchFamily="18" charset="-34"/>
                  </a:rPr>
                  <a:t>f</a:t>
                </a:r>
                <a:r>
                  <a:rPr lang="en-US" sz="3200" b="1" baseline="-25000" dirty="0" err="1">
                    <a:solidFill>
                      <a:srgbClr val="663300"/>
                    </a:solidFill>
                    <a:latin typeface="Angsana New" pitchFamily="18" charset="-34"/>
                  </a:rPr>
                  <a:t>X</a:t>
                </a:r>
                <a:r>
                  <a:rPr lang="en-US" sz="3200" b="1" dirty="0">
                    <a:solidFill>
                      <a:srgbClr val="663300"/>
                    </a:solidFill>
                    <a:latin typeface="Angsana New" pitchFamily="18" charset="-34"/>
                  </a:rPr>
                  <a:t>(</a:t>
                </a:r>
                <a:r>
                  <a:rPr lang="en-US" sz="3200" b="1" i="1" dirty="0">
                    <a:solidFill>
                      <a:srgbClr val="663300"/>
                    </a:solidFill>
                    <a:latin typeface="Angsana New" pitchFamily="18" charset="-34"/>
                  </a:rPr>
                  <a:t>x</a:t>
                </a:r>
                <a:r>
                  <a:rPr lang="en-US" sz="3200" b="1" dirty="0">
                    <a:solidFill>
                      <a:srgbClr val="663300"/>
                    </a:solidFill>
                    <a:latin typeface="Angsana New" pitchFamily="18" charset="-34"/>
                  </a:rPr>
                  <a:t>)d</a:t>
                </a:r>
                <a:r>
                  <a:rPr lang="en-US" sz="3200" b="1" i="1" dirty="0">
                    <a:solidFill>
                      <a:srgbClr val="663300"/>
                    </a:solidFill>
                    <a:latin typeface="Angsana New" pitchFamily="18" charset="-34"/>
                  </a:rPr>
                  <a:t>x</a:t>
                </a:r>
                <a:r>
                  <a:rPr lang="en-US" sz="3200" b="1" dirty="0">
                    <a:solidFill>
                      <a:srgbClr val="663300"/>
                    </a:solidFill>
                    <a:latin typeface="Angsana New" pitchFamily="18" charset="-34"/>
                  </a:rPr>
                  <a:t>  =  1</a:t>
                </a:r>
              </a:p>
            </p:txBody>
          </p:sp>
          <p:sp>
            <p:nvSpPr>
              <p:cNvPr id="28683" name="Text Box 7"/>
              <p:cNvSpPr txBox="1">
                <a:spLocks noChangeArrowheads="1"/>
              </p:cNvSpPr>
              <p:nvPr/>
            </p:nvSpPr>
            <p:spPr bwMode="auto">
              <a:xfrm>
                <a:off x="3751" y="2292"/>
                <a:ext cx="264" cy="291"/>
              </a:xfrm>
              <a:prstGeom prst="rect">
                <a:avLst/>
              </a:prstGeom>
              <a:noFill/>
              <a:ln w="9525">
                <a:noFill/>
                <a:miter lim="800000"/>
                <a:headEnd/>
                <a:tailEnd/>
              </a:ln>
            </p:spPr>
            <p:txBody>
              <a:bodyPr wrap="square">
                <a:spAutoFit/>
              </a:bodyPr>
              <a:lstStyle/>
              <a:p>
                <a:pPr>
                  <a:spcBef>
                    <a:spcPct val="50000"/>
                  </a:spcBef>
                </a:pPr>
                <a:r>
                  <a:rPr lang="en-US" sz="2000" b="1" dirty="0">
                    <a:solidFill>
                      <a:srgbClr val="663300"/>
                    </a:solidFill>
                    <a:latin typeface="Angsana New" pitchFamily="18" charset="-34"/>
                    <a:sym typeface="Symbol" pitchFamily="18" charset="2"/>
                  </a:rPr>
                  <a:t></a:t>
                </a:r>
                <a:r>
                  <a:rPr lang="en-US" sz="2400" b="1" dirty="0">
                    <a:solidFill>
                      <a:srgbClr val="663300"/>
                    </a:solidFill>
                    <a:latin typeface="Angsana New" pitchFamily="18" charset="-34"/>
                  </a:rPr>
                  <a:t> </a:t>
                </a:r>
                <a:endParaRPr lang="en-US" sz="2400" b="1" i="1" dirty="0">
                  <a:solidFill>
                    <a:srgbClr val="663300"/>
                  </a:solidFill>
                  <a:latin typeface="Angsana New" pitchFamily="18" charset="-34"/>
                </a:endParaRPr>
              </a:p>
            </p:txBody>
          </p:sp>
          <p:sp>
            <p:nvSpPr>
              <p:cNvPr id="28684" name="Text Box 15"/>
              <p:cNvSpPr txBox="1">
                <a:spLocks noChangeArrowheads="1"/>
              </p:cNvSpPr>
              <p:nvPr/>
            </p:nvSpPr>
            <p:spPr bwMode="auto">
              <a:xfrm>
                <a:off x="3751" y="2040"/>
                <a:ext cx="252" cy="252"/>
              </a:xfrm>
              <a:prstGeom prst="rect">
                <a:avLst/>
              </a:prstGeom>
              <a:noFill/>
              <a:ln w="9525">
                <a:noFill/>
                <a:miter lim="800000"/>
                <a:headEnd/>
                <a:tailEnd/>
              </a:ln>
            </p:spPr>
            <p:txBody>
              <a:bodyPr wrap="square">
                <a:spAutoFit/>
              </a:bodyPr>
              <a:lstStyle/>
              <a:p>
                <a:pPr>
                  <a:spcBef>
                    <a:spcPct val="50000"/>
                  </a:spcBef>
                </a:pPr>
                <a:r>
                  <a:rPr lang="en-US" sz="2000" b="1" dirty="0">
                    <a:solidFill>
                      <a:srgbClr val="663300"/>
                    </a:solidFill>
                    <a:latin typeface="Angsana New" panose="02020603050405020304" pitchFamily="18" charset="-34"/>
                    <a:sym typeface="Symbol" pitchFamily="18" charset="2"/>
                  </a:rPr>
                  <a:t></a:t>
                </a:r>
                <a:r>
                  <a:rPr lang="en-US" sz="2000" b="1" dirty="0">
                    <a:solidFill>
                      <a:srgbClr val="663300"/>
                    </a:solidFill>
                    <a:latin typeface="Angsana New" pitchFamily="18" charset="-34"/>
                  </a:rPr>
                  <a:t> </a:t>
                </a:r>
                <a:endParaRPr lang="en-US" sz="2000" b="1" i="1" dirty="0">
                  <a:solidFill>
                    <a:srgbClr val="663300"/>
                  </a:solidFill>
                  <a:latin typeface="Angsana New" pitchFamily="18" charset="-34"/>
                </a:endParaRPr>
              </a:p>
            </p:txBody>
          </p:sp>
        </p:grpSp>
        <p:sp>
          <p:nvSpPr>
            <p:cNvPr id="18" name="Text Box 7"/>
            <p:cNvSpPr txBox="1">
              <a:spLocks noChangeArrowheads="1"/>
            </p:cNvSpPr>
            <p:nvPr/>
          </p:nvSpPr>
          <p:spPr bwMode="auto">
            <a:xfrm>
              <a:off x="4633881" y="3184182"/>
              <a:ext cx="209550" cy="492443"/>
            </a:xfrm>
            <a:prstGeom prst="rect">
              <a:avLst/>
            </a:prstGeom>
            <a:noFill/>
            <a:ln w="9525">
              <a:noFill/>
              <a:miter lim="800000"/>
              <a:headEnd/>
              <a:tailEnd/>
            </a:ln>
          </p:spPr>
          <p:txBody>
            <a:bodyPr wrap="square">
              <a:spAutoFit/>
            </a:bodyPr>
            <a:lstStyle/>
            <a:p>
              <a:pPr>
                <a:spcBef>
                  <a:spcPct val="50000"/>
                </a:spcBef>
              </a:pPr>
              <a:r>
                <a:rPr lang="en-US" sz="2600" b="1" dirty="0">
                  <a:solidFill>
                    <a:srgbClr val="663300"/>
                  </a:solidFill>
                  <a:latin typeface="Angsana New" pitchFamily="18" charset="-34"/>
                  <a:sym typeface="Symbol" pitchFamily="18" charset="2"/>
                </a:rPr>
                <a:t>–</a:t>
              </a:r>
              <a:endParaRPr lang="en-US" sz="2600" b="1" i="1" dirty="0">
                <a:solidFill>
                  <a:srgbClr val="663300"/>
                </a:solidFill>
                <a:latin typeface="Angsana New" pitchFamily="18" charset="-34"/>
              </a:endParaRPr>
            </a:p>
          </p:txBody>
        </p:sp>
      </p:grpSp>
      <p:sp>
        <p:nvSpPr>
          <p:cNvPr id="20" name="Rectangle 4"/>
          <p:cNvSpPr>
            <a:spLocks noChangeArrowheads="1"/>
          </p:cNvSpPr>
          <p:nvPr/>
        </p:nvSpPr>
        <p:spPr bwMode="auto">
          <a:xfrm>
            <a:off x="228600" y="3362325"/>
            <a:ext cx="6934200" cy="523875"/>
          </a:xfrm>
          <a:prstGeom prst="rect">
            <a:avLst/>
          </a:prstGeom>
          <a:noFill/>
          <a:ln w="9525">
            <a:noFill/>
            <a:miter lim="800000"/>
            <a:headEnd/>
            <a:tailEnd/>
          </a:ln>
        </p:spPr>
        <p:txBody>
          <a:bodyPr/>
          <a:lstStyle/>
          <a:p>
            <a:pPr>
              <a:lnSpc>
                <a:spcPct val="90000"/>
              </a:lnSpc>
              <a:buSzPct val="75000"/>
              <a:tabLst>
                <a:tab pos="350838" algn="l"/>
              </a:tabLst>
            </a:pPr>
            <a:r>
              <a:rPr lang="en-US" sz="3200" b="1" dirty="0">
                <a:solidFill>
                  <a:srgbClr val="008000"/>
                </a:solidFill>
                <a:latin typeface="Angsana New" panose="02020603050405020304" pitchFamily="18" charset="-34"/>
                <a:sym typeface="Symbol" pitchFamily="18" charset="2"/>
              </a:rPr>
              <a:t>1. </a:t>
            </a:r>
            <a:r>
              <a:rPr lang="en-US" sz="3200" b="1" dirty="0">
                <a:solidFill>
                  <a:srgbClr val="008000"/>
                </a:solidFill>
                <a:latin typeface="Angsana New" panose="02020603050405020304" pitchFamily="18" charset="-34"/>
                <a:sym typeface="Wingdings" pitchFamily="2" charset="2"/>
              </a:rPr>
              <a:t>X </a:t>
            </a:r>
            <a:r>
              <a:rPr lang="en-US" sz="3200" b="1" dirty="0" err="1">
                <a:solidFill>
                  <a:srgbClr val="008000"/>
                </a:solidFill>
                <a:latin typeface="Angsana New" panose="02020603050405020304" pitchFamily="18" charset="-34"/>
                <a:sym typeface="Wingdings" pitchFamily="2" charset="2"/>
              </a:rPr>
              <a:t>มีค่าใด</a:t>
            </a:r>
            <a:r>
              <a:rPr lang="en-US" sz="3200" b="1" dirty="0">
                <a:solidFill>
                  <a:srgbClr val="008000"/>
                </a:solidFill>
                <a:latin typeface="Angsana New" panose="02020603050405020304" pitchFamily="18" charset="-34"/>
                <a:sym typeface="Wingdings" pitchFamily="2" charset="2"/>
              </a:rPr>
              <a:t> ๆ </a:t>
            </a:r>
            <a:r>
              <a:rPr lang="en-US" sz="3200" b="1" dirty="0" err="1">
                <a:solidFill>
                  <a:srgbClr val="008000"/>
                </a:solidFill>
                <a:latin typeface="Angsana New" panose="02020603050405020304" pitchFamily="18" charset="-34"/>
                <a:sym typeface="Wingdings" pitchFamily="2" charset="2"/>
              </a:rPr>
              <a:t>ในช่วง</a:t>
            </a:r>
            <a:r>
              <a:rPr lang="en-US" sz="3200" b="1" dirty="0">
                <a:solidFill>
                  <a:srgbClr val="008000"/>
                </a:solidFill>
                <a:latin typeface="Angsana New" panose="02020603050405020304" pitchFamily="18" charset="-34"/>
                <a:sym typeface="Wingdings" pitchFamily="2" charset="2"/>
              </a:rPr>
              <a:t> (a , b) </a:t>
            </a:r>
            <a:r>
              <a:rPr lang="en-US" sz="3200" b="1" dirty="0" err="1">
                <a:solidFill>
                  <a:srgbClr val="008000"/>
                </a:solidFill>
                <a:latin typeface="Angsana New" panose="02020603050405020304" pitchFamily="18" charset="-34"/>
                <a:sym typeface="Wingdings" pitchFamily="2" charset="2"/>
              </a:rPr>
              <a:t>ด้วยความน่าจะเป็นเท่า</a:t>
            </a:r>
            <a:r>
              <a:rPr lang="en-US" sz="3200" b="1" dirty="0">
                <a:solidFill>
                  <a:srgbClr val="008000"/>
                </a:solidFill>
                <a:latin typeface="Angsana New" panose="02020603050405020304" pitchFamily="18" charset="-34"/>
                <a:sym typeface="Wingdings" pitchFamily="2" charset="2"/>
              </a:rPr>
              <a:t> ๆ </a:t>
            </a:r>
            <a:r>
              <a:rPr lang="en-US" sz="3200" b="1" dirty="0" err="1">
                <a:solidFill>
                  <a:srgbClr val="008000"/>
                </a:solidFill>
                <a:latin typeface="Angsana New" panose="02020603050405020304" pitchFamily="18" charset="-34"/>
                <a:sym typeface="Wingdings" pitchFamily="2" charset="2"/>
              </a:rPr>
              <a:t>กัน</a:t>
            </a:r>
            <a:r>
              <a:rPr lang="en-US" sz="3200" b="1" dirty="0">
                <a:solidFill>
                  <a:srgbClr val="008000"/>
                </a:solidFill>
                <a:latin typeface="Angsana New" pitchFamily="18" charset="-34"/>
              </a:rPr>
              <a:t> </a:t>
            </a:r>
          </a:p>
        </p:txBody>
      </p:sp>
      <p:sp>
        <p:nvSpPr>
          <p:cNvPr id="21" name="Rectangle 2"/>
          <p:cNvSpPr txBox="1">
            <a:spLocks noChangeArrowheads="1"/>
          </p:cNvSpPr>
          <p:nvPr/>
        </p:nvSpPr>
        <p:spPr bwMode="auto">
          <a:xfrm>
            <a:off x="120650" y="2910840"/>
            <a:ext cx="6889750" cy="56823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algn="l" eaLnBrk="1" hangingPunct="1">
              <a:lnSpc>
                <a:spcPct val="90000"/>
              </a:lnSpc>
            </a:pPr>
            <a:r>
              <a:rPr lang="th-TH" sz="3200" b="1" kern="0" dirty="0">
                <a:solidFill>
                  <a:srgbClr val="CC00FF"/>
                </a:solidFill>
                <a:latin typeface="Angsana New" panose="02020603050405020304" pitchFamily="18" charset="-34"/>
                <a:cs typeface="Angsana New" panose="02020603050405020304" pitchFamily="18" charset="-34"/>
              </a:rPr>
              <a:t>ตัวอย่าง </a:t>
            </a:r>
            <a:r>
              <a:rPr lang="en-US" sz="3200" b="1" kern="0" dirty="0">
                <a:solidFill>
                  <a:srgbClr val="CC00FF"/>
                </a:solidFill>
                <a:latin typeface="Angsana New" panose="02020603050405020304" pitchFamily="18" charset="-34"/>
                <a:cs typeface="Angsana New" panose="02020603050405020304" pitchFamily="18" charset="-34"/>
              </a:rPr>
              <a:t>: </a:t>
            </a:r>
            <a:r>
              <a:rPr lang="en-US" sz="3200" b="1" kern="0" dirty="0" err="1">
                <a:solidFill>
                  <a:srgbClr val="CC00FF"/>
                </a:solidFill>
                <a:latin typeface="Angsana New" panose="02020603050405020304" pitchFamily="18" charset="-34"/>
                <a:cs typeface="Angsana New" panose="02020603050405020304" pitchFamily="18" charset="-34"/>
              </a:rPr>
              <a:t>การแจกแจงเอกรูป</a:t>
            </a:r>
            <a:r>
              <a:rPr lang="en-US" sz="3200" b="1" kern="0" dirty="0">
                <a:solidFill>
                  <a:srgbClr val="CC00FF"/>
                </a:solidFill>
                <a:latin typeface="Angsana New" panose="02020603050405020304" pitchFamily="18" charset="-34"/>
                <a:cs typeface="Angsana New" panose="02020603050405020304" pitchFamily="18" charset="-34"/>
              </a:rPr>
              <a:t> (Uniform distribution)</a:t>
            </a:r>
          </a:p>
        </p:txBody>
      </p:sp>
      <p:sp>
        <p:nvSpPr>
          <p:cNvPr id="22" name="Rectangle 3"/>
          <p:cNvSpPr>
            <a:spLocks noChangeArrowheads="1"/>
          </p:cNvSpPr>
          <p:nvPr/>
        </p:nvSpPr>
        <p:spPr bwMode="auto">
          <a:xfrm>
            <a:off x="6019800" y="2882537"/>
            <a:ext cx="2133600" cy="609600"/>
          </a:xfrm>
          <a:prstGeom prst="rect">
            <a:avLst/>
          </a:prstGeom>
          <a:noFill/>
          <a:ln w="9525">
            <a:noFill/>
            <a:miter lim="800000"/>
            <a:headEnd/>
            <a:tailEnd/>
          </a:ln>
        </p:spPr>
        <p:txBody>
          <a:bodyPr/>
          <a:lstStyle/>
          <a:p>
            <a:pPr marL="457200" indent="-457200">
              <a:tabLst>
                <a:tab pos="457200" algn="l"/>
              </a:tabLst>
            </a:pPr>
            <a:r>
              <a:rPr lang="en-US" sz="3200" b="1" dirty="0">
                <a:solidFill>
                  <a:srgbClr val="0000FF"/>
                </a:solidFill>
                <a:latin typeface="Angsana New" panose="02020603050405020304" pitchFamily="18" charset="-34"/>
              </a:rPr>
              <a:t>=&gt;  X ~ U(a , b) </a:t>
            </a:r>
          </a:p>
        </p:txBody>
      </p:sp>
      <p:sp>
        <p:nvSpPr>
          <p:cNvPr id="23" name="Rectangle 7"/>
          <p:cNvSpPr>
            <a:spLocks noChangeArrowheads="1"/>
          </p:cNvSpPr>
          <p:nvPr/>
        </p:nvSpPr>
        <p:spPr bwMode="auto">
          <a:xfrm>
            <a:off x="228600" y="4876800"/>
            <a:ext cx="4648200" cy="609600"/>
          </a:xfrm>
          <a:prstGeom prst="rect">
            <a:avLst/>
          </a:prstGeom>
          <a:noFill/>
          <a:ln w="9525">
            <a:noFill/>
            <a:miter lim="800000"/>
            <a:headEnd/>
            <a:tailEnd/>
          </a:ln>
        </p:spPr>
        <p:txBody>
          <a:bodyPr/>
          <a:lstStyle/>
          <a:p>
            <a:pPr marL="457200" indent="-457200">
              <a:tabLst>
                <a:tab pos="457200" algn="l"/>
              </a:tabLst>
            </a:pPr>
            <a:r>
              <a:rPr lang="en-US" sz="3200" b="1" dirty="0">
                <a:solidFill>
                  <a:srgbClr val="663300"/>
                </a:solidFill>
                <a:latin typeface="Angsana New" panose="02020603050405020304" pitchFamily="18" charset="-34"/>
              </a:rPr>
              <a:t>2. </a:t>
            </a:r>
            <a:r>
              <a:rPr lang="en-US" sz="3200" b="1" dirty="0" err="1">
                <a:solidFill>
                  <a:srgbClr val="663300"/>
                </a:solidFill>
                <a:latin typeface="Angsana New" panose="02020603050405020304" pitchFamily="18" charset="-34"/>
              </a:rPr>
              <a:t>ค่าเฉลี่ยของ</a:t>
            </a:r>
            <a:r>
              <a:rPr lang="en-US" sz="3200" b="1" dirty="0">
                <a:solidFill>
                  <a:srgbClr val="663300"/>
                </a:solidFill>
                <a:latin typeface="Angsana New" panose="02020603050405020304" pitchFamily="18" charset="-34"/>
              </a:rPr>
              <a:t>  X  =  E(X)  =  (a + b)/2</a:t>
            </a:r>
          </a:p>
        </p:txBody>
      </p:sp>
      <p:sp>
        <p:nvSpPr>
          <p:cNvPr id="24" name="Rectangle 10"/>
          <p:cNvSpPr>
            <a:spLocks noChangeArrowheads="1"/>
          </p:cNvSpPr>
          <p:nvPr/>
        </p:nvSpPr>
        <p:spPr bwMode="auto">
          <a:xfrm>
            <a:off x="228600" y="5360126"/>
            <a:ext cx="4648200" cy="609600"/>
          </a:xfrm>
          <a:prstGeom prst="rect">
            <a:avLst/>
          </a:prstGeom>
          <a:noFill/>
          <a:ln w="9525">
            <a:noFill/>
            <a:miter lim="800000"/>
            <a:headEnd/>
            <a:tailEnd/>
          </a:ln>
        </p:spPr>
        <p:txBody>
          <a:bodyPr/>
          <a:lstStyle/>
          <a:p>
            <a:pPr>
              <a:tabLst>
                <a:tab pos="457200" algn="l"/>
              </a:tabLst>
            </a:pPr>
            <a:r>
              <a:rPr lang="en-US" sz="3200" b="1" dirty="0">
                <a:solidFill>
                  <a:srgbClr val="FF0000"/>
                </a:solidFill>
                <a:latin typeface="Angsana New" panose="02020603050405020304" pitchFamily="18" charset="-34"/>
                <a:sym typeface="Symbol" pitchFamily="18" charset="2"/>
              </a:rPr>
              <a:t>3. </a:t>
            </a:r>
            <a:r>
              <a:rPr lang="en-US" sz="3200" b="1" dirty="0" err="1">
                <a:solidFill>
                  <a:srgbClr val="FF0000"/>
                </a:solidFill>
                <a:latin typeface="Angsana New" pitchFamily="18" charset="-34"/>
                <a:sym typeface="Wingdings" pitchFamily="2" charset="2"/>
              </a:rPr>
              <a:t>ความแปรปรวนของ</a:t>
            </a:r>
            <a:r>
              <a:rPr lang="en-US" sz="3200" b="1" dirty="0">
                <a:solidFill>
                  <a:srgbClr val="FF0000"/>
                </a:solidFill>
                <a:latin typeface="Angsana New" pitchFamily="18" charset="-34"/>
              </a:rPr>
              <a:t> </a:t>
            </a:r>
            <a:r>
              <a:rPr lang="en-US" sz="3200" b="1" dirty="0">
                <a:solidFill>
                  <a:srgbClr val="FF0000"/>
                </a:solidFill>
                <a:latin typeface="Angsana New" pitchFamily="18" charset="-34"/>
                <a:sym typeface="Wingdings" pitchFamily="2" charset="2"/>
              </a:rPr>
              <a:t>X = (b – a)</a:t>
            </a:r>
            <a:r>
              <a:rPr lang="en-US" sz="3200" b="1" baseline="30000" dirty="0">
                <a:solidFill>
                  <a:srgbClr val="FF0000"/>
                </a:solidFill>
                <a:latin typeface="Angsana New" pitchFamily="18" charset="-34"/>
                <a:sym typeface="Wingdings" pitchFamily="2" charset="2"/>
              </a:rPr>
              <a:t>2</a:t>
            </a:r>
            <a:r>
              <a:rPr lang="en-US" sz="3200" b="1" dirty="0">
                <a:solidFill>
                  <a:srgbClr val="FF0000"/>
                </a:solidFill>
                <a:latin typeface="Angsana New" pitchFamily="18" charset="-34"/>
                <a:sym typeface="Wingdings" pitchFamily="2" charset="2"/>
              </a:rPr>
              <a:t>/12</a:t>
            </a:r>
          </a:p>
        </p:txBody>
      </p:sp>
      <p:sp>
        <p:nvSpPr>
          <p:cNvPr id="25" name="Rectangle 11"/>
          <p:cNvSpPr>
            <a:spLocks noChangeArrowheads="1"/>
          </p:cNvSpPr>
          <p:nvPr/>
        </p:nvSpPr>
        <p:spPr bwMode="auto">
          <a:xfrm>
            <a:off x="777875" y="4306389"/>
            <a:ext cx="4327525" cy="646611"/>
          </a:xfrm>
          <a:prstGeom prst="rect">
            <a:avLst/>
          </a:prstGeom>
          <a:noFill/>
          <a:ln w="9525">
            <a:noFill/>
            <a:miter lim="800000"/>
            <a:headEnd/>
            <a:tailEnd/>
          </a:ln>
        </p:spPr>
        <p:txBody>
          <a:bodyPr/>
          <a:lstStyle/>
          <a:p>
            <a:pPr>
              <a:tabLst>
                <a:tab pos="457200" algn="l"/>
              </a:tabLst>
            </a:pPr>
            <a:r>
              <a:rPr lang="en-US" sz="3200" b="1" dirty="0">
                <a:solidFill>
                  <a:srgbClr val="008000"/>
                </a:solidFill>
                <a:latin typeface="Angsana New" panose="02020603050405020304" pitchFamily="18" charset="-34"/>
                <a:sym typeface="Symbol" pitchFamily="18" charset="2"/>
              </a:rPr>
              <a:t>  </a:t>
            </a:r>
            <a:r>
              <a:rPr lang="en-US" sz="3200" b="1" dirty="0" err="1">
                <a:solidFill>
                  <a:srgbClr val="008000"/>
                </a:solidFill>
                <a:latin typeface="Angsana New" pitchFamily="18" charset="-34"/>
                <a:sym typeface="Wingdings" pitchFamily="2" charset="2"/>
              </a:rPr>
              <a:t>f</a:t>
            </a:r>
            <a:r>
              <a:rPr lang="en-US" sz="3200" b="1" baseline="-25000" dirty="0" err="1">
                <a:solidFill>
                  <a:srgbClr val="008000"/>
                </a:solidFill>
                <a:latin typeface="Angsana New" pitchFamily="18" charset="-34"/>
                <a:sym typeface="Wingdings" pitchFamily="2" charset="2"/>
              </a:rPr>
              <a:t>X</a:t>
            </a:r>
            <a:r>
              <a:rPr lang="en-US" sz="3200" b="1" dirty="0">
                <a:solidFill>
                  <a:srgbClr val="008000"/>
                </a:solidFill>
                <a:latin typeface="Angsana New" pitchFamily="18" charset="-34"/>
                <a:sym typeface="Wingdings" pitchFamily="2" charset="2"/>
              </a:rPr>
              <a:t>(</a:t>
            </a:r>
            <a:r>
              <a:rPr lang="en-US" sz="3200" b="1" i="1" dirty="0">
                <a:solidFill>
                  <a:srgbClr val="008000"/>
                </a:solidFill>
                <a:latin typeface="Angsana New" pitchFamily="18" charset="-34"/>
                <a:sym typeface="Wingdings" pitchFamily="2" charset="2"/>
              </a:rPr>
              <a:t>x</a:t>
            </a:r>
            <a:r>
              <a:rPr lang="en-US" sz="3200" b="1" dirty="0">
                <a:solidFill>
                  <a:srgbClr val="008000"/>
                </a:solidFill>
                <a:latin typeface="Angsana New" pitchFamily="18" charset="-34"/>
                <a:sym typeface="Wingdings" pitchFamily="2" charset="2"/>
              </a:rPr>
              <a:t>)  =  </a:t>
            </a:r>
            <a:r>
              <a:rPr lang="en-US" sz="3200" b="1" dirty="0">
                <a:solidFill>
                  <a:srgbClr val="008000"/>
                </a:solidFill>
                <a:latin typeface="Angsana New" pitchFamily="18" charset="-34"/>
              </a:rPr>
              <a:t>0  </a:t>
            </a:r>
            <a:r>
              <a:rPr lang="en-US" sz="3200" b="1" dirty="0" err="1">
                <a:solidFill>
                  <a:srgbClr val="008000"/>
                </a:solidFill>
                <a:latin typeface="Angsana New" pitchFamily="18" charset="-34"/>
              </a:rPr>
              <a:t>เมื่อ</a:t>
            </a:r>
            <a:r>
              <a:rPr lang="en-US" sz="3200" b="1" dirty="0">
                <a:solidFill>
                  <a:srgbClr val="008000"/>
                </a:solidFill>
                <a:latin typeface="Angsana New" pitchFamily="18" charset="-34"/>
              </a:rPr>
              <a:t> </a:t>
            </a:r>
            <a:r>
              <a:rPr lang="en-US" sz="3200" b="1" i="1" dirty="0">
                <a:solidFill>
                  <a:srgbClr val="008000"/>
                </a:solidFill>
                <a:latin typeface="Angsana New" pitchFamily="18" charset="-34"/>
              </a:rPr>
              <a:t>x</a:t>
            </a:r>
            <a:r>
              <a:rPr lang="en-US" sz="3200" b="1" dirty="0">
                <a:solidFill>
                  <a:srgbClr val="008000"/>
                </a:solidFill>
                <a:latin typeface="Angsana New" pitchFamily="18" charset="-34"/>
              </a:rPr>
              <a:t> </a:t>
            </a:r>
            <a:r>
              <a:rPr lang="en-US" sz="3200" b="1" dirty="0" err="1">
                <a:solidFill>
                  <a:srgbClr val="008000"/>
                </a:solidFill>
                <a:latin typeface="Angsana New" pitchFamily="18" charset="-34"/>
              </a:rPr>
              <a:t>อยู่ในช่วงอื่น</a:t>
            </a:r>
            <a:r>
              <a:rPr lang="en-US" sz="3200" b="1" dirty="0">
                <a:solidFill>
                  <a:srgbClr val="008000"/>
                </a:solidFill>
                <a:latin typeface="Angsana New" pitchFamily="18" charset="-34"/>
              </a:rPr>
              <a:t> ๆ</a:t>
            </a:r>
          </a:p>
        </p:txBody>
      </p:sp>
      <p:grpSp>
        <p:nvGrpSpPr>
          <p:cNvPr id="26" name="Group 17"/>
          <p:cNvGrpSpPr>
            <a:grpSpLocks/>
          </p:cNvGrpSpPr>
          <p:nvPr/>
        </p:nvGrpSpPr>
        <p:grpSpPr bwMode="auto">
          <a:xfrm>
            <a:off x="762000" y="3620589"/>
            <a:ext cx="3835400" cy="858838"/>
            <a:chOff x="384" y="1751"/>
            <a:chExt cx="2416" cy="541"/>
          </a:xfrm>
        </p:grpSpPr>
        <p:sp>
          <p:nvSpPr>
            <p:cNvPr id="27" name="Rectangle 6"/>
            <p:cNvSpPr>
              <a:spLocks noChangeArrowheads="1"/>
            </p:cNvSpPr>
            <p:nvPr/>
          </p:nvSpPr>
          <p:spPr bwMode="auto">
            <a:xfrm>
              <a:off x="1696" y="1824"/>
              <a:ext cx="1104" cy="309"/>
            </a:xfrm>
            <a:prstGeom prst="rect">
              <a:avLst/>
            </a:prstGeom>
            <a:noFill/>
            <a:ln w="9525">
              <a:noFill/>
              <a:miter lim="800000"/>
              <a:headEnd/>
              <a:tailEnd/>
            </a:ln>
          </p:spPr>
          <p:txBody>
            <a:bodyPr/>
            <a:lstStyle/>
            <a:p>
              <a:pPr>
                <a:tabLst>
                  <a:tab pos="457200" algn="l"/>
                </a:tabLst>
              </a:pPr>
              <a:r>
                <a:rPr lang="en-US" sz="3200" b="1" dirty="0" err="1">
                  <a:solidFill>
                    <a:srgbClr val="008000"/>
                  </a:solidFill>
                  <a:latin typeface="Angsana New" panose="02020603050405020304" pitchFamily="18" charset="-34"/>
                </a:rPr>
                <a:t>เมื่อ</a:t>
              </a:r>
              <a:r>
                <a:rPr lang="en-US" sz="3200" b="1" dirty="0">
                  <a:solidFill>
                    <a:srgbClr val="008000"/>
                  </a:solidFill>
                  <a:latin typeface="Angsana New" panose="02020603050405020304" pitchFamily="18" charset="-34"/>
                </a:rPr>
                <a:t> a &lt; </a:t>
              </a:r>
              <a:r>
                <a:rPr lang="en-US" sz="3200" b="1" i="1" dirty="0">
                  <a:solidFill>
                    <a:srgbClr val="008000"/>
                  </a:solidFill>
                  <a:latin typeface="Angsana New" pitchFamily="18" charset="-34"/>
                </a:rPr>
                <a:t>x</a:t>
              </a:r>
              <a:r>
                <a:rPr lang="en-US" sz="3200" b="1" dirty="0">
                  <a:solidFill>
                    <a:srgbClr val="008000"/>
                  </a:solidFill>
                  <a:latin typeface="Angsana New" pitchFamily="18" charset="-34"/>
                </a:rPr>
                <a:t> &lt; b</a:t>
              </a:r>
            </a:p>
          </p:txBody>
        </p:sp>
        <p:grpSp>
          <p:nvGrpSpPr>
            <p:cNvPr id="28" name="Group 15"/>
            <p:cNvGrpSpPr>
              <a:grpSpLocks/>
            </p:cNvGrpSpPr>
            <p:nvPr/>
          </p:nvGrpSpPr>
          <p:grpSpPr bwMode="auto">
            <a:xfrm>
              <a:off x="1192" y="1751"/>
              <a:ext cx="544" cy="492"/>
              <a:chOff x="4168" y="2039"/>
              <a:chExt cx="544" cy="492"/>
            </a:xfrm>
          </p:grpSpPr>
          <p:sp>
            <p:nvSpPr>
              <p:cNvPr id="30" name="Rectangle 13"/>
              <p:cNvSpPr>
                <a:spLocks noChangeArrowheads="1"/>
              </p:cNvSpPr>
              <p:nvPr/>
            </p:nvSpPr>
            <p:spPr bwMode="auto">
              <a:xfrm>
                <a:off x="4303" y="2039"/>
                <a:ext cx="265" cy="382"/>
              </a:xfrm>
              <a:prstGeom prst="rect">
                <a:avLst/>
              </a:prstGeom>
              <a:noFill/>
              <a:ln w="9525">
                <a:noFill/>
                <a:miter lim="800000"/>
                <a:headEnd/>
                <a:tailEnd/>
              </a:ln>
            </p:spPr>
            <p:txBody>
              <a:bodyPr/>
              <a:lstStyle/>
              <a:p>
                <a:pPr>
                  <a:tabLst>
                    <a:tab pos="457200" algn="l"/>
                  </a:tabLst>
                </a:pPr>
                <a:r>
                  <a:rPr lang="en-US" sz="3200" b="1" dirty="0">
                    <a:solidFill>
                      <a:srgbClr val="008000"/>
                    </a:solidFill>
                    <a:latin typeface="Angsana New" panose="02020603050405020304" pitchFamily="18" charset="-34"/>
                  </a:rPr>
                  <a:t>1</a:t>
                </a:r>
              </a:p>
            </p:txBody>
          </p:sp>
          <p:sp>
            <p:nvSpPr>
              <p:cNvPr id="31" name="Rectangle 12"/>
              <p:cNvSpPr>
                <a:spLocks noChangeArrowheads="1"/>
              </p:cNvSpPr>
              <p:nvPr/>
            </p:nvSpPr>
            <p:spPr bwMode="auto">
              <a:xfrm>
                <a:off x="4168" y="2213"/>
                <a:ext cx="544" cy="318"/>
              </a:xfrm>
              <a:prstGeom prst="rect">
                <a:avLst/>
              </a:prstGeom>
              <a:noFill/>
              <a:ln w="9525">
                <a:noFill/>
                <a:miter lim="800000"/>
                <a:headEnd/>
                <a:tailEnd/>
              </a:ln>
            </p:spPr>
            <p:txBody>
              <a:bodyPr/>
              <a:lstStyle/>
              <a:p>
                <a:pPr>
                  <a:tabLst>
                    <a:tab pos="457200" algn="l"/>
                  </a:tabLst>
                </a:pPr>
                <a:r>
                  <a:rPr lang="en-US" sz="3200" b="1" dirty="0">
                    <a:solidFill>
                      <a:srgbClr val="008000"/>
                    </a:solidFill>
                    <a:latin typeface="Angsana New" panose="02020603050405020304" pitchFamily="18" charset="-34"/>
                  </a:rPr>
                  <a:t>b – a</a:t>
                </a:r>
              </a:p>
            </p:txBody>
          </p:sp>
          <p:sp>
            <p:nvSpPr>
              <p:cNvPr id="32" name="Line 14"/>
              <p:cNvSpPr>
                <a:spLocks noChangeShapeType="1"/>
              </p:cNvSpPr>
              <p:nvPr/>
            </p:nvSpPr>
            <p:spPr bwMode="auto">
              <a:xfrm>
                <a:off x="4196" y="2307"/>
                <a:ext cx="403" cy="0"/>
              </a:xfrm>
              <a:prstGeom prst="line">
                <a:avLst/>
              </a:prstGeom>
              <a:noFill/>
              <a:ln w="28575">
                <a:solidFill>
                  <a:srgbClr val="006600"/>
                </a:solidFill>
                <a:round/>
                <a:headEnd/>
                <a:tailEnd/>
              </a:ln>
            </p:spPr>
            <p:txBody>
              <a:bodyPr/>
              <a:lstStyle/>
              <a:p>
                <a:endParaRPr lang="en-US" sz="3200">
                  <a:latin typeface="Angsana New" panose="02020603050405020304" pitchFamily="18" charset="-34"/>
                </a:endParaRPr>
              </a:p>
            </p:txBody>
          </p:sp>
        </p:grpSp>
        <p:sp>
          <p:nvSpPr>
            <p:cNvPr id="29" name="Rectangle 16"/>
            <p:cNvSpPr>
              <a:spLocks noChangeArrowheads="1"/>
            </p:cNvSpPr>
            <p:nvPr/>
          </p:nvSpPr>
          <p:spPr bwMode="auto">
            <a:xfrm>
              <a:off x="384" y="1812"/>
              <a:ext cx="912" cy="480"/>
            </a:xfrm>
            <a:prstGeom prst="rect">
              <a:avLst/>
            </a:prstGeom>
            <a:noFill/>
            <a:ln w="9525">
              <a:noFill/>
              <a:miter lim="800000"/>
              <a:headEnd/>
              <a:tailEnd/>
            </a:ln>
          </p:spPr>
          <p:txBody>
            <a:bodyPr/>
            <a:lstStyle/>
            <a:p>
              <a:pPr>
                <a:buSzPct val="75000"/>
                <a:tabLst>
                  <a:tab pos="457200" algn="l"/>
                </a:tabLst>
              </a:pPr>
              <a:r>
                <a:rPr lang="en-US" sz="3200" b="1" dirty="0">
                  <a:solidFill>
                    <a:srgbClr val="008000"/>
                  </a:solidFill>
                  <a:latin typeface="Angsana New" panose="02020603050405020304" pitchFamily="18" charset="-34"/>
                  <a:sym typeface="Symbol" pitchFamily="18" charset="2"/>
                </a:rPr>
                <a:t>  </a:t>
              </a:r>
              <a:r>
                <a:rPr lang="en-US" sz="3200" b="1" dirty="0" err="1">
                  <a:solidFill>
                    <a:srgbClr val="008000"/>
                  </a:solidFill>
                  <a:latin typeface="Angsana New" pitchFamily="18" charset="-34"/>
                  <a:sym typeface="Wingdings" pitchFamily="2" charset="2"/>
                </a:rPr>
                <a:t>f</a:t>
              </a:r>
              <a:r>
                <a:rPr lang="en-US" sz="3200" b="1" baseline="-25000" dirty="0" err="1">
                  <a:solidFill>
                    <a:srgbClr val="008000"/>
                  </a:solidFill>
                  <a:latin typeface="Angsana New" pitchFamily="18" charset="-34"/>
                  <a:sym typeface="Wingdings" pitchFamily="2" charset="2"/>
                </a:rPr>
                <a:t>X</a:t>
              </a:r>
              <a:r>
                <a:rPr lang="en-US" sz="3200" b="1" dirty="0">
                  <a:solidFill>
                    <a:srgbClr val="008000"/>
                  </a:solidFill>
                  <a:latin typeface="Angsana New" pitchFamily="18" charset="-34"/>
                  <a:sym typeface="Wingdings" pitchFamily="2" charset="2"/>
                </a:rPr>
                <a:t>(</a:t>
              </a:r>
              <a:r>
                <a:rPr lang="en-US" sz="3200" b="1" i="1" dirty="0">
                  <a:solidFill>
                    <a:srgbClr val="008000"/>
                  </a:solidFill>
                  <a:latin typeface="Angsana New" pitchFamily="18" charset="-34"/>
                  <a:sym typeface="Wingdings" pitchFamily="2" charset="2"/>
                </a:rPr>
                <a:t>x</a:t>
              </a:r>
              <a:r>
                <a:rPr lang="en-US" sz="3200" b="1" dirty="0">
                  <a:solidFill>
                    <a:srgbClr val="008000"/>
                  </a:solidFill>
                  <a:latin typeface="Angsana New" pitchFamily="18" charset="-34"/>
                  <a:sym typeface="Wingdings" pitchFamily="2" charset="2"/>
                </a:rPr>
                <a:t>)  =</a:t>
              </a:r>
              <a:endParaRPr lang="en-US" sz="3200" b="1" dirty="0">
                <a:solidFill>
                  <a:srgbClr val="008000"/>
                </a:solidFill>
                <a:latin typeface="Angsana New" pitchFamily="18" charset="-34"/>
              </a:endParaRPr>
            </a:p>
          </p:txBody>
        </p:sp>
      </p:grpSp>
      <p:cxnSp>
        <p:nvCxnSpPr>
          <p:cNvPr id="33" name="Straight Connector 32"/>
          <p:cNvCxnSpPr/>
          <p:nvPr/>
        </p:nvCxnSpPr>
        <p:spPr>
          <a:xfrm rot="5400000">
            <a:off x="7162801" y="4548187"/>
            <a:ext cx="457200" cy="3175"/>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6325394" y="4547393"/>
            <a:ext cx="457200" cy="1588"/>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5" name="TextBox 34"/>
          <p:cNvSpPr txBox="1">
            <a:spLocks noChangeArrowheads="1"/>
          </p:cNvSpPr>
          <p:nvPr/>
        </p:nvSpPr>
        <p:spPr bwMode="auto">
          <a:xfrm>
            <a:off x="6400800" y="4611687"/>
            <a:ext cx="304800" cy="646113"/>
          </a:xfrm>
          <a:prstGeom prst="rect">
            <a:avLst/>
          </a:prstGeom>
          <a:noFill/>
          <a:ln w="9525">
            <a:noFill/>
            <a:miter lim="800000"/>
            <a:headEnd/>
            <a:tailEnd/>
          </a:ln>
        </p:spPr>
        <p:txBody>
          <a:bodyPr>
            <a:spAutoFit/>
          </a:bodyPr>
          <a:lstStyle/>
          <a:p>
            <a:r>
              <a:rPr lang="en-US" sz="3600" dirty="0">
                <a:solidFill>
                  <a:srgbClr val="FF0066"/>
                </a:solidFill>
                <a:latin typeface="Angsana New" pitchFamily="18" charset="-34"/>
              </a:rPr>
              <a:t>a</a:t>
            </a:r>
          </a:p>
        </p:txBody>
      </p:sp>
      <p:sp>
        <p:nvSpPr>
          <p:cNvPr id="36" name="TextBox 35"/>
          <p:cNvSpPr txBox="1">
            <a:spLocks noChangeArrowheads="1"/>
          </p:cNvSpPr>
          <p:nvPr/>
        </p:nvSpPr>
        <p:spPr bwMode="auto">
          <a:xfrm>
            <a:off x="7229475" y="4611687"/>
            <a:ext cx="304800" cy="646113"/>
          </a:xfrm>
          <a:prstGeom prst="rect">
            <a:avLst/>
          </a:prstGeom>
          <a:noFill/>
          <a:ln w="9525">
            <a:noFill/>
            <a:miter lim="800000"/>
            <a:headEnd/>
            <a:tailEnd/>
          </a:ln>
        </p:spPr>
        <p:txBody>
          <a:bodyPr>
            <a:spAutoFit/>
          </a:bodyPr>
          <a:lstStyle/>
          <a:p>
            <a:r>
              <a:rPr lang="en-US" sz="3600" dirty="0">
                <a:solidFill>
                  <a:srgbClr val="FF0066"/>
                </a:solidFill>
                <a:latin typeface="Angsana New" pitchFamily="18" charset="-34"/>
              </a:rPr>
              <a:t>b</a:t>
            </a:r>
          </a:p>
        </p:txBody>
      </p:sp>
      <p:grpSp>
        <p:nvGrpSpPr>
          <p:cNvPr id="37" name="Group 29"/>
          <p:cNvGrpSpPr>
            <a:grpSpLocks/>
          </p:cNvGrpSpPr>
          <p:nvPr/>
        </p:nvGrpSpPr>
        <p:grpSpPr bwMode="auto">
          <a:xfrm>
            <a:off x="5638800" y="4395787"/>
            <a:ext cx="3124200" cy="646113"/>
            <a:chOff x="5638800" y="2057400"/>
            <a:chExt cx="3124200" cy="646331"/>
          </a:xfrm>
        </p:grpSpPr>
        <p:cxnSp>
          <p:nvCxnSpPr>
            <p:cNvPr id="38" name="Straight Connector 37"/>
            <p:cNvCxnSpPr/>
            <p:nvPr/>
          </p:nvCxnSpPr>
          <p:spPr>
            <a:xfrm>
              <a:off x="5638800" y="2438529"/>
              <a:ext cx="2819400" cy="1589"/>
            </a:xfrm>
            <a:prstGeom prst="line">
              <a:avLst/>
            </a:prstGeom>
            <a:ln w="28575">
              <a:solidFill>
                <a:schemeClr val="bg1">
                  <a:lumMod val="50000"/>
                </a:schemeClr>
              </a:solidFill>
              <a:tailEnd type="stealth" w="med" len="lg"/>
            </a:ln>
          </p:spPr>
          <p:style>
            <a:lnRef idx="1">
              <a:schemeClr val="accent1"/>
            </a:lnRef>
            <a:fillRef idx="0">
              <a:schemeClr val="accent1"/>
            </a:fillRef>
            <a:effectRef idx="0">
              <a:schemeClr val="accent1"/>
            </a:effectRef>
            <a:fontRef idx="minor">
              <a:schemeClr val="tx1"/>
            </a:fontRef>
          </p:style>
        </p:cxnSp>
        <p:sp>
          <p:nvSpPr>
            <p:cNvPr id="39" name="TextBox 24"/>
            <p:cNvSpPr txBox="1">
              <a:spLocks noChangeArrowheads="1"/>
            </p:cNvSpPr>
            <p:nvPr/>
          </p:nvSpPr>
          <p:spPr bwMode="auto">
            <a:xfrm>
              <a:off x="8458200" y="2057400"/>
              <a:ext cx="304800" cy="646331"/>
            </a:xfrm>
            <a:prstGeom prst="rect">
              <a:avLst/>
            </a:prstGeom>
            <a:noFill/>
            <a:ln w="9525">
              <a:noFill/>
              <a:miter lim="800000"/>
              <a:headEnd/>
              <a:tailEnd/>
            </a:ln>
          </p:spPr>
          <p:txBody>
            <a:bodyPr>
              <a:spAutoFit/>
            </a:bodyPr>
            <a:lstStyle/>
            <a:p>
              <a:r>
                <a:rPr lang="en-US" sz="3600" i="1">
                  <a:solidFill>
                    <a:srgbClr val="FF0066"/>
                  </a:solidFill>
                  <a:latin typeface="Angsana New" pitchFamily="18" charset="-34"/>
                </a:rPr>
                <a:t>x</a:t>
              </a:r>
            </a:p>
          </p:txBody>
        </p:sp>
      </p:grpSp>
      <p:sp>
        <p:nvSpPr>
          <p:cNvPr id="40" name="Rectangle 16"/>
          <p:cNvSpPr>
            <a:spLocks noChangeArrowheads="1"/>
          </p:cNvSpPr>
          <p:nvPr/>
        </p:nvSpPr>
        <p:spPr bwMode="auto">
          <a:xfrm>
            <a:off x="7467600" y="3633787"/>
            <a:ext cx="914400" cy="762000"/>
          </a:xfrm>
          <a:prstGeom prst="rect">
            <a:avLst/>
          </a:prstGeom>
          <a:noFill/>
          <a:ln w="9525">
            <a:noFill/>
            <a:miter lim="800000"/>
            <a:headEnd/>
            <a:tailEnd/>
          </a:ln>
        </p:spPr>
        <p:txBody>
          <a:bodyPr/>
          <a:lstStyle/>
          <a:p>
            <a:pPr>
              <a:tabLst>
                <a:tab pos="457200" algn="l"/>
              </a:tabLst>
            </a:pPr>
            <a:r>
              <a:rPr lang="en-US" sz="3600" b="1" dirty="0">
                <a:solidFill>
                  <a:srgbClr val="FF0066"/>
                </a:solidFill>
                <a:latin typeface="Angsana New" pitchFamily="18" charset="-34"/>
                <a:sym typeface="Symbol" pitchFamily="18" charset="2"/>
              </a:rPr>
              <a:t> </a:t>
            </a:r>
            <a:r>
              <a:rPr lang="en-US" sz="3600" b="1" dirty="0" err="1">
                <a:solidFill>
                  <a:srgbClr val="FF0066"/>
                </a:solidFill>
                <a:latin typeface="Angsana New" pitchFamily="18" charset="-34"/>
                <a:sym typeface="Wingdings" pitchFamily="2" charset="2"/>
              </a:rPr>
              <a:t>f</a:t>
            </a:r>
            <a:r>
              <a:rPr lang="en-US" sz="3600" b="1" baseline="-25000" dirty="0" err="1">
                <a:solidFill>
                  <a:srgbClr val="FF0066"/>
                </a:solidFill>
                <a:latin typeface="Angsana New" pitchFamily="18" charset="-34"/>
                <a:sym typeface="Wingdings" pitchFamily="2" charset="2"/>
              </a:rPr>
              <a:t>X</a:t>
            </a:r>
            <a:r>
              <a:rPr lang="en-US" sz="3600" b="1" dirty="0">
                <a:solidFill>
                  <a:srgbClr val="FF0066"/>
                </a:solidFill>
                <a:latin typeface="Angsana New" pitchFamily="18" charset="-34"/>
                <a:sym typeface="Wingdings" pitchFamily="2" charset="2"/>
              </a:rPr>
              <a:t>(</a:t>
            </a:r>
            <a:r>
              <a:rPr lang="en-US" sz="3600" b="1" i="1" dirty="0">
                <a:solidFill>
                  <a:srgbClr val="FF0066"/>
                </a:solidFill>
                <a:latin typeface="Angsana New" pitchFamily="18" charset="-34"/>
                <a:sym typeface="Wingdings" pitchFamily="2" charset="2"/>
              </a:rPr>
              <a:t>x</a:t>
            </a:r>
            <a:r>
              <a:rPr lang="en-US" sz="3600" b="1" dirty="0">
                <a:solidFill>
                  <a:srgbClr val="FF0066"/>
                </a:solidFill>
                <a:latin typeface="Angsana New" pitchFamily="18" charset="-34"/>
                <a:sym typeface="Wingdings" pitchFamily="2" charset="2"/>
              </a:rPr>
              <a:t>)</a:t>
            </a:r>
            <a:endParaRPr lang="en-US" sz="3600" b="1" dirty="0">
              <a:solidFill>
                <a:srgbClr val="FF0066"/>
              </a:solidFill>
              <a:latin typeface="Angsana New" pitchFamily="18" charset="-34"/>
            </a:endParaRPr>
          </a:p>
        </p:txBody>
      </p:sp>
      <p:sp>
        <p:nvSpPr>
          <p:cNvPr id="41" name="Freeform 40"/>
          <p:cNvSpPr/>
          <p:nvPr/>
        </p:nvSpPr>
        <p:spPr>
          <a:xfrm>
            <a:off x="7153275" y="3905250"/>
            <a:ext cx="412750" cy="387350"/>
          </a:xfrm>
          <a:custGeom>
            <a:avLst/>
            <a:gdLst>
              <a:gd name="connsiteX0" fmla="*/ 412377 w 412377"/>
              <a:gd name="connsiteY0" fmla="*/ 55282 h 386976"/>
              <a:gd name="connsiteX1" fmla="*/ 143435 w 412377"/>
              <a:gd name="connsiteY1" fmla="*/ 55282 h 386976"/>
              <a:gd name="connsiteX2" fmla="*/ 0 w 412377"/>
              <a:gd name="connsiteY2" fmla="*/ 386976 h 386976"/>
            </a:gdLst>
            <a:ahLst/>
            <a:cxnLst>
              <a:cxn ang="0">
                <a:pos x="connsiteX0" y="connsiteY0"/>
              </a:cxn>
              <a:cxn ang="0">
                <a:pos x="connsiteX1" y="connsiteY1"/>
              </a:cxn>
              <a:cxn ang="0">
                <a:pos x="connsiteX2" y="connsiteY2"/>
              </a:cxn>
            </a:cxnLst>
            <a:rect l="l" t="t" r="r" b="b"/>
            <a:pathLst>
              <a:path w="412377" h="386976">
                <a:moveTo>
                  <a:pt x="412377" y="55282"/>
                </a:moveTo>
                <a:cubicBezTo>
                  <a:pt x="312270" y="27641"/>
                  <a:pt x="212164" y="0"/>
                  <a:pt x="143435" y="55282"/>
                </a:cubicBezTo>
                <a:cubicBezTo>
                  <a:pt x="74706" y="110564"/>
                  <a:pt x="37353" y="248770"/>
                  <a:pt x="0" y="386976"/>
                </a:cubicBezTo>
              </a:path>
            </a:pathLst>
          </a:custGeom>
          <a:ln w="28575">
            <a:solidFill>
              <a:schemeClr val="bg1">
                <a:lumMod val="50000"/>
              </a:schemeClr>
            </a:solidFill>
            <a:tailEnd type="stealth"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cxnSp>
        <p:nvCxnSpPr>
          <p:cNvPr id="42" name="Straight Connector 41"/>
          <p:cNvCxnSpPr/>
          <p:nvPr/>
        </p:nvCxnSpPr>
        <p:spPr>
          <a:xfrm>
            <a:off x="6550025" y="4318000"/>
            <a:ext cx="823913" cy="1587"/>
          </a:xfrm>
          <a:prstGeom prst="line">
            <a:avLst/>
          </a:prstGeom>
          <a:ln w="28575">
            <a:solidFill>
              <a:srgbClr val="FF0066"/>
            </a:solidFill>
          </a:ln>
        </p:spPr>
        <p:style>
          <a:lnRef idx="1">
            <a:schemeClr val="accent1"/>
          </a:lnRef>
          <a:fillRef idx="0">
            <a:schemeClr val="accent1"/>
          </a:fillRef>
          <a:effectRef idx="0">
            <a:schemeClr val="accent1"/>
          </a:effectRef>
          <a:fontRef idx="minor">
            <a:schemeClr val="tx1"/>
          </a:fontRef>
        </p:style>
      </p:cxnSp>
      <p:grpSp>
        <p:nvGrpSpPr>
          <p:cNvPr id="43" name="Group 35"/>
          <p:cNvGrpSpPr>
            <a:grpSpLocks/>
          </p:cNvGrpSpPr>
          <p:nvPr/>
        </p:nvGrpSpPr>
        <p:grpSpPr bwMode="auto">
          <a:xfrm>
            <a:off x="5702300" y="4167187"/>
            <a:ext cx="685800" cy="981075"/>
            <a:chOff x="6553200" y="4124052"/>
            <a:chExt cx="685800" cy="981348"/>
          </a:xfrm>
        </p:grpSpPr>
        <p:sp>
          <p:nvSpPr>
            <p:cNvPr id="44" name="Rectangle 13"/>
            <p:cNvSpPr>
              <a:spLocks noChangeArrowheads="1"/>
            </p:cNvSpPr>
            <p:nvPr/>
          </p:nvSpPr>
          <p:spPr bwMode="auto">
            <a:xfrm>
              <a:off x="6742113" y="4124052"/>
              <a:ext cx="344487" cy="762212"/>
            </a:xfrm>
            <a:prstGeom prst="rect">
              <a:avLst/>
            </a:prstGeom>
            <a:noFill/>
            <a:ln w="9525">
              <a:noFill/>
              <a:miter lim="800000"/>
              <a:headEnd/>
              <a:tailEnd/>
            </a:ln>
          </p:spPr>
          <p:txBody>
            <a:bodyPr/>
            <a:lstStyle/>
            <a:p>
              <a:pPr>
                <a:tabLst>
                  <a:tab pos="457200" algn="l"/>
                </a:tabLst>
                <a:defRPr/>
              </a:pPr>
              <a:r>
                <a:rPr lang="en-US" b="1" dirty="0">
                  <a:solidFill>
                    <a:schemeClr val="bg1">
                      <a:lumMod val="50000"/>
                    </a:schemeClr>
                  </a:solidFill>
                  <a:latin typeface="Angsana New" pitchFamily="18" charset="-34"/>
                </a:rPr>
                <a:t>1</a:t>
              </a:r>
            </a:p>
          </p:txBody>
        </p:sp>
        <p:sp>
          <p:nvSpPr>
            <p:cNvPr id="45" name="Rectangle 12"/>
            <p:cNvSpPr>
              <a:spLocks noChangeArrowheads="1"/>
            </p:cNvSpPr>
            <p:nvPr/>
          </p:nvSpPr>
          <p:spPr bwMode="auto">
            <a:xfrm>
              <a:off x="6553200" y="4343188"/>
              <a:ext cx="685800" cy="762212"/>
            </a:xfrm>
            <a:prstGeom prst="rect">
              <a:avLst/>
            </a:prstGeom>
            <a:noFill/>
            <a:ln w="9525">
              <a:noFill/>
              <a:miter lim="800000"/>
              <a:headEnd/>
              <a:tailEnd/>
            </a:ln>
          </p:spPr>
          <p:txBody>
            <a:bodyPr/>
            <a:lstStyle/>
            <a:p>
              <a:pPr>
                <a:tabLst>
                  <a:tab pos="457200" algn="l"/>
                </a:tabLst>
                <a:defRPr/>
              </a:pPr>
              <a:r>
                <a:rPr lang="en-US" b="1" dirty="0">
                  <a:solidFill>
                    <a:schemeClr val="bg1">
                      <a:lumMod val="50000"/>
                    </a:schemeClr>
                  </a:solidFill>
                  <a:latin typeface="Angsana New" pitchFamily="18" charset="-34"/>
                </a:rPr>
                <a:t>b – a</a:t>
              </a:r>
            </a:p>
          </p:txBody>
        </p:sp>
        <p:sp>
          <p:nvSpPr>
            <p:cNvPr id="46" name="Line 14"/>
            <p:cNvSpPr>
              <a:spLocks noChangeShapeType="1"/>
            </p:cNvSpPr>
            <p:nvPr/>
          </p:nvSpPr>
          <p:spPr bwMode="auto">
            <a:xfrm>
              <a:off x="6600825" y="4489279"/>
              <a:ext cx="549275" cy="0"/>
            </a:xfrm>
            <a:prstGeom prst="line">
              <a:avLst/>
            </a:prstGeom>
            <a:noFill/>
            <a:ln w="19050">
              <a:solidFill>
                <a:schemeClr val="bg1">
                  <a:lumMod val="50000"/>
                </a:schemeClr>
              </a:solidFill>
              <a:round/>
              <a:headEnd/>
              <a:tailEnd/>
            </a:ln>
          </p:spPr>
          <p:txBody>
            <a:bodyPr/>
            <a:lstStyle/>
            <a:p>
              <a:pPr>
                <a:defRPr/>
              </a:pPr>
              <a:endParaRPr lang="en-US">
                <a:solidFill>
                  <a:schemeClr val="bg1">
                    <a:lumMod val="50000"/>
                  </a:schemeClr>
                </a:solidFill>
                <a:latin typeface="Angsana New" pitchFamily="18" charset="-34"/>
              </a:endParaRPr>
            </a:p>
          </p:txBody>
        </p:sp>
      </p:grpSp>
      <p:sp>
        <p:nvSpPr>
          <p:cNvPr id="47" name="Left Brace 46"/>
          <p:cNvSpPr/>
          <p:nvPr/>
        </p:nvSpPr>
        <p:spPr>
          <a:xfrm>
            <a:off x="6378575" y="4319587"/>
            <a:ext cx="119063" cy="457200"/>
          </a:xfrm>
          <a:prstGeom prst="leftBrace">
            <a:avLst>
              <a:gd name="adj1" fmla="val 27941"/>
              <a:gd name="adj2" fmla="val 47385"/>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cxnSp>
        <p:nvCxnSpPr>
          <p:cNvPr id="48" name="Straight Connector 47"/>
          <p:cNvCxnSpPr/>
          <p:nvPr/>
        </p:nvCxnSpPr>
        <p:spPr>
          <a:xfrm>
            <a:off x="5821363" y="4775200"/>
            <a:ext cx="731837" cy="1587"/>
          </a:xfrm>
          <a:prstGeom prst="line">
            <a:avLst/>
          </a:prstGeom>
          <a:ln w="28575">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7381875" y="4776787"/>
            <a:ext cx="549275" cy="1588"/>
          </a:xfrm>
          <a:prstGeom prst="line">
            <a:avLst/>
          </a:prstGeom>
          <a:ln w="28575">
            <a:solidFill>
              <a:srgbClr val="FF0066"/>
            </a:solidFill>
          </a:ln>
        </p:spPr>
        <p:style>
          <a:lnRef idx="1">
            <a:schemeClr val="accent1"/>
          </a:lnRef>
          <a:fillRef idx="0">
            <a:schemeClr val="accent1"/>
          </a:fillRef>
          <a:effectRef idx="0">
            <a:schemeClr val="accent1"/>
          </a:effectRef>
          <a:fontRef idx="minor">
            <a:schemeClr val="tx1"/>
          </a:fontRef>
        </p:style>
      </p:cxnSp>
      <p:sp>
        <p:nvSpPr>
          <p:cNvPr id="7" name="Freeform 6"/>
          <p:cNvSpPr/>
          <p:nvPr/>
        </p:nvSpPr>
        <p:spPr>
          <a:xfrm>
            <a:off x="4671392" y="4668077"/>
            <a:ext cx="828262" cy="868711"/>
          </a:xfrm>
          <a:custGeom>
            <a:avLst/>
            <a:gdLst>
              <a:gd name="connsiteX0" fmla="*/ 0 w 775253"/>
              <a:gd name="connsiteY0" fmla="*/ 12526 h 473463"/>
              <a:gd name="connsiteX1" fmla="*/ 238540 w 775253"/>
              <a:gd name="connsiteY1" fmla="*/ 52282 h 473463"/>
              <a:gd name="connsiteX2" fmla="*/ 576470 w 775253"/>
              <a:gd name="connsiteY2" fmla="*/ 429969 h 473463"/>
              <a:gd name="connsiteX3" fmla="*/ 775253 w 775253"/>
              <a:gd name="connsiteY3" fmla="*/ 449847 h 473463"/>
            </a:gdLst>
            <a:ahLst/>
            <a:cxnLst>
              <a:cxn ang="0">
                <a:pos x="connsiteX0" y="connsiteY0"/>
              </a:cxn>
              <a:cxn ang="0">
                <a:pos x="connsiteX1" y="connsiteY1"/>
              </a:cxn>
              <a:cxn ang="0">
                <a:pos x="connsiteX2" y="connsiteY2"/>
              </a:cxn>
              <a:cxn ang="0">
                <a:pos x="connsiteX3" y="connsiteY3"/>
              </a:cxn>
            </a:cxnLst>
            <a:rect l="l" t="t" r="r" b="b"/>
            <a:pathLst>
              <a:path w="775253" h="473463">
                <a:moveTo>
                  <a:pt x="0" y="12526"/>
                </a:moveTo>
                <a:cubicBezTo>
                  <a:pt x="71231" y="-2383"/>
                  <a:pt x="142462" y="-17292"/>
                  <a:pt x="238540" y="52282"/>
                </a:cubicBezTo>
                <a:cubicBezTo>
                  <a:pt x="334618" y="121856"/>
                  <a:pt x="487018" y="363708"/>
                  <a:pt x="576470" y="429969"/>
                </a:cubicBezTo>
                <a:cubicBezTo>
                  <a:pt x="665922" y="496230"/>
                  <a:pt x="720587" y="473038"/>
                  <a:pt x="775253" y="449847"/>
                </a:cubicBezTo>
              </a:path>
            </a:pathLst>
          </a:custGeom>
          <a:noFill/>
          <a:ln w="2921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Freeform 8"/>
          <p:cNvSpPr/>
          <p:nvPr/>
        </p:nvSpPr>
        <p:spPr>
          <a:xfrm>
            <a:off x="5420139" y="4839815"/>
            <a:ext cx="623439" cy="685723"/>
          </a:xfrm>
          <a:custGeom>
            <a:avLst/>
            <a:gdLst>
              <a:gd name="connsiteX0" fmla="*/ 0 w 477079"/>
              <a:gd name="connsiteY0" fmla="*/ 397566 h 397566"/>
              <a:gd name="connsiteX1" fmla="*/ 178905 w 477079"/>
              <a:gd name="connsiteY1" fmla="*/ 357809 h 397566"/>
              <a:gd name="connsiteX2" fmla="*/ 417444 w 477079"/>
              <a:gd name="connsiteY2" fmla="*/ 218661 h 397566"/>
              <a:gd name="connsiteX3" fmla="*/ 477079 w 477079"/>
              <a:gd name="connsiteY3" fmla="*/ 0 h 397566"/>
            </a:gdLst>
            <a:ahLst/>
            <a:cxnLst>
              <a:cxn ang="0">
                <a:pos x="connsiteX0" y="connsiteY0"/>
              </a:cxn>
              <a:cxn ang="0">
                <a:pos x="connsiteX1" y="connsiteY1"/>
              </a:cxn>
              <a:cxn ang="0">
                <a:pos x="connsiteX2" y="connsiteY2"/>
              </a:cxn>
              <a:cxn ang="0">
                <a:pos x="connsiteX3" y="connsiteY3"/>
              </a:cxn>
            </a:cxnLst>
            <a:rect l="l" t="t" r="r" b="b"/>
            <a:pathLst>
              <a:path w="477079" h="397566">
                <a:moveTo>
                  <a:pt x="0" y="397566"/>
                </a:moveTo>
                <a:cubicBezTo>
                  <a:pt x="54665" y="392596"/>
                  <a:pt x="109331" y="387626"/>
                  <a:pt x="178905" y="357809"/>
                </a:cubicBezTo>
                <a:cubicBezTo>
                  <a:pt x="248479" y="327991"/>
                  <a:pt x="367748" y="278296"/>
                  <a:pt x="417444" y="218661"/>
                </a:cubicBezTo>
                <a:cubicBezTo>
                  <a:pt x="467140" y="159026"/>
                  <a:pt x="472109" y="79513"/>
                  <a:pt x="477079" y="0"/>
                </a:cubicBezTo>
              </a:path>
            </a:pathLst>
          </a:custGeom>
          <a:noFill/>
          <a:ln w="29210">
            <a:solidFill>
              <a:schemeClr val="bg1">
                <a:lumMod val="50000"/>
              </a:schemeClr>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4" name="Freeform 63"/>
          <p:cNvSpPr/>
          <p:nvPr/>
        </p:nvSpPr>
        <p:spPr>
          <a:xfrm>
            <a:off x="5380382" y="4876800"/>
            <a:ext cx="2276129" cy="669234"/>
          </a:xfrm>
          <a:custGeom>
            <a:avLst/>
            <a:gdLst>
              <a:gd name="connsiteX0" fmla="*/ 0 w 477079"/>
              <a:gd name="connsiteY0" fmla="*/ 397566 h 397566"/>
              <a:gd name="connsiteX1" fmla="*/ 178905 w 477079"/>
              <a:gd name="connsiteY1" fmla="*/ 357809 h 397566"/>
              <a:gd name="connsiteX2" fmla="*/ 417444 w 477079"/>
              <a:gd name="connsiteY2" fmla="*/ 218661 h 397566"/>
              <a:gd name="connsiteX3" fmla="*/ 477079 w 477079"/>
              <a:gd name="connsiteY3" fmla="*/ 0 h 397566"/>
            </a:gdLst>
            <a:ahLst/>
            <a:cxnLst>
              <a:cxn ang="0">
                <a:pos x="connsiteX0" y="connsiteY0"/>
              </a:cxn>
              <a:cxn ang="0">
                <a:pos x="connsiteX1" y="connsiteY1"/>
              </a:cxn>
              <a:cxn ang="0">
                <a:pos x="connsiteX2" y="connsiteY2"/>
              </a:cxn>
              <a:cxn ang="0">
                <a:pos x="connsiteX3" y="connsiteY3"/>
              </a:cxn>
            </a:cxnLst>
            <a:rect l="l" t="t" r="r" b="b"/>
            <a:pathLst>
              <a:path w="477079" h="397566">
                <a:moveTo>
                  <a:pt x="0" y="397566"/>
                </a:moveTo>
                <a:cubicBezTo>
                  <a:pt x="54665" y="392596"/>
                  <a:pt x="109331" y="387626"/>
                  <a:pt x="178905" y="357809"/>
                </a:cubicBezTo>
                <a:cubicBezTo>
                  <a:pt x="248479" y="327991"/>
                  <a:pt x="367748" y="278296"/>
                  <a:pt x="417444" y="218661"/>
                </a:cubicBezTo>
                <a:cubicBezTo>
                  <a:pt x="467140" y="159026"/>
                  <a:pt x="472109" y="79513"/>
                  <a:pt x="477079" y="0"/>
                </a:cubicBezTo>
              </a:path>
            </a:pathLst>
          </a:custGeom>
          <a:noFill/>
          <a:ln w="29210">
            <a:solidFill>
              <a:schemeClr val="bg1">
                <a:lumMod val="50000"/>
              </a:schemeClr>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 name="Slide Number Placeholder 4">
            <a:extLst>
              <a:ext uri="{FF2B5EF4-FFF2-40B4-BE49-F238E27FC236}">
                <a16:creationId xmlns:a16="http://schemas.microsoft.com/office/drawing/2014/main" id="{E643C558-29FC-4F75-B6AE-9931B11064C1}"/>
              </a:ext>
            </a:extLst>
          </p:cNvPr>
          <p:cNvSpPr>
            <a:spLocks noGrp="1"/>
          </p:cNvSpPr>
          <p:nvPr>
            <p:ph type="sldNum" sz="quarter" idx="12"/>
          </p:nvPr>
        </p:nvSpPr>
        <p:spPr/>
        <p:txBody>
          <a:bodyPr/>
          <a:lstStyle/>
          <a:p>
            <a:pPr>
              <a:defRPr/>
            </a:pPr>
            <a:fld id="{0598EADD-7714-4E0A-AD4B-AC83F9F5DA12}" type="slidenum">
              <a:rPr lang="en-US" smtClean="0"/>
              <a:pPr>
                <a:defRPr/>
              </a:pPr>
              <a:t>23</a:t>
            </a:fld>
            <a:endParaRPr lang="th-TH"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dissolve">
                                      <p:cBhvr>
                                        <p:cTn id="7" dur="300"/>
                                        <p:tgtEl>
                                          <p:spTgt spid="20482"/>
                                        </p:tgtEl>
                                      </p:cBhvr>
                                    </p:animEffect>
                                  </p:childTnLst>
                                </p:cTn>
                              </p:par>
                            </p:childTnLst>
                          </p:cTn>
                        </p:par>
                        <p:par>
                          <p:cTn id="8" fill="hold">
                            <p:stCondLst>
                              <p:cond delay="3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300"/>
                                        <p:tgtEl>
                                          <p:spTgt spid="2"/>
                                        </p:tgtEl>
                                      </p:cBhvr>
                                    </p:animEffect>
                                  </p:childTnLst>
                                </p:cTn>
                              </p:par>
                            </p:childTnLst>
                          </p:cTn>
                        </p:par>
                        <p:par>
                          <p:cTn id="12" fill="hold">
                            <p:stCondLst>
                              <p:cond delay="600"/>
                            </p:stCondLst>
                            <p:childTnLst>
                              <p:par>
                                <p:cTn id="13" presetID="22" presetClass="entr" presetSubtype="8" fill="hold" grpId="0" nodeType="afterEffect">
                                  <p:stCondLst>
                                    <p:cond delay="0"/>
                                  </p:stCondLst>
                                  <p:childTnLst>
                                    <p:set>
                                      <p:cBhvr>
                                        <p:cTn id="14" dur="1" fill="hold">
                                          <p:stCondLst>
                                            <p:cond delay="0"/>
                                          </p:stCondLst>
                                        </p:cTn>
                                        <p:tgtEl>
                                          <p:spTgt spid="20497">
                                            <p:txEl>
                                              <p:pRg st="0" end="0"/>
                                            </p:txEl>
                                          </p:spTgt>
                                        </p:tgtEl>
                                        <p:attrNameLst>
                                          <p:attrName>style.visibility</p:attrName>
                                        </p:attrNameLst>
                                      </p:cBhvr>
                                      <p:to>
                                        <p:strVal val="visible"/>
                                      </p:to>
                                    </p:set>
                                    <p:animEffect transition="in" filter="wipe(left)">
                                      <p:cBhvr>
                                        <p:cTn id="15" dur="300"/>
                                        <p:tgtEl>
                                          <p:spTgt spid="2049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0488"/>
                                        </p:tgtEl>
                                        <p:attrNameLst>
                                          <p:attrName>style.visibility</p:attrName>
                                        </p:attrNameLst>
                                      </p:cBhvr>
                                      <p:to>
                                        <p:strVal val="visible"/>
                                      </p:to>
                                    </p:set>
                                    <p:animEffect transition="in" filter="wipe(left)">
                                      <p:cBhvr>
                                        <p:cTn id="20" dur="300"/>
                                        <p:tgtEl>
                                          <p:spTgt spid="20488"/>
                                        </p:tgtEl>
                                      </p:cBhvr>
                                    </p:animEffect>
                                  </p:childTnLst>
                                </p:cTn>
                              </p:par>
                            </p:childTnLst>
                          </p:cTn>
                        </p:par>
                        <p:par>
                          <p:cTn id="21" fill="hold">
                            <p:stCondLst>
                              <p:cond delay="300"/>
                            </p:stCondLst>
                            <p:childTnLst>
                              <p:par>
                                <p:cTn id="22" presetID="22" presetClass="entr" presetSubtype="8" fill="hold" grpId="0" nodeType="afterEffect">
                                  <p:stCondLst>
                                    <p:cond delay="0"/>
                                  </p:stCondLst>
                                  <p:childTnLst>
                                    <p:set>
                                      <p:cBhvr>
                                        <p:cTn id="23" dur="1" fill="hold">
                                          <p:stCondLst>
                                            <p:cond delay="0"/>
                                          </p:stCondLst>
                                        </p:cTn>
                                        <p:tgtEl>
                                          <p:spTgt spid="20484">
                                            <p:txEl>
                                              <p:pRg st="0" end="0"/>
                                            </p:txEl>
                                          </p:spTgt>
                                        </p:tgtEl>
                                        <p:attrNameLst>
                                          <p:attrName>style.visibility</p:attrName>
                                        </p:attrNameLst>
                                      </p:cBhvr>
                                      <p:to>
                                        <p:strVal val="visible"/>
                                      </p:to>
                                    </p:set>
                                    <p:animEffect transition="in" filter="wipe(left)">
                                      <p:cBhvr>
                                        <p:cTn id="24" dur="300"/>
                                        <p:tgtEl>
                                          <p:spTgt spid="20484">
                                            <p:txEl>
                                              <p:pRg st="0" end="0"/>
                                            </p:txEl>
                                          </p:spTgt>
                                        </p:tgtEl>
                                      </p:cBhvr>
                                    </p:animEffect>
                                  </p:childTnLst>
                                </p:cTn>
                              </p:par>
                            </p:childTnLst>
                          </p:cTn>
                        </p:par>
                        <p:par>
                          <p:cTn id="25" fill="hold">
                            <p:stCondLst>
                              <p:cond delay="600"/>
                            </p:stCondLst>
                            <p:childTnLst>
                              <p:par>
                                <p:cTn id="26" presetID="22" presetClass="entr" presetSubtype="8"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3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0489">
                                            <p:txEl>
                                              <p:pRg st="0" end="0"/>
                                            </p:txEl>
                                          </p:spTgt>
                                        </p:tgtEl>
                                        <p:attrNameLst>
                                          <p:attrName>style.visibility</p:attrName>
                                        </p:attrNameLst>
                                      </p:cBhvr>
                                      <p:to>
                                        <p:strVal val="visible"/>
                                      </p:to>
                                    </p:set>
                                    <p:animEffect transition="in" filter="wipe(left)">
                                      <p:cBhvr>
                                        <p:cTn id="33" dur="300"/>
                                        <p:tgtEl>
                                          <p:spTgt spid="20489">
                                            <p:txEl>
                                              <p:pRg st="0" end="0"/>
                                            </p:txEl>
                                          </p:spTgt>
                                        </p:tgtEl>
                                      </p:cBhvr>
                                    </p:animEffect>
                                  </p:childTnLst>
                                </p:cTn>
                              </p:par>
                            </p:childTnLst>
                          </p:cTn>
                        </p:par>
                        <p:par>
                          <p:cTn id="34" fill="hold">
                            <p:stCondLst>
                              <p:cond delay="300"/>
                            </p:stCondLst>
                            <p:childTnLst>
                              <p:par>
                                <p:cTn id="35" presetID="22" presetClass="entr" presetSubtype="8" fill="hold" grpId="0" nodeType="afterEffect">
                                  <p:stCondLst>
                                    <p:cond delay="0"/>
                                  </p:stCondLst>
                                  <p:childTnLst>
                                    <p:set>
                                      <p:cBhvr>
                                        <p:cTn id="36" dur="1" fill="hold">
                                          <p:stCondLst>
                                            <p:cond delay="0"/>
                                          </p:stCondLst>
                                        </p:cTn>
                                        <p:tgtEl>
                                          <p:spTgt spid="20498">
                                            <p:txEl>
                                              <p:pRg st="0" end="0"/>
                                            </p:txEl>
                                          </p:spTgt>
                                        </p:tgtEl>
                                        <p:attrNameLst>
                                          <p:attrName>style.visibility</p:attrName>
                                        </p:attrNameLst>
                                      </p:cBhvr>
                                      <p:to>
                                        <p:strVal val="visible"/>
                                      </p:to>
                                    </p:set>
                                    <p:animEffect transition="in" filter="wipe(left)">
                                      <p:cBhvr>
                                        <p:cTn id="37" dur="300"/>
                                        <p:tgtEl>
                                          <p:spTgt spid="2049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dissolve">
                                      <p:cBhvr>
                                        <p:cTn id="42" dur="3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
                                            <p:txEl>
                                              <p:pRg st="0" end="0"/>
                                            </p:txEl>
                                          </p:spTgt>
                                        </p:tgtEl>
                                        <p:attrNameLst>
                                          <p:attrName>style.visibility</p:attrName>
                                        </p:attrNameLst>
                                      </p:cBhvr>
                                      <p:to>
                                        <p:strVal val="visible"/>
                                      </p:to>
                                    </p:set>
                                    <p:animEffect transition="in" filter="wipe(left)">
                                      <p:cBhvr>
                                        <p:cTn id="47" dur="300"/>
                                        <p:tgtEl>
                                          <p:spTgt spid="22">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
                                            <p:txEl>
                                              <p:pRg st="0" end="0"/>
                                            </p:txEl>
                                          </p:spTgt>
                                        </p:tgtEl>
                                        <p:attrNameLst>
                                          <p:attrName>style.visibility</p:attrName>
                                        </p:attrNameLst>
                                      </p:cBhvr>
                                      <p:to>
                                        <p:strVal val="visible"/>
                                      </p:to>
                                    </p:set>
                                    <p:animEffect transition="in" filter="wipe(left)">
                                      <p:cBhvr>
                                        <p:cTn id="52" dur="300"/>
                                        <p:tgtEl>
                                          <p:spTgt spid="20">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300"/>
                                        <p:tgtEl>
                                          <p:spTgt spid="26"/>
                                        </p:tgtEl>
                                      </p:cBhvr>
                                    </p:animEffect>
                                  </p:childTnLst>
                                </p:cTn>
                              </p:par>
                            </p:childTnLst>
                          </p:cTn>
                        </p:par>
                        <p:par>
                          <p:cTn id="58" fill="hold">
                            <p:stCondLst>
                              <p:cond delay="300"/>
                            </p:stCondLst>
                            <p:childTnLst>
                              <p:par>
                                <p:cTn id="59" presetID="22" presetClass="entr" presetSubtype="8" fill="hold" nodeType="after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wipe(left)">
                                      <p:cBhvr>
                                        <p:cTn id="61" dur="300"/>
                                        <p:tgtEl>
                                          <p:spTgt spid="37"/>
                                        </p:tgtEl>
                                      </p:cBhvr>
                                    </p:animEffect>
                                  </p:childTnLst>
                                </p:cTn>
                              </p:par>
                            </p:childTnLst>
                          </p:cTn>
                        </p:par>
                        <p:par>
                          <p:cTn id="62" fill="hold">
                            <p:stCondLst>
                              <p:cond delay="600"/>
                            </p:stCondLst>
                            <p:childTnLst>
                              <p:par>
                                <p:cTn id="63" presetID="22" presetClass="entr" presetSubtype="4" fill="hold" grpId="0"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wipe(down)">
                                      <p:cBhvr>
                                        <p:cTn id="65" dur="300"/>
                                        <p:tgtEl>
                                          <p:spTgt spid="35"/>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wipe(down)">
                                      <p:cBhvr>
                                        <p:cTn id="68" dur="300"/>
                                        <p:tgtEl>
                                          <p:spTgt spid="36"/>
                                        </p:tgtEl>
                                      </p:cBhvr>
                                    </p:animEffect>
                                  </p:childTnLst>
                                </p:cTn>
                              </p:par>
                            </p:childTnLst>
                          </p:cTn>
                        </p:par>
                        <p:par>
                          <p:cTn id="69" fill="hold">
                            <p:stCondLst>
                              <p:cond delay="900"/>
                            </p:stCondLst>
                            <p:childTnLst>
                              <p:par>
                                <p:cTn id="70" presetID="22" presetClass="entr" presetSubtype="2" fill="hold" nodeType="after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wipe(right)">
                                      <p:cBhvr>
                                        <p:cTn id="72" dur="300"/>
                                        <p:tgtEl>
                                          <p:spTgt spid="34"/>
                                        </p:tgtEl>
                                      </p:cBhvr>
                                    </p:animEffect>
                                  </p:childTnLst>
                                </p:cTn>
                              </p:par>
                              <p:par>
                                <p:cTn id="73" presetID="22" presetClass="entr" presetSubtype="4" fill="hold" nodeType="with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wipe(down)">
                                      <p:cBhvr>
                                        <p:cTn id="75" dur="300"/>
                                        <p:tgtEl>
                                          <p:spTgt spid="33"/>
                                        </p:tgtEl>
                                      </p:cBhvr>
                                    </p:animEffect>
                                  </p:childTnLst>
                                </p:cTn>
                              </p:par>
                              <p:par>
                                <p:cTn id="76" presetID="22" presetClass="entr" presetSubtype="8" fill="hold"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wipe(left)">
                                      <p:cBhvr>
                                        <p:cTn id="78" dur="300"/>
                                        <p:tgtEl>
                                          <p:spTgt spid="42"/>
                                        </p:tgtEl>
                                      </p:cBhvr>
                                    </p:animEffect>
                                  </p:childTnLst>
                                </p:cTn>
                              </p:par>
                            </p:childTnLst>
                          </p:cTn>
                        </p:par>
                        <p:par>
                          <p:cTn id="79" fill="hold">
                            <p:stCondLst>
                              <p:cond delay="1200"/>
                            </p:stCondLst>
                            <p:childTnLst>
                              <p:par>
                                <p:cTn id="80" presetID="22" presetClass="entr" presetSubtype="2" fill="hold" grpId="0" nodeType="afterEffect">
                                  <p:stCondLst>
                                    <p:cond delay="0"/>
                                  </p:stCondLst>
                                  <p:childTnLst>
                                    <p:set>
                                      <p:cBhvr>
                                        <p:cTn id="81" dur="1" fill="hold">
                                          <p:stCondLst>
                                            <p:cond delay="0"/>
                                          </p:stCondLst>
                                        </p:cTn>
                                        <p:tgtEl>
                                          <p:spTgt spid="47"/>
                                        </p:tgtEl>
                                        <p:attrNameLst>
                                          <p:attrName>style.visibility</p:attrName>
                                        </p:attrNameLst>
                                      </p:cBhvr>
                                      <p:to>
                                        <p:strVal val="visible"/>
                                      </p:to>
                                    </p:set>
                                    <p:animEffect transition="in" filter="wipe(right)">
                                      <p:cBhvr>
                                        <p:cTn id="82" dur="300"/>
                                        <p:tgtEl>
                                          <p:spTgt spid="47"/>
                                        </p:tgtEl>
                                      </p:cBhvr>
                                    </p:animEffect>
                                  </p:childTnLst>
                                </p:cTn>
                              </p:par>
                            </p:childTnLst>
                          </p:cTn>
                        </p:par>
                        <p:par>
                          <p:cTn id="83" fill="hold">
                            <p:stCondLst>
                              <p:cond delay="1500"/>
                            </p:stCondLst>
                            <p:childTnLst>
                              <p:par>
                                <p:cTn id="84" presetID="9" presetClass="entr" presetSubtype="0" fill="hold" nodeType="after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dissolve">
                                      <p:cBhvr>
                                        <p:cTn id="86" dur="300"/>
                                        <p:tgtEl>
                                          <p:spTgt spid="43"/>
                                        </p:tgtEl>
                                      </p:cBhvr>
                                    </p:animEffect>
                                  </p:childTnLst>
                                </p:cTn>
                              </p:par>
                            </p:childTnLst>
                          </p:cTn>
                        </p:par>
                        <p:par>
                          <p:cTn id="87" fill="hold">
                            <p:stCondLst>
                              <p:cond delay="1800"/>
                            </p:stCondLst>
                            <p:childTnLst>
                              <p:par>
                                <p:cTn id="88" presetID="9" presetClass="entr" presetSubtype="0" fill="hold" grpId="0" nodeType="after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dissolve">
                                      <p:cBhvr>
                                        <p:cTn id="90" dur="300"/>
                                        <p:tgtEl>
                                          <p:spTgt spid="40"/>
                                        </p:tgtEl>
                                      </p:cBhvr>
                                    </p:animEffect>
                                  </p:childTnLst>
                                </p:cTn>
                              </p:par>
                            </p:childTnLst>
                          </p:cTn>
                        </p:par>
                        <p:par>
                          <p:cTn id="91" fill="hold">
                            <p:stCondLst>
                              <p:cond delay="2100"/>
                            </p:stCondLst>
                            <p:childTnLst>
                              <p:par>
                                <p:cTn id="92" presetID="22" presetClass="entr" presetSubtype="1" fill="hold" grpId="0" nodeType="afterEffect">
                                  <p:stCondLst>
                                    <p:cond delay="0"/>
                                  </p:stCondLst>
                                  <p:childTnLst>
                                    <p:set>
                                      <p:cBhvr>
                                        <p:cTn id="93" dur="1" fill="hold">
                                          <p:stCondLst>
                                            <p:cond delay="0"/>
                                          </p:stCondLst>
                                        </p:cTn>
                                        <p:tgtEl>
                                          <p:spTgt spid="41"/>
                                        </p:tgtEl>
                                        <p:attrNameLst>
                                          <p:attrName>style.visibility</p:attrName>
                                        </p:attrNameLst>
                                      </p:cBhvr>
                                      <p:to>
                                        <p:strVal val="visible"/>
                                      </p:to>
                                    </p:set>
                                    <p:animEffect transition="in" filter="wipe(up)">
                                      <p:cBhvr>
                                        <p:cTn id="94" dur="300"/>
                                        <p:tgtEl>
                                          <p:spTgt spid="41"/>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25">
                                            <p:txEl>
                                              <p:pRg st="0" end="0"/>
                                            </p:txEl>
                                          </p:spTgt>
                                        </p:tgtEl>
                                        <p:attrNameLst>
                                          <p:attrName>style.visibility</p:attrName>
                                        </p:attrNameLst>
                                      </p:cBhvr>
                                      <p:to>
                                        <p:strVal val="visible"/>
                                      </p:to>
                                    </p:set>
                                    <p:animEffect transition="in" filter="wipe(left)">
                                      <p:cBhvr>
                                        <p:cTn id="99" dur="300"/>
                                        <p:tgtEl>
                                          <p:spTgt spid="25">
                                            <p:txEl>
                                              <p:pRg st="0" end="0"/>
                                            </p:txEl>
                                          </p:spTgt>
                                        </p:tgtEl>
                                      </p:cBhvr>
                                    </p:animEffect>
                                  </p:childTnLst>
                                </p:cTn>
                              </p:par>
                            </p:childTnLst>
                          </p:cTn>
                        </p:par>
                        <p:par>
                          <p:cTn id="100" fill="hold">
                            <p:stCondLst>
                              <p:cond delay="300"/>
                            </p:stCondLst>
                            <p:childTnLst>
                              <p:par>
                                <p:cTn id="101" presetID="18" presetClass="entr" presetSubtype="6" fill="hold" grpId="0" nodeType="afterEffect">
                                  <p:stCondLst>
                                    <p:cond delay="0"/>
                                  </p:stCondLst>
                                  <p:childTnLst>
                                    <p:set>
                                      <p:cBhvr>
                                        <p:cTn id="102" dur="1" fill="hold">
                                          <p:stCondLst>
                                            <p:cond delay="0"/>
                                          </p:stCondLst>
                                        </p:cTn>
                                        <p:tgtEl>
                                          <p:spTgt spid="7"/>
                                        </p:tgtEl>
                                        <p:attrNameLst>
                                          <p:attrName>style.visibility</p:attrName>
                                        </p:attrNameLst>
                                      </p:cBhvr>
                                      <p:to>
                                        <p:strVal val="visible"/>
                                      </p:to>
                                    </p:set>
                                    <p:animEffect transition="in" filter="strips(downRight)">
                                      <p:cBhvr>
                                        <p:cTn id="103" dur="300"/>
                                        <p:tgtEl>
                                          <p:spTgt spid="7"/>
                                        </p:tgtEl>
                                      </p:cBhvr>
                                    </p:animEffect>
                                  </p:childTnLst>
                                </p:cTn>
                              </p:par>
                            </p:childTnLst>
                          </p:cTn>
                        </p:par>
                        <p:par>
                          <p:cTn id="104" fill="hold">
                            <p:stCondLst>
                              <p:cond delay="600"/>
                            </p:stCondLst>
                            <p:childTnLst>
                              <p:par>
                                <p:cTn id="105" presetID="18" presetClass="entr" presetSubtype="3" fill="hold" grpId="0" nodeType="afterEffect">
                                  <p:stCondLst>
                                    <p:cond delay="0"/>
                                  </p:stCondLst>
                                  <p:childTnLst>
                                    <p:set>
                                      <p:cBhvr>
                                        <p:cTn id="106" dur="1" fill="hold">
                                          <p:stCondLst>
                                            <p:cond delay="0"/>
                                          </p:stCondLst>
                                        </p:cTn>
                                        <p:tgtEl>
                                          <p:spTgt spid="9"/>
                                        </p:tgtEl>
                                        <p:attrNameLst>
                                          <p:attrName>style.visibility</p:attrName>
                                        </p:attrNameLst>
                                      </p:cBhvr>
                                      <p:to>
                                        <p:strVal val="visible"/>
                                      </p:to>
                                    </p:set>
                                    <p:animEffect transition="in" filter="strips(upRight)">
                                      <p:cBhvr>
                                        <p:cTn id="107" dur="300"/>
                                        <p:tgtEl>
                                          <p:spTgt spid="9"/>
                                        </p:tgtEl>
                                      </p:cBhvr>
                                    </p:animEffect>
                                  </p:childTnLst>
                                </p:cTn>
                              </p:par>
                              <p:par>
                                <p:cTn id="108" presetID="18" presetClass="entr" presetSubtype="3" fill="hold" grpId="0" nodeType="withEffect">
                                  <p:stCondLst>
                                    <p:cond delay="0"/>
                                  </p:stCondLst>
                                  <p:childTnLst>
                                    <p:set>
                                      <p:cBhvr>
                                        <p:cTn id="109" dur="1" fill="hold">
                                          <p:stCondLst>
                                            <p:cond delay="0"/>
                                          </p:stCondLst>
                                        </p:cTn>
                                        <p:tgtEl>
                                          <p:spTgt spid="64"/>
                                        </p:tgtEl>
                                        <p:attrNameLst>
                                          <p:attrName>style.visibility</p:attrName>
                                        </p:attrNameLst>
                                      </p:cBhvr>
                                      <p:to>
                                        <p:strVal val="visible"/>
                                      </p:to>
                                    </p:set>
                                    <p:animEffect transition="in" filter="strips(upRight)">
                                      <p:cBhvr>
                                        <p:cTn id="110" dur="300"/>
                                        <p:tgtEl>
                                          <p:spTgt spid="64"/>
                                        </p:tgtEl>
                                      </p:cBhvr>
                                    </p:animEffect>
                                  </p:childTnLst>
                                </p:cTn>
                              </p:par>
                            </p:childTnLst>
                          </p:cTn>
                        </p:par>
                        <p:par>
                          <p:cTn id="111" fill="hold">
                            <p:stCondLst>
                              <p:cond delay="900"/>
                            </p:stCondLst>
                            <p:childTnLst>
                              <p:par>
                                <p:cTn id="112" presetID="22" presetClass="entr" presetSubtype="8" fill="hold" nodeType="after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wipe(left)">
                                      <p:cBhvr>
                                        <p:cTn id="114" dur="300"/>
                                        <p:tgtEl>
                                          <p:spTgt spid="48"/>
                                        </p:tgtEl>
                                      </p:cBhvr>
                                    </p:animEffect>
                                  </p:childTnLst>
                                </p:cTn>
                              </p:par>
                            </p:childTnLst>
                          </p:cTn>
                        </p:par>
                        <p:par>
                          <p:cTn id="115" fill="hold">
                            <p:stCondLst>
                              <p:cond delay="1200"/>
                            </p:stCondLst>
                            <p:childTnLst>
                              <p:par>
                                <p:cTn id="116" presetID="22" presetClass="entr" presetSubtype="8" fill="hold" nodeType="afterEffect">
                                  <p:stCondLst>
                                    <p:cond delay="0"/>
                                  </p:stCondLst>
                                  <p:childTnLst>
                                    <p:set>
                                      <p:cBhvr>
                                        <p:cTn id="117" dur="1" fill="hold">
                                          <p:stCondLst>
                                            <p:cond delay="0"/>
                                          </p:stCondLst>
                                        </p:cTn>
                                        <p:tgtEl>
                                          <p:spTgt spid="49"/>
                                        </p:tgtEl>
                                        <p:attrNameLst>
                                          <p:attrName>style.visibility</p:attrName>
                                        </p:attrNameLst>
                                      </p:cBhvr>
                                      <p:to>
                                        <p:strVal val="visible"/>
                                      </p:to>
                                    </p:set>
                                    <p:animEffect transition="in" filter="wipe(left)">
                                      <p:cBhvr>
                                        <p:cTn id="118" dur="300"/>
                                        <p:tgtEl>
                                          <p:spTgt spid="49"/>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23">
                                            <p:txEl>
                                              <p:pRg st="0" end="0"/>
                                            </p:txEl>
                                          </p:spTgt>
                                        </p:tgtEl>
                                        <p:attrNameLst>
                                          <p:attrName>style.visibility</p:attrName>
                                        </p:attrNameLst>
                                      </p:cBhvr>
                                      <p:to>
                                        <p:strVal val="visible"/>
                                      </p:to>
                                    </p:set>
                                    <p:animEffect transition="in" filter="wipe(left)">
                                      <p:cBhvr>
                                        <p:cTn id="123" dur="300"/>
                                        <p:tgtEl>
                                          <p:spTgt spid="23">
                                            <p:txEl>
                                              <p:pRg st="0" end="0"/>
                                            </p:txEl>
                                          </p:spTgt>
                                        </p:tgtEl>
                                      </p:cBhvr>
                                    </p:animEffect>
                                  </p:childTnLst>
                                </p:cTn>
                              </p:par>
                            </p:childTnLst>
                          </p:cTn>
                        </p:par>
                        <p:par>
                          <p:cTn id="124" fill="hold">
                            <p:stCondLst>
                              <p:cond delay="300"/>
                            </p:stCondLst>
                            <p:childTnLst>
                              <p:par>
                                <p:cTn id="125" presetID="22" presetClass="entr" presetSubtype="8" fill="hold" grpId="0" nodeType="afterEffect">
                                  <p:stCondLst>
                                    <p:cond delay="0"/>
                                  </p:stCondLst>
                                  <p:childTnLst>
                                    <p:set>
                                      <p:cBhvr>
                                        <p:cTn id="126" dur="1" fill="hold">
                                          <p:stCondLst>
                                            <p:cond delay="0"/>
                                          </p:stCondLst>
                                        </p:cTn>
                                        <p:tgtEl>
                                          <p:spTgt spid="24">
                                            <p:txEl>
                                              <p:pRg st="0" end="0"/>
                                            </p:txEl>
                                          </p:spTgt>
                                        </p:tgtEl>
                                        <p:attrNameLst>
                                          <p:attrName>style.visibility</p:attrName>
                                        </p:attrNameLst>
                                      </p:cBhvr>
                                      <p:to>
                                        <p:strVal val="visible"/>
                                      </p:to>
                                    </p:set>
                                    <p:animEffect transition="in" filter="wipe(left)">
                                      <p:cBhvr>
                                        <p:cTn id="127" dur="3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9" grpId="0" build="p" autoUpdateAnimBg="0" advAuto="0"/>
      <p:bldP spid="20482" grpId="0" autoUpdateAnimBg="0"/>
      <p:bldP spid="20484" grpId="0" build="p" autoUpdateAnimBg="0" advAuto="0"/>
      <p:bldP spid="20488" grpId="0"/>
      <p:bldP spid="20497" grpId="0" build="p" autoUpdateAnimBg="0" advAuto="0"/>
      <p:bldP spid="20498" grpId="0" build="p" autoUpdateAnimBg="0" advAuto="0"/>
      <p:bldP spid="20" grpId="0" build="p" autoUpdateAnimBg="0" advAuto="0"/>
      <p:bldP spid="21" grpId="0" autoUpdateAnimBg="0"/>
      <p:bldP spid="22" grpId="0" build="p" autoUpdateAnimBg="0" advAuto="0"/>
      <p:bldP spid="23" grpId="0" build="p" autoUpdateAnimBg="0" advAuto="0"/>
      <p:bldP spid="24" grpId="0" build="p" autoUpdateAnimBg="0" advAuto="0"/>
      <p:bldP spid="25" grpId="0" build="p" autoUpdateAnimBg="0" advAuto="0"/>
      <p:bldP spid="35" grpId="0"/>
      <p:bldP spid="36" grpId="0"/>
      <p:bldP spid="40" grpId="0"/>
      <p:bldP spid="41" grpId="0" animBg="1"/>
      <p:bldP spid="47" grpId="0" animBg="1"/>
      <p:bldP spid="7" grpId="0" animBg="1"/>
      <p:bldP spid="9" grpId="0" animBg="1"/>
      <p:bldP spid="6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ChangeArrowheads="1"/>
          </p:cNvSpPr>
          <p:nvPr>
            <p:ph type="ctrTitle"/>
          </p:nvPr>
        </p:nvSpPr>
        <p:spPr>
          <a:xfrm>
            <a:off x="120650" y="90488"/>
            <a:ext cx="8899525" cy="647700"/>
          </a:xfrm>
        </p:spPr>
        <p:txBody>
          <a:bodyPr/>
          <a:lstStyle/>
          <a:p>
            <a:pPr eaLnBrk="1" hangingPunct="1">
              <a:lnSpc>
                <a:spcPct val="90000"/>
              </a:lnSpc>
            </a:pPr>
            <a:r>
              <a:rPr lang="en-US" sz="4000" b="1" dirty="0" err="1">
                <a:solidFill>
                  <a:srgbClr val="CC00FF"/>
                </a:solidFill>
                <a:latin typeface="Angsana New" pitchFamily="18" charset="-34"/>
              </a:rPr>
              <a:t>การแจกแจงปกติ</a:t>
            </a:r>
            <a:r>
              <a:rPr lang="en-US" sz="4000" b="1" dirty="0">
                <a:solidFill>
                  <a:srgbClr val="CC00FF"/>
                </a:solidFill>
                <a:latin typeface="Angsana New" pitchFamily="18" charset="-34"/>
              </a:rPr>
              <a:t> (Normal Distribution):  </a:t>
            </a:r>
            <a:r>
              <a:rPr lang="en-US" sz="4000" b="1" dirty="0">
                <a:solidFill>
                  <a:srgbClr val="3333FF"/>
                </a:solidFill>
                <a:latin typeface="Angsana New" pitchFamily="18" charset="-34"/>
              </a:rPr>
              <a:t>X  </a:t>
            </a:r>
            <a:r>
              <a:rPr lang="en-US" sz="4000" b="1" dirty="0">
                <a:solidFill>
                  <a:srgbClr val="3333FF"/>
                </a:solidFill>
                <a:latin typeface="Angsana New" pitchFamily="18" charset="-34"/>
                <a:sym typeface="Symbol" pitchFamily="18" charset="2"/>
              </a:rPr>
              <a:t> N(</a:t>
            </a:r>
            <a:r>
              <a:rPr lang="en-US" sz="3200" b="1" dirty="0">
                <a:solidFill>
                  <a:srgbClr val="3333FF"/>
                </a:solidFill>
                <a:latin typeface="Angsana New" pitchFamily="18" charset="-34"/>
                <a:sym typeface="Symbol" pitchFamily="18" charset="2"/>
              </a:rPr>
              <a:t></a:t>
            </a:r>
            <a:r>
              <a:rPr lang="en-US" sz="4000" b="1" dirty="0">
                <a:solidFill>
                  <a:srgbClr val="3333FF"/>
                </a:solidFill>
                <a:latin typeface="Angsana New" pitchFamily="18" charset="-34"/>
                <a:sym typeface="Symbol" pitchFamily="18" charset="2"/>
              </a:rPr>
              <a:t> , </a:t>
            </a:r>
            <a:r>
              <a:rPr lang="en-US" sz="3200" b="1" dirty="0">
                <a:solidFill>
                  <a:srgbClr val="3333FF"/>
                </a:solidFill>
                <a:latin typeface="Angsana New" pitchFamily="18" charset="-34"/>
                <a:sym typeface="Symbol" pitchFamily="18" charset="2"/>
              </a:rPr>
              <a:t></a:t>
            </a:r>
            <a:r>
              <a:rPr lang="en-US" sz="4000" b="1" baseline="30000" dirty="0">
                <a:solidFill>
                  <a:srgbClr val="3333FF"/>
                </a:solidFill>
                <a:latin typeface="Angsana New" pitchFamily="18" charset="-34"/>
                <a:sym typeface="Symbol" pitchFamily="18" charset="2"/>
              </a:rPr>
              <a:t>2</a:t>
            </a:r>
            <a:r>
              <a:rPr lang="en-US" sz="4000" b="1" dirty="0">
                <a:solidFill>
                  <a:srgbClr val="3333FF"/>
                </a:solidFill>
                <a:latin typeface="Angsana New" pitchFamily="18" charset="-34"/>
                <a:sym typeface="Symbol" pitchFamily="18" charset="2"/>
              </a:rPr>
              <a:t>)</a:t>
            </a:r>
            <a:r>
              <a:rPr lang="en-US" sz="4000" b="1" dirty="0">
                <a:solidFill>
                  <a:srgbClr val="CC00FF"/>
                </a:solidFill>
                <a:latin typeface="Angsana New" pitchFamily="18" charset="-34"/>
              </a:rPr>
              <a:t> </a:t>
            </a:r>
          </a:p>
        </p:txBody>
      </p:sp>
      <p:sp>
        <p:nvSpPr>
          <p:cNvPr id="33" name="Rectangle 32"/>
          <p:cNvSpPr>
            <a:spLocks noChangeArrowheads="1"/>
          </p:cNvSpPr>
          <p:nvPr/>
        </p:nvSpPr>
        <p:spPr bwMode="auto">
          <a:xfrm>
            <a:off x="190500" y="6096000"/>
            <a:ext cx="7772400" cy="646113"/>
          </a:xfrm>
          <a:prstGeom prst="rect">
            <a:avLst/>
          </a:prstGeom>
          <a:noFill/>
          <a:ln w="9525">
            <a:noFill/>
            <a:miter lim="800000"/>
            <a:headEnd/>
            <a:tailEnd/>
          </a:ln>
        </p:spPr>
        <p:txBody>
          <a:bodyPr>
            <a:spAutoFit/>
          </a:bodyPr>
          <a:lstStyle/>
          <a:p>
            <a:r>
              <a:rPr lang="en-US" sz="3600" b="1">
                <a:solidFill>
                  <a:srgbClr val="663300"/>
                </a:solidFill>
                <a:latin typeface="Angsana New" pitchFamily="18" charset="-34"/>
              </a:rPr>
              <a:t>http://en.wikipedia.org/wiki/Normal_distribution</a:t>
            </a:r>
            <a:endParaRPr lang="th-TH" sz="3600" b="1">
              <a:solidFill>
                <a:srgbClr val="663300"/>
              </a:solidFill>
              <a:latin typeface="Angsana New" pitchFamily="18" charset="-34"/>
            </a:endParaRPr>
          </a:p>
        </p:txBody>
      </p:sp>
      <p:pic>
        <p:nvPicPr>
          <p:cNvPr id="91138" name="Picture 2" descr="File:Normal Distribution PDF.svg">
            <a:hlinkClick r:id="rId2"/>
          </p:cNvPr>
          <p:cNvPicPr>
            <a:picLocks noChangeAspect="1" noChangeArrowheads="1"/>
          </p:cNvPicPr>
          <p:nvPr/>
        </p:nvPicPr>
        <p:blipFill>
          <a:blip r:embed="rId3"/>
          <a:srcRect/>
          <a:stretch>
            <a:fillRect/>
          </a:stretch>
        </p:blipFill>
        <p:spPr bwMode="auto">
          <a:xfrm>
            <a:off x="109538" y="1143000"/>
            <a:ext cx="4294187" cy="2743200"/>
          </a:xfrm>
          <a:prstGeom prst="rect">
            <a:avLst/>
          </a:prstGeom>
          <a:noFill/>
          <a:ln w="9525">
            <a:noFill/>
            <a:miter lim="800000"/>
            <a:headEnd/>
            <a:tailEnd/>
          </a:ln>
        </p:spPr>
      </p:pic>
      <p:pic>
        <p:nvPicPr>
          <p:cNvPr id="91140" name="Picture 4" descr="Cumulative distribution function for the normal distribution">
            <a:hlinkClick r:id="rId4" tooltip="Cumulative distribution function for the normal distribution"/>
          </p:cNvPr>
          <p:cNvPicPr>
            <a:picLocks noChangeAspect="1" noChangeArrowheads="1"/>
          </p:cNvPicPr>
          <p:nvPr/>
        </p:nvPicPr>
        <p:blipFill>
          <a:blip r:embed="rId5"/>
          <a:srcRect/>
          <a:stretch>
            <a:fillRect/>
          </a:stretch>
        </p:blipFill>
        <p:spPr bwMode="auto">
          <a:xfrm>
            <a:off x="4572000" y="1143000"/>
            <a:ext cx="4267200" cy="2732088"/>
          </a:xfrm>
          <a:prstGeom prst="rect">
            <a:avLst/>
          </a:prstGeom>
          <a:noFill/>
          <a:ln w="9525">
            <a:noFill/>
            <a:miter lim="800000"/>
            <a:headEnd/>
            <a:tailEnd/>
          </a:ln>
        </p:spPr>
      </p:pic>
      <p:sp>
        <p:nvSpPr>
          <p:cNvPr id="37" name="TextBox 36"/>
          <p:cNvSpPr txBox="1">
            <a:spLocks noChangeArrowheads="1"/>
          </p:cNvSpPr>
          <p:nvPr/>
        </p:nvSpPr>
        <p:spPr bwMode="auto">
          <a:xfrm>
            <a:off x="152400" y="3962400"/>
            <a:ext cx="4267200" cy="523875"/>
          </a:xfrm>
          <a:prstGeom prst="rect">
            <a:avLst/>
          </a:prstGeom>
          <a:noFill/>
          <a:ln w="9525">
            <a:noFill/>
            <a:miter lim="800000"/>
            <a:headEnd/>
            <a:tailEnd/>
          </a:ln>
        </p:spPr>
        <p:txBody>
          <a:bodyPr>
            <a:spAutoFit/>
          </a:bodyPr>
          <a:lstStyle/>
          <a:p>
            <a:pPr algn="ctr"/>
            <a:r>
              <a:rPr lang="th-TH" b="1">
                <a:solidFill>
                  <a:srgbClr val="6600CC"/>
                </a:solidFill>
              </a:rPr>
              <a:t>ฟังก์ชันความหนาแน่นความน่าจะเป็น</a:t>
            </a:r>
          </a:p>
        </p:txBody>
      </p:sp>
      <p:sp>
        <p:nvSpPr>
          <p:cNvPr id="38" name="TextBox 37"/>
          <p:cNvSpPr txBox="1">
            <a:spLocks noChangeArrowheads="1"/>
          </p:cNvSpPr>
          <p:nvPr/>
        </p:nvSpPr>
        <p:spPr bwMode="auto">
          <a:xfrm>
            <a:off x="152400" y="4249738"/>
            <a:ext cx="4267200" cy="646112"/>
          </a:xfrm>
          <a:prstGeom prst="rect">
            <a:avLst/>
          </a:prstGeom>
          <a:noFill/>
          <a:ln w="9525">
            <a:noFill/>
            <a:miter lim="800000"/>
            <a:headEnd/>
            <a:tailEnd/>
          </a:ln>
        </p:spPr>
        <p:txBody>
          <a:bodyPr>
            <a:spAutoFit/>
          </a:bodyPr>
          <a:lstStyle/>
          <a:p>
            <a:pPr algn="ctr"/>
            <a:r>
              <a:rPr lang="en-US" sz="3600" b="1">
                <a:solidFill>
                  <a:srgbClr val="6600CC"/>
                </a:solidFill>
                <a:latin typeface="Angsana New" pitchFamily="18" charset="-34"/>
              </a:rPr>
              <a:t>(</a:t>
            </a:r>
            <a:r>
              <a:rPr lang="en-US" sz="3600" b="1" i="1">
                <a:solidFill>
                  <a:srgbClr val="6600CC"/>
                </a:solidFill>
                <a:latin typeface="Angsana New" pitchFamily="18" charset="-34"/>
              </a:rPr>
              <a:t>Probability Density Function</a:t>
            </a:r>
            <a:r>
              <a:rPr lang="en-US" sz="3600" b="1">
                <a:solidFill>
                  <a:srgbClr val="6600CC"/>
                </a:solidFill>
                <a:latin typeface="Angsana New" pitchFamily="18" charset="-34"/>
              </a:rPr>
              <a:t>)</a:t>
            </a:r>
            <a:endParaRPr lang="th-TH" sz="3600" b="1">
              <a:solidFill>
                <a:srgbClr val="6600CC"/>
              </a:solidFill>
              <a:latin typeface="Angsana New" pitchFamily="18" charset="-34"/>
            </a:endParaRPr>
          </a:p>
        </p:txBody>
      </p:sp>
      <p:sp>
        <p:nvSpPr>
          <p:cNvPr id="39" name="TextBox 38"/>
          <p:cNvSpPr txBox="1">
            <a:spLocks noChangeArrowheads="1"/>
          </p:cNvSpPr>
          <p:nvPr/>
        </p:nvSpPr>
        <p:spPr bwMode="auto">
          <a:xfrm>
            <a:off x="4953000" y="3962400"/>
            <a:ext cx="3886200" cy="523875"/>
          </a:xfrm>
          <a:prstGeom prst="rect">
            <a:avLst/>
          </a:prstGeom>
          <a:noFill/>
          <a:ln w="9525">
            <a:noFill/>
            <a:miter lim="800000"/>
            <a:headEnd/>
            <a:tailEnd/>
          </a:ln>
        </p:spPr>
        <p:txBody>
          <a:bodyPr>
            <a:spAutoFit/>
          </a:bodyPr>
          <a:lstStyle/>
          <a:p>
            <a:pPr algn="ctr"/>
            <a:r>
              <a:rPr lang="th-TH" b="1">
                <a:solidFill>
                  <a:srgbClr val="008000"/>
                </a:solidFill>
              </a:rPr>
              <a:t>ฟังก์ชันการแจกแจงสะสม</a:t>
            </a:r>
          </a:p>
        </p:txBody>
      </p:sp>
      <p:sp>
        <p:nvSpPr>
          <p:cNvPr id="40" name="TextBox 39"/>
          <p:cNvSpPr txBox="1">
            <a:spLocks noChangeArrowheads="1"/>
          </p:cNvSpPr>
          <p:nvPr/>
        </p:nvSpPr>
        <p:spPr bwMode="auto">
          <a:xfrm>
            <a:off x="4343400" y="4249738"/>
            <a:ext cx="4752975" cy="646112"/>
          </a:xfrm>
          <a:prstGeom prst="rect">
            <a:avLst/>
          </a:prstGeom>
          <a:noFill/>
          <a:ln w="9525">
            <a:noFill/>
            <a:miter lim="800000"/>
            <a:headEnd/>
            <a:tailEnd/>
          </a:ln>
        </p:spPr>
        <p:txBody>
          <a:bodyPr>
            <a:spAutoFit/>
          </a:bodyPr>
          <a:lstStyle/>
          <a:p>
            <a:pPr algn="r"/>
            <a:r>
              <a:rPr lang="en-US" sz="3600" b="1">
                <a:solidFill>
                  <a:srgbClr val="008000"/>
                </a:solidFill>
                <a:latin typeface="Angsana New" pitchFamily="18" charset="-34"/>
              </a:rPr>
              <a:t>(</a:t>
            </a:r>
            <a:r>
              <a:rPr lang="en-US" sz="3600" b="1" i="1">
                <a:solidFill>
                  <a:srgbClr val="008000"/>
                </a:solidFill>
                <a:latin typeface="Angsana New" pitchFamily="18" charset="-34"/>
              </a:rPr>
              <a:t>Cumulative</a:t>
            </a:r>
            <a:r>
              <a:rPr lang="en-US" sz="3600" b="1">
                <a:solidFill>
                  <a:srgbClr val="008000"/>
                </a:solidFill>
                <a:latin typeface="Angsana New" pitchFamily="18" charset="-34"/>
              </a:rPr>
              <a:t> </a:t>
            </a:r>
            <a:r>
              <a:rPr lang="en-US" sz="3600" b="1" i="1">
                <a:solidFill>
                  <a:srgbClr val="008000"/>
                </a:solidFill>
                <a:latin typeface="Angsana New" pitchFamily="18" charset="-34"/>
              </a:rPr>
              <a:t>Distribution Function</a:t>
            </a:r>
            <a:r>
              <a:rPr lang="en-US" sz="3600" b="1">
                <a:solidFill>
                  <a:srgbClr val="008000"/>
                </a:solidFill>
                <a:latin typeface="Angsana New" pitchFamily="18" charset="-34"/>
              </a:rPr>
              <a:t>)</a:t>
            </a:r>
            <a:endParaRPr lang="th-TH" sz="3600" b="1">
              <a:solidFill>
                <a:srgbClr val="008000"/>
              </a:solidFill>
              <a:latin typeface="Angsana New" pitchFamily="18" charset="-34"/>
            </a:endParaRPr>
          </a:p>
        </p:txBody>
      </p:sp>
      <p:sp>
        <p:nvSpPr>
          <p:cNvPr id="2" name="Slide Number Placeholder 1">
            <a:extLst>
              <a:ext uri="{FF2B5EF4-FFF2-40B4-BE49-F238E27FC236}">
                <a16:creationId xmlns:a16="http://schemas.microsoft.com/office/drawing/2014/main" id="{949857C4-4257-4E19-82A3-7D4A1066B14D}"/>
              </a:ext>
            </a:extLst>
          </p:cNvPr>
          <p:cNvSpPr>
            <a:spLocks noGrp="1"/>
          </p:cNvSpPr>
          <p:nvPr>
            <p:ph type="sldNum" sz="quarter" idx="12"/>
          </p:nvPr>
        </p:nvSpPr>
        <p:spPr/>
        <p:txBody>
          <a:bodyPr/>
          <a:lstStyle/>
          <a:p>
            <a:pPr>
              <a:defRPr/>
            </a:pPr>
            <a:fld id="{0598EADD-7714-4E0A-AD4B-AC83F9F5DA12}" type="slidenum">
              <a:rPr lang="en-US" smtClean="0"/>
              <a:pPr>
                <a:defRPr/>
              </a:pPr>
              <a:t>24</a:t>
            </a:fld>
            <a:endParaRPr lang="th-TH"/>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5779"/>
                                        </p:tgtEl>
                                        <p:attrNameLst>
                                          <p:attrName>style.visibility</p:attrName>
                                        </p:attrNameLst>
                                      </p:cBhvr>
                                      <p:to>
                                        <p:strVal val="visible"/>
                                      </p:to>
                                    </p:set>
                                    <p:animEffect transition="in" filter="dissolve">
                                      <p:cBhvr>
                                        <p:cTn id="7" dur="300"/>
                                        <p:tgtEl>
                                          <p:spTgt spid="7577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1138"/>
                                        </p:tgtEl>
                                        <p:attrNameLst>
                                          <p:attrName>style.visibility</p:attrName>
                                        </p:attrNameLst>
                                      </p:cBhvr>
                                      <p:to>
                                        <p:strVal val="visible"/>
                                      </p:to>
                                    </p:set>
                                    <p:animEffect transition="in" filter="dissolve">
                                      <p:cBhvr>
                                        <p:cTn id="12" dur="300"/>
                                        <p:tgtEl>
                                          <p:spTgt spid="91138"/>
                                        </p:tgtEl>
                                      </p:cBhvr>
                                    </p:animEffect>
                                  </p:childTnLst>
                                </p:cTn>
                              </p:par>
                            </p:childTnLst>
                          </p:cTn>
                        </p:par>
                        <p:par>
                          <p:cTn id="13" fill="hold">
                            <p:stCondLst>
                              <p:cond delay="300"/>
                            </p:stCondLst>
                            <p:childTnLst>
                              <p:par>
                                <p:cTn id="14" presetID="22" presetClass="entr" presetSubtype="8" fill="hold" grpId="0" nodeType="after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left)">
                                      <p:cBhvr>
                                        <p:cTn id="16" dur="300"/>
                                        <p:tgtEl>
                                          <p:spTgt spid="37"/>
                                        </p:tgtEl>
                                      </p:cBhvr>
                                    </p:animEffect>
                                  </p:childTnLst>
                                </p:cTn>
                              </p:par>
                            </p:childTnLst>
                          </p:cTn>
                        </p:par>
                        <p:par>
                          <p:cTn id="17" fill="hold">
                            <p:stCondLst>
                              <p:cond delay="600"/>
                            </p:stCondLst>
                            <p:childTnLst>
                              <p:par>
                                <p:cTn id="18" presetID="22" presetClass="entr" presetSubtype="8"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300"/>
                                        <p:tgtEl>
                                          <p:spTgt spid="3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left)">
                                      <p:cBhvr>
                                        <p:cTn id="23" dur="300"/>
                                        <p:tgtEl>
                                          <p:spTgt spid="3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91140"/>
                                        </p:tgtEl>
                                        <p:attrNameLst>
                                          <p:attrName>style.visibility</p:attrName>
                                        </p:attrNameLst>
                                      </p:cBhvr>
                                      <p:to>
                                        <p:strVal val="visible"/>
                                      </p:to>
                                    </p:set>
                                    <p:animEffect transition="in" filter="dissolve">
                                      <p:cBhvr>
                                        <p:cTn id="28" dur="300"/>
                                        <p:tgtEl>
                                          <p:spTgt spid="91140"/>
                                        </p:tgtEl>
                                      </p:cBhvr>
                                    </p:animEffect>
                                  </p:childTnLst>
                                </p:cTn>
                              </p:par>
                            </p:childTnLst>
                          </p:cTn>
                        </p:par>
                        <p:par>
                          <p:cTn id="29" fill="hold">
                            <p:stCondLst>
                              <p:cond delay="300"/>
                            </p:stCondLst>
                            <p:childTnLst>
                              <p:par>
                                <p:cTn id="30" presetID="22" presetClass="entr" presetSubtype="8" fill="hold" grpId="0" nodeType="after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wipe(left)">
                                      <p:cBhvr>
                                        <p:cTn id="32" dur="300"/>
                                        <p:tgtEl>
                                          <p:spTgt spid="39"/>
                                        </p:tgtEl>
                                      </p:cBhvr>
                                    </p:animEffect>
                                  </p:childTnLst>
                                </p:cTn>
                              </p:par>
                            </p:childTnLst>
                          </p:cTn>
                        </p:par>
                        <p:par>
                          <p:cTn id="33" fill="hold">
                            <p:stCondLst>
                              <p:cond delay="600"/>
                            </p:stCondLst>
                            <p:childTnLst>
                              <p:par>
                                <p:cTn id="34" presetID="22" presetClass="entr" presetSubtype="8" fill="hold" grpId="0" nodeType="after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wipe(left)">
                                      <p:cBhvr>
                                        <p:cTn id="36" dur="3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autoUpdateAnimBg="0"/>
      <p:bldP spid="33" grpId="0"/>
      <p:bldP spid="37" grpId="0"/>
      <p:bldP spid="38" grpId="0"/>
      <p:bldP spid="39" grpId="0"/>
      <p:bldP spid="40" grpId="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Group 8"/>
          <p:cNvGrpSpPr/>
          <p:nvPr/>
        </p:nvGrpSpPr>
        <p:grpSpPr>
          <a:xfrm>
            <a:off x="86432" y="799701"/>
            <a:ext cx="8995171" cy="6085595"/>
            <a:chOff x="86432" y="799701"/>
            <a:chExt cx="8995171" cy="6085595"/>
          </a:xfrm>
        </p:grpSpPr>
        <p:sp>
          <p:nvSpPr>
            <p:cNvPr id="34822" name="Rectangle 14"/>
            <p:cNvSpPr>
              <a:spLocks noChangeArrowheads="1"/>
            </p:cNvSpPr>
            <p:nvPr/>
          </p:nvSpPr>
          <p:spPr bwMode="auto">
            <a:xfrm>
              <a:off x="2008496" y="3771524"/>
              <a:ext cx="561975" cy="549275"/>
            </a:xfrm>
            <a:prstGeom prst="rect">
              <a:avLst/>
            </a:prstGeom>
            <a:noFill/>
            <a:ln w="9525">
              <a:noFill/>
              <a:miter lim="800000"/>
              <a:headEnd/>
              <a:tailEnd/>
            </a:ln>
          </p:spPr>
          <p:txBody>
            <a:bodyPr/>
            <a:lstStyle/>
            <a:p>
              <a:pPr marL="457200" indent="-457200">
                <a:tabLst>
                  <a:tab pos="457200" algn="l"/>
                </a:tabLst>
              </a:pPr>
              <a:r>
                <a:rPr lang="en-US" sz="2600" b="1" dirty="0">
                  <a:solidFill>
                    <a:srgbClr val="3366CC"/>
                  </a:solidFill>
                  <a:latin typeface="Angsana New" pitchFamily="18" charset="-34"/>
                  <a:sym typeface="Symbol" pitchFamily="18" charset="2"/>
                </a:rPr>
                <a:t></a:t>
              </a:r>
              <a:endParaRPr lang="en-US" sz="2600" b="1" dirty="0">
                <a:solidFill>
                  <a:srgbClr val="3366CC"/>
                </a:solidFill>
                <a:latin typeface="Angsana New" pitchFamily="18" charset="-34"/>
              </a:endParaRPr>
            </a:p>
          </p:txBody>
        </p:sp>
        <p:sp>
          <p:nvSpPr>
            <p:cNvPr id="34835" name="Text Box 75"/>
            <p:cNvSpPr txBox="1">
              <a:spLocks noChangeArrowheads="1"/>
            </p:cNvSpPr>
            <p:nvPr/>
          </p:nvSpPr>
          <p:spPr bwMode="auto">
            <a:xfrm>
              <a:off x="5787055" y="3798820"/>
              <a:ext cx="2514600" cy="461665"/>
            </a:xfrm>
            <a:prstGeom prst="rect">
              <a:avLst/>
            </a:prstGeom>
            <a:noFill/>
            <a:ln w="9525">
              <a:noFill/>
              <a:miter lim="800000"/>
              <a:headEnd/>
              <a:tailEnd/>
            </a:ln>
          </p:spPr>
          <p:txBody>
            <a:bodyPr>
              <a:spAutoFit/>
            </a:bodyPr>
            <a:lstStyle/>
            <a:p>
              <a:pPr>
                <a:spcBef>
                  <a:spcPct val="50000"/>
                </a:spcBef>
              </a:pPr>
              <a:r>
                <a:rPr lang="en-US" sz="2400" b="1" dirty="0">
                  <a:solidFill>
                    <a:srgbClr val="6600CC"/>
                  </a:solidFill>
                  <a:latin typeface="Angsana New" pitchFamily="18" charset="-34"/>
                  <a:sym typeface="Symbol" pitchFamily="18" charset="2"/>
                </a:rPr>
                <a:t> – </a:t>
              </a:r>
              <a:r>
                <a:rPr lang="en-US" sz="2400" b="1" dirty="0">
                  <a:solidFill>
                    <a:srgbClr val="6600CC"/>
                  </a:solidFill>
                  <a:latin typeface="Angsana New" pitchFamily="18" charset="-34"/>
                </a:rPr>
                <a:t>                  </a:t>
              </a:r>
              <a:r>
                <a:rPr lang="en-US" sz="2400" b="1" dirty="0">
                  <a:solidFill>
                    <a:srgbClr val="6600CC"/>
                  </a:solidFill>
                  <a:latin typeface="Angsana New" pitchFamily="18" charset="-34"/>
                  <a:sym typeface="Symbol" pitchFamily="18" charset="2"/>
                </a:rPr>
                <a:t> + </a:t>
              </a:r>
              <a:endParaRPr lang="en-US" sz="2400" b="1" dirty="0">
                <a:solidFill>
                  <a:srgbClr val="6600CC"/>
                </a:solidFill>
                <a:latin typeface="Angsana New" pitchFamily="18" charset="-34"/>
              </a:endParaRPr>
            </a:p>
          </p:txBody>
        </p:sp>
        <p:sp>
          <p:nvSpPr>
            <p:cNvPr id="34836" name="Rectangle 76"/>
            <p:cNvSpPr>
              <a:spLocks noChangeArrowheads="1"/>
            </p:cNvSpPr>
            <p:nvPr/>
          </p:nvSpPr>
          <p:spPr bwMode="auto">
            <a:xfrm>
              <a:off x="6715765" y="3849289"/>
              <a:ext cx="561975" cy="549275"/>
            </a:xfrm>
            <a:prstGeom prst="rect">
              <a:avLst/>
            </a:prstGeom>
            <a:noFill/>
            <a:ln w="9525">
              <a:noFill/>
              <a:miter lim="800000"/>
              <a:headEnd/>
              <a:tailEnd/>
            </a:ln>
          </p:spPr>
          <p:txBody>
            <a:bodyPr/>
            <a:lstStyle/>
            <a:p>
              <a:pPr marL="457200" indent="-457200">
                <a:tabLst>
                  <a:tab pos="457200" algn="l"/>
                </a:tabLst>
              </a:pPr>
              <a:r>
                <a:rPr lang="en-US" sz="2600" b="1" dirty="0">
                  <a:solidFill>
                    <a:srgbClr val="3366CC"/>
                  </a:solidFill>
                  <a:latin typeface="Angsana New" pitchFamily="18" charset="-34"/>
                  <a:sym typeface="Symbol" pitchFamily="18" charset="2"/>
                </a:rPr>
                <a:t></a:t>
              </a:r>
              <a:endParaRPr lang="en-US" sz="2600" b="1" dirty="0">
                <a:solidFill>
                  <a:srgbClr val="3366CC"/>
                </a:solidFill>
                <a:latin typeface="Angsana New" pitchFamily="18" charset="-34"/>
              </a:endParaRPr>
            </a:p>
          </p:txBody>
        </p:sp>
        <p:sp>
          <p:nvSpPr>
            <p:cNvPr id="34839" name="Freeform 79"/>
            <p:cNvSpPr>
              <a:spLocks/>
            </p:cNvSpPr>
            <p:nvPr/>
          </p:nvSpPr>
          <p:spPr bwMode="auto">
            <a:xfrm>
              <a:off x="6530027" y="2407839"/>
              <a:ext cx="552450" cy="249238"/>
            </a:xfrm>
            <a:custGeom>
              <a:avLst/>
              <a:gdLst>
                <a:gd name="T0" fmla="*/ 2147483647 w 348"/>
                <a:gd name="T1" fmla="*/ 2147483647 h 157"/>
                <a:gd name="T2" fmla="*/ 2147483647 w 348"/>
                <a:gd name="T3" fmla="*/ 2147483647 h 157"/>
                <a:gd name="T4" fmla="*/ 2147483647 w 348"/>
                <a:gd name="T5" fmla="*/ 2147483647 h 157"/>
                <a:gd name="T6" fmla="*/ 2147483647 w 348"/>
                <a:gd name="T7" fmla="*/ 2147483647 h 157"/>
                <a:gd name="T8" fmla="*/ 2147483647 w 348"/>
                <a:gd name="T9" fmla="*/ 2147483647 h 157"/>
                <a:gd name="T10" fmla="*/ 0 w 348"/>
                <a:gd name="T11" fmla="*/ 2147483647 h 157"/>
                <a:gd name="T12" fmla="*/ 2147483647 w 348"/>
                <a:gd name="T13" fmla="*/ 2147483647 h 157"/>
                <a:gd name="T14" fmla="*/ 2147483647 w 348"/>
                <a:gd name="T15" fmla="*/ 2147483647 h 157"/>
                <a:gd name="T16" fmla="*/ 2147483647 w 348"/>
                <a:gd name="T17" fmla="*/ 2147483647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157"/>
                <a:gd name="T29" fmla="*/ 348 w 348"/>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157">
                  <a:moveTo>
                    <a:pt x="48" y="6"/>
                  </a:moveTo>
                  <a:cubicBezTo>
                    <a:pt x="315" y="18"/>
                    <a:pt x="199" y="1"/>
                    <a:pt x="327" y="45"/>
                  </a:cubicBezTo>
                  <a:cubicBezTo>
                    <a:pt x="333" y="55"/>
                    <a:pt x="348" y="63"/>
                    <a:pt x="346" y="74"/>
                  </a:cubicBezTo>
                  <a:cubicBezTo>
                    <a:pt x="344" y="85"/>
                    <a:pt x="328" y="91"/>
                    <a:pt x="317" y="93"/>
                  </a:cubicBezTo>
                  <a:cubicBezTo>
                    <a:pt x="257" y="105"/>
                    <a:pt x="195" y="104"/>
                    <a:pt x="135" y="112"/>
                  </a:cubicBezTo>
                  <a:cubicBezTo>
                    <a:pt x="86" y="103"/>
                    <a:pt x="40" y="157"/>
                    <a:pt x="0" y="131"/>
                  </a:cubicBezTo>
                  <a:cubicBezTo>
                    <a:pt x="3" y="121"/>
                    <a:pt x="22" y="52"/>
                    <a:pt x="29" y="45"/>
                  </a:cubicBezTo>
                  <a:cubicBezTo>
                    <a:pt x="36" y="38"/>
                    <a:pt x="51" y="42"/>
                    <a:pt x="58" y="35"/>
                  </a:cubicBezTo>
                  <a:cubicBezTo>
                    <a:pt x="92" y="0"/>
                    <a:pt x="63" y="6"/>
                    <a:pt x="48" y="6"/>
                  </a:cubicBezTo>
                  <a:close/>
                </a:path>
              </a:pathLst>
            </a:custGeom>
            <a:solidFill>
              <a:schemeClr val="bg1"/>
            </a:solidFill>
            <a:ln w="9525">
              <a:noFill/>
              <a:round/>
              <a:headEnd/>
              <a:tailEnd/>
            </a:ln>
          </p:spPr>
          <p:txBody>
            <a:bodyPr/>
            <a:lstStyle/>
            <a:p>
              <a:endParaRPr lang="en-US"/>
            </a:p>
          </p:txBody>
        </p:sp>
        <p:grpSp>
          <p:nvGrpSpPr>
            <p:cNvPr id="4" name="Group 3"/>
            <p:cNvGrpSpPr/>
            <p:nvPr/>
          </p:nvGrpSpPr>
          <p:grpSpPr>
            <a:xfrm>
              <a:off x="4875852" y="2538484"/>
              <a:ext cx="3992562" cy="1371791"/>
              <a:chOff x="4575529" y="2499945"/>
              <a:chExt cx="4306887" cy="1473169"/>
            </a:xfrm>
          </p:grpSpPr>
          <p:sp>
            <p:nvSpPr>
              <p:cNvPr id="34829" name="AutoShape 67" descr="25%"/>
              <p:cNvSpPr>
                <a:spLocks noChangeArrowheads="1"/>
              </p:cNvSpPr>
              <p:nvPr/>
            </p:nvSpPr>
            <p:spPr bwMode="auto">
              <a:xfrm>
                <a:off x="6816208" y="2529461"/>
                <a:ext cx="1766605" cy="1424753"/>
              </a:xfrm>
              <a:prstGeom prst="rtTriangle">
                <a:avLst/>
              </a:prstGeom>
              <a:pattFill prst="pct25">
                <a:fgClr>
                  <a:srgbClr val="3366CC"/>
                </a:fgClr>
                <a:bgClr>
                  <a:schemeClr val="bg1"/>
                </a:bgClr>
              </a:pattFill>
              <a:ln w="9525">
                <a:noFill/>
                <a:miter lim="800000"/>
                <a:headEnd/>
                <a:tailEnd/>
              </a:ln>
            </p:spPr>
            <p:txBody>
              <a:bodyPr wrap="none" anchor="ctr"/>
              <a:lstStyle/>
              <a:p>
                <a:endParaRPr lang="en-US"/>
              </a:p>
            </p:txBody>
          </p:sp>
          <p:sp>
            <p:nvSpPr>
              <p:cNvPr id="34830" name="AutoShape 68"/>
              <p:cNvSpPr>
                <a:spLocks noChangeArrowheads="1"/>
              </p:cNvSpPr>
              <p:nvPr/>
            </p:nvSpPr>
            <p:spPr bwMode="auto">
              <a:xfrm>
                <a:off x="7547329" y="3195239"/>
                <a:ext cx="914400" cy="742950"/>
              </a:xfrm>
              <a:prstGeom prst="rtTriangle">
                <a:avLst/>
              </a:prstGeom>
              <a:solidFill>
                <a:schemeClr val="bg1"/>
              </a:solidFill>
              <a:ln w="9525">
                <a:noFill/>
                <a:miter lim="800000"/>
                <a:headEnd/>
                <a:tailEnd/>
              </a:ln>
            </p:spPr>
            <p:txBody>
              <a:bodyPr wrap="none" anchor="ctr"/>
              <a:lstStyle/>
              <a:p>
                <a:endParaRPr lang="en-US"/>
              </a:p>
            </p:txBody>
          </p:sp>
          <p:sp>
            <p:nvSpPr>
              <p:cNvPr id="34831" name="AutoShape 69" descr="25%"/>
              <p:cNvSpPr>
                <a:spLocks noChangeArrowheads="1"/>
              </p:cNvSpPr>
              <p:nvPr/>
            </p:nvSpPr>
            <p:spPr bwMode="auto">
              <a:xfrm flipH="1">
                <a:off x="5065476" y="2499945"/>
                <a:ext cx="1750731" cy="1419208"/>
              </a:xfrm>
              <a:prstGeom prst="rtTriangle">
                <a:avLst/>
              </a:prstGeom>
              <a:pattFill prst="pct25">
                <a:fgClr>
                  <a:srgbClr val="3366CC"/>
                </a:fgClr>
                <a:bgClr>
                  <a:schemeClr val="bg1"/>
                </a:bgClr>
              </a:pattFill>
              <a:ln w="9525">
                <a:noFill/>
                <a:miter lim="800000"/>
                <a:headEnd/>
                <a:tailEnd/>
              </a:ln>
            </p:spPr>
            <p:txBody>
              <a:bodyPr wrap="none" anchor="ctr"/>
              <a:lstStyle/>
              <a:p>
                <a:endParaRPr lang="en-US"/>
              </a:p>
            </p:txBody>
          </p:sp>
          <p:sp>
            <p:nvSpPr>
              <p:cNvPr id="34832" name="AutoShape 70"/>
              <p:cNvSpPr>
                <a:spLocks noChangeArrowheads="1"/>
              </p:cNvSpPr>
              <p:nvPr/>
            </p:nvSpPr>
            <p:spPr bwMode="auto">
              <a:xfrm flipH="1">
                <a:off x="5104166" y="3157139"/>
                <a:ext cx="930275" cy="742950"/>
              </a:xfrm>
              <a:prstGeom prst="rtTriangle">
                <a:avLst/>
              </a:prstGeom>
              <a:solidFill>
                <a:schemeClr val="bg1"/>
              </a:solidFill>
              <a:ln w="9525">
                <a:noFill/>
                <a:miter lim="800000"/>
                <a:headEnd/>
                <a:tailEnd/>
              </a:ln>
            </p:spPr>
            <p:txBody>
              <a:bodyPr wrap="none" anchor="ctr"/>
              <a:lstStyle/>
              <a:p>
                <a:endParaRPr lang="en-US"/>
              </a:p>
            </p:txBody>
          </p:sp>
          <p:sp>
            <p:nvSpPr>
              <p:cNvPr id="34833" name="AutoShape 71"/>
              <p:cNvSpPr>
                <a:spLocks noChangeArrowheads="1"/>
              </p:cNvSpPr>
              <p:nvPr/>
            </p:nvSpPr>
            <p:spPr bwMode="auto">
              <a:xfrm flipH="1">
                <a:off x="5088291" y="3485752"/>
                <a:ext cx="554038" cy="414337"/>
              </a:xfrm>
              <a:prstGeom prst="rtTriangle">
                <a:avLst/>
              </a:prstGeom>
              <a:solidFill>
                <a:schemeClr val="bg1"/>
              </a:solidFill>
              <a:ln w="9525">
                <a:noFill/>
                <a:miter lim="800000"/>
                <a:headEnd/>
                <a:tailEnd/>
              </a:ln>
            </p:spPr>
            <p:txBody>
              <a:bodyPr wrap="none" anchor="ctr"/>
              <a:lstStyle/>
              <a:p>
                <a:endParaRPr lang="en-US"/>
              </a:p>
            </p:txBody>
          </p:sp>
          <p:sp>
            <p:nvSpPr>
              <p:cNvPr id="34834" name="AutoShape 72"/>
              <p:cNvSpPr>
                <a:spLocks noChangeArrowheads="1"/>
              </p:cNvSpPr>
              <p:nvPr/>
            </p:nvSpPr>
            <p:spPr bwMode="auto">
              <a:xfrm>
                <a:off x="7928329" y="3500039"/>
                <a:ext cx="554037" cy="414338"/>
              </a:xfrm>
              <a:prstGeom prst="rtTriangle">
                <a:avLst/>
              </a:prstGeom>
              <a:solidFill>
                <a:schemeClr val="bg1"/>
              </a:solidFill>
              <a:ln w="9525">
                <a:noFill/>
                <a:miter lim="800000"/>
                <a:headEnd/>
                <a:tailEnd/>
              </a:ln>
            </p:spPr>
            <p:txBody>
              <a:bodyPr wrap="none" anchor="ctr"/>
              <a:lstStyle/>
              <a:p>
                <a:endParaRPr lang="en-US"/>
              </a:p>
            </p:txBody>
          </p:sp>
          <p:sp>
            <p:nvSpPr>
              <p:cNvPr id="34837" name="Line 77"/>
              <p:cNvSpPr>
                <a:spLocks noChangeShapeType="1"/>
              </p:cNvSpPr>
              <p:nvPr/>
            </p:nvSpPr>
            <p:spPr bwMode="auto">
              <a:xfrm>
                <a:off x="6845654" y="2601514"/>
                <a:ext cx="0" cy="1371600"/>
              </a:xfrm>
              <a:prstGeom prst="line">
                <a:avLst/>
              </a:prstGeom>
              <a:noFill/>
              <a:ln w="38100" cap="rnd">
                <a:solidFill>
                  <a:srgbClr val="3366CC"/>
                </a:solidFill>
                <a:prstDash val="sysDot"/>
                <a:round/>
                <a:headEnd/>
                <a:tailEnd/>
              </a:ln>
            </p:spPr>
            <p:txBody>
              <a:bodyPr/>
              <a:lstStyle/>
              <a:p>
                <a:endParaRPr lang="en-US"/>
              </a:p>
            </p:txBody>
          </p:sp>
          <p:sp>
            <p:nvSpPr>
              <p:cNvPr id="34838" name="Freeform 78"/>
              <p:cNvSpPr>
                <a:spLocks/>
              </p:cNvSpPr>
              <p:nvPr/>
            </p:nvSpPr>
            <p:spPr bwMode="auto">
              <a:xfrm>
                <a:off x="7499704" y="3033314"/>
                <a:ext cx="903287" cy="711200"/>
              </a:xfrm>
              <a:custGeom>
                <a:avLst/>
                <a:gdLst>
                  <a:gd name="T0" fmla="*/ 2147483647 w 569"/>
                  <a:gd name="T1" fmla="*/ 2147483647 h 448"/>
                  <a:gd name="T2" fmla="*/ 2147483647 w 569"/>
                  <a:gd name="T3" fmla="*/ 2147483647 h 448"/>
                  <a:gd name="T4" fmla="*/ 2147483647 w 569"/>
                  <a:gd name="T5" fmla="*/ 2147483647 h 448"/>
                  <a:gd name="T6" fmla="*/ 2147483647 w 569"/>
                  <a:gd name="T7" fmla="*/ 2147483647 h 448"/>
                  <a:gd name="T8" fmla="*/ 2147483647 w 569"/>
                  <a:gd name="T9" fmla="*/ 2147483647 h 448"/>
                  <a:gd name="T10" fmla="*/ 2147483647 w 569"/>
                  <a:gd name="T11" fmla="*/ 2147483647 h 448"/>
                  <a:gd name="T12" fmla="*/ 2147483647 w 569"/>
                  <a:gd name="T13" fmla="*/ 2147483647 h 448"/>
                  <a:gd name="T14" fmla="*/ 0 w 569"/>
                  <a:gd name="T15" fmla="*/ 2147483647 h 448"/>
                  <a:gd name="T16" fmla="*/ 2147483647 w 569"/>
                  <a:gd name="T17" fmla="*/ 2147483647 h 448"/>
                  <a:gd name="T18" fmla="*/ 2147483647 w 569"/>
                  <a:gd name="T19" fmla="*/ 2147483647 h 448"/>
                  <a:gd name="T20" fmla="*/ 2147483647 w 569"/>
                  <a:gd name="T21" fmla="*/ 2147483647 h 448"/>
                  <a:gd name="T22" fmla="*/ 2147483647 w 569"/>
                  <a:gd name="T23" fmla="*/ 2147483647 h 448"/>
                  <a:gd name="T24" fmla="*/ 2147483647 w 569"/>
                  <a:gd name="T25" fmla="*/ 2147483647 h 448"/>
                  <a:gd name="T26" fmla="*/ 2147483647 w 569"/>
                  <a:gd name="T27" fmla="*/ 2147483647 h 448"/>
                  <a:gd name="T28" fmla="*/ 2147483647 w 569"/>
                  <a:gd name="T29" fmla="*/ 2147483647 h 448"/>
                  <a:gd name="T30" fmla="*/ 2147483647 w 569"/>
                  <a:gd name="T31" fmla="*/ 2147483647 h 4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69"/>
                  <a:gd name="T49" fmla="*/ 0 h 448"/>
                  <a:gd name="T50" fmla="*/ 569 w 569"/>
                  <a:gd name="T51" fmla="*/ 448 h 4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69" h="448">
                    <a:moveTo>
                      <a:pt x="509" y="448"/>
                    </a:moveTo>
                    <a:cubicBezTo>
                      <a:pt x="463" y="437"/>
                      <a:pt x="420" y="392"/>
                      <a:pt x="374" y="381"/>
                    </a:cubicBezTo>
                    <a:cubicBezTo>
                      <a:pt x="332" y="352"/>
                      <a:pt x="298" y="311"/>
                      <a:pt x="250" y="294"/>
                    </a:cubicBezTo>
                    <a:cubicBezTo>
                      <a:pt x="195" y="241"/>
                      <a:pt x="269" y="306"/>
                      <a:pt x="202" y="266"/>
                    </a:cubicBezTo>
                    <a:cubicBezTo>
                      <a:pt x="178" y="251"/>
                      <a:pt x="163" y="218"/>
                      <a:pt x="144" y="198"/>
                    </a:cubicBezTo>
                    <a:cubicBezTo>
                      <a:pt x="131" y="162"/>
                      <a:pt x="118" y="152"/>
                      <a:pt x="86" y="131"/>
                    </a:cubicBezTo>
                    <a:cubicBezTo>
                      <a:pt x="70" y="79"/>
                      <a:pt x="91" y="115"/>
                      <a:pt x="29" y="93"/>
                    </a:cubicBezTo>
                    <a:cubicBezTo>
                      <a:pt x="18" y="89"/>
                      <a:pt x="10" y="80"/>
                      <a:pt x="0" y="74"/>
                    </a:cubicBezTo>
                    <a:cubicBezTo>
                      <a:pt x="32" y="40"/>
                      <a:pt x="55" y="0"/>
                      <a:pt x="105" y="15"/>
                    </a:cubicBezTo>
                    <a:cubicBezTo>
                      <a:pt x="162" y="53"/>
                      <a:pt x="150" y="106"/>
                      <a:pt x="192" y="160"/>
                    </a:cubicBezTo>
                    <a:cubicBezTo>
                      <a:pt x="215" y="227"/>
                      <a:pt x="250" y="108"/>
                      <a:pt x="297" y="178"/>
                    </a:cubicBezTo>
                    <a:cubicBezTo>
                      <a:pt x="302" y="186"/>
                      <a:pt x="235" y="238"/>
                      <a:pt x="240" y="246"/>
                    </a:cubicBezTo>
                    <a:cubicBezTo>
                      <a:pt x="262" y="283"/>
                      <a:pt x="397" y="242"/>
                      <a:pt x="432" y="265"/>
                    </a:cubicBezTo>
                    <a:cubicBezTo>
                      <a:pt x="466" y="288"/>
                      <a:pt x="425" y="348"/>
                      <a:pt x="461" y="371"/>
                    </a:cubicBezTo>
                    <a:cubicBezTo>
                      <a:pt x="467" y="381"/>
                      <a:pt x="528" y="373"/>
                      <a:pt x="537" y="380"/>
                    </a:cubicBezTo>
                    <a:cubicBezTo>
                      <a:pt x="569" y="406"/>
                      <a:pt x="509" y="424"/>
                      <a:pt x="509" y="448"/>
                    </a:cubicBezTo>
                    <a:close/>
                  </a:path>
                </a:pathLst>
              </a:custGeom>
              <a:solidFill>
                <a:schemeClr val="bg1"/>
              </a:solidFill>
              <a:ln w="9525">
                <a:noFill/>
                <a:round/>
                <a:headEnd/>
                <a:tailEnd/>
              </a:ln>
            </p:spPr>
            <p:txBody>
              <a:bodyPr/>
              <a:lstStyle/>
              <a:p>
                <a:endParaRPr lang="en-US"/>
              </a:p>
            </p:txBody>
          </p:sp>
          <p:grpSp>
            <p:nvGrpSpPr>
              <p:cNvPr id="34840" name="Group 80"/>
              <p:cNvGrpSpPr>
                <a:grpSpLocks/>
              </p:cNvGrpSpPr>
              <p:nvPr/>
            </p:nvGrpSpPr>
            <p:grpSpPr bwMode="auto">
              <a:xfrm>
                <a:off x="4575529" y="2585639"/>
                <a:ext cx="4306887" cy="1339850"/>
                <a:chOff x="1296" y="1008"/>
                <a:chExt cx="2713" cy="844"/>
              </a:xfrm>
            </p:grpSpPr>
            <p:sp>
              <p:nvSpPr>
                <p:cNvPr id="34868" name="Freeform 81"/>
                <p:cNvSpPr>
                  <a:spLocks/>
                </p:cNvSpPr>
                <p:nvPr/>
              </p:nvSpPr>
              <p:spPr bwMode="auto">
                <a:xfrm>
                  <a:off x="1296" y="1008"/>
                  <a:ext cx="2713" cy="821"/>
                </a:xfrm>
                <a:custGeom>
                  <a:avLst/>
                  <a:gdLst>
                    <a:gd name="T0" fmla="*/ 34 w 2713"/>
                    <a:gd name="T1" fmla="*/ 789 h 821"/>
                    <a:gd name="T2" fmla="*/ 53 w 2713"/>
                    <a:gd name="T3" fmla="*/ 789 h 821"/>
                    <a:gd name="T4" fmla="*/ 351 w 2713"/>
                    <a:gd name="T5" fmla="*/ 770 h 821"/>
                    <a:gd name="T6" fmla="*/ 783 w 2713"/>
                    <a:gd name="T7" fmla="*/ 482 h 821"/>
                    <a:gd name="T8" fmla="*/ 1407 w 2713"/>
                    <a:gd name="T9" fmla="*/ 2 h 821"/>
                    <a:gd name="T10" fmla="*/ 1993 w 2713"/>
                    <a:gd name="T11" fmla="*/ 492 h 821"/>
                    <a:gd name="T12" fmla="*/ 2405 w 2713"/>
                    <a:gd name="T13" fmla="*/ 770 h 821"/>
                    <a:gd name="T14" fmla="*/ 2713 w 2713"/>
                    <a:gd name="T15" fmla="*/ 799 h 821"/>
                    <a:gd name="T16" fmla="*/ 0 60000 65536"/>
                    <a:gd name="T17" fmla="*/ 0 60000 65536"/>
                    <a:gd name="T18" fmla="*/ 0 60000 65536"/>
                    <a:gd name="T19" fmla="*/ 0 60000 65536"/>
                    <a:gd name="T20" fmla="*/ 0 60000 65536"/>
                    <a:gd name="T21" fmla="*/ 0 60000 65536"/>
                    <a:gd name="T22" fmla="*/ 0 60000 65536"/>
                    <a:gd name="T23" fmla="*/ 0 60000 65536"/>
                    <a:gd name="T24" fmla="*/ 0 w 2713"/>
                    <a:gd name="T25" fmla="*/ 0 h 821"/>
                    <a:gd name="T26" fmla="*/ 2713 w 2713"/>
                    <a:gd name="T27" fmla="*/ 821 h 8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13" h="821">
                      <a:moveTo>
                        <a:pt x="34" y="789"/>
                      </a:moveTo>
                      <a:cubicBezTo>
                        <a:pt x="37" y="787"/>
                        <a:pt x="0" y="792"/>
                        <a:pt x="53" y="789"/>
                      </a:cubicBezTo>
                      <a:cubicBezTo>
                        <a:pt x="106" y="786"/>
                        <a:pt x="229" y="821"/>
                        <a:pt x="351" y="770"/>
                      </a:cubicBezTo>
                      <a:cubicBezTo>
                        <a:pt x="473" y="719"/>
                        <a:pt x="607" y="610"/>
                        <a:pt x="783" y="482"/>
                      </a:cubicBezTo>
                      <a:cubicBezTo>
                        <a:pt x="959" y="354"/>
                        <a:pt x="1205" y="0"/>
                        <a:pt x="1407" y="2"/>
                      </a:cubicBezTo>
                      <a:cubicBezTo>
                        <a:pt x="1609" y="4"/>
                        <a:pt x="1827" y="364"/>
                        <a:pt x="1993" y="492"/>
                      </a:cubicBezTo>
                      <a:cubicBezTo>
                        <a:pt x="2159" y="620"/>
                        <a:pt x="2285" y="719"/>
                        <a:pt x="2405" y="770"/>
                      </a:cubicBezTo>
                      <a:cubicBezTo>
                        <a:pt x="2525" y="821"/>
                        <a:pt x="2649" y="793"/>
                        <a:pt x="2713" y="799"/>
                      </a:cubicBezTo>
                    </a:path>
                  </a:pathLst>
                </a:custGeom>
                <a:noFill/>
                <a:ln w="57150">
                  <a:solidFill>
                    <a:srgbClr val="3366CC"/>
                  </a:solidFill>
                  <a:round/>
                  <a:headEnd/>
                  <a:tailEnd/>
                </a:ln>
              </p:spPr>
              <p:txBody>
                <a:bodyPr/>
                <a:lstStyle/>
                <a:p>
                  <a:endParaRPr lang="en-US"/>
                </a:p>
              </p:txBody>
            </p:sp>
            <p:sp>
              <p:nvSpPr>
                <p:cNvPr id="34869" name="Line 82"/>
                <p:cNvSpPr>
                  <a:spLocks noChangeShapeType="1"/>
                </p:cNvSpPr>
                <p:nvPr/>
              </p:nvSpPr>
              <p:spPr bwMode="auto">
                <a:xfrm>
                  <a:off x="1311" y="1852"/>
                  <a:ext cx="2688" cy="0"/>
                </a:xfrm>
                <a:prstGeom prst="line">
                  <a:avLst/>
                </a:prstGeom>
                <a:noFill/>
                <a:ln w="57150">
                  <a:solidFill>
                    <a:srgbClr val="3366CC"/>
                  </a:solidFill>
                  <a:round/>
                  <a:headEnd/>
                  <a:tailEnd/>
                </a:ln>
              </p:spPr>
              <p:txBody>
                <a:bodyPr/>
                <a:lstStyle/>
                <a:p>
                  <a:endParaRPr lang="en-US"/>
                </a:p>
              </p:txBody>
            </p:sp>
          </p:grpSp>
        </p:grpSp>
        <p:sp>
          <p:nvSpPr>
            <p:cNvPr id="34845" name="Text Box 93"/>
            <p:cNvSpPr txBox="1">
              <a:spLocks noChangeArrowheads="1"/>
            </p:cNvSpPr>
            <p:nvPr/>
          </p:nvSpPr>
          <p:spPr bwMode="auto">
            <a:xfrm>
              <a:off x="906440" y="5909578"/>
              <a:ext cx="3290888" cy="461665"/>
            </a:xfrm>
            <a:prstGeom prst="rect">
              <a:avLst/>
            </a:prstGeom>
            <a:noFill/>
            <a:ln w="9525">
              <a:noFill/>
              <a:miter lim="800000"/>
              <a:headEnd/>
              <a:tailEnd/>
            </a:ln>
          </p:spPr>
          <p:txBody>
            <a:bodyPr>
              <a:spAutoFit/>
            </a:bodyPr>
            <a:lstStyle/>
            <a:p>
              <a:pPr>
                <a:spcBef>
                  <a:spcPct val="50000"/>
                </a:spcBef>
              </a:pPr>
              <a:r>
                <a:rPr lang="en-US" sz="2400" b="1" dirty="0">
                  <a:solidFill>
                    <a:srgbClr val="A50021"/>
                  </a:solidFill>
                  <a:latin typeface="Angsana New" pitchFamily="18" charset="-34"/>
                  <a:sym typeface="Symbol" pitchFamily="18" charset="2"/>
                </a:rPr>
                <a:t> – 2</a:t>
              </a:r>
              <a:r>
                <a:rPr lang="en-US" sz="2400" b="1" dirty="0">
                  <a:solidFill>
                    <a:srgbClr val="A50021"/>
                  </a:solidFill>
                  <a:latin typeface="Angsana New" pitchFamily="18" charset="-34"/>
                </a:rPr>
                <a:t>                             </a:t>
              </a:r>
              <a:r>
                <a:rPr lang="en-US" sz="2400" b="1" dirty="0">
                  <a:solidFill>
                    <a:srgbClr val="A50021"/>
                  </a:solidFill>
                  <a:latin typeface="Angsana New" pitchFamily="18" charset="-34"/>
                  <a:sym typeface="Symbol" pitchFamily="18" charset="2"/>
                </a:rPr>
                <a:t> + 2</a:t>
              </a:r>
              <a:endParaRPr lang="en-US" sz="2400" b="1" dirty="0">
                <a:solidFill>
                  <a:srgbClr val="A50021"/>
                </a:solidFill>
                <a:latin typeface="Angsana New" pitchFamily="18" charset="-34"/>
              </a:endParaRPr>
            </a:p>
          </p:txBody>
        </p:sp>
        <p:sp>
          <p:nvSpPr>
            <p:cNvPr id="34846" name="Rectangle 94"/>
            <p:cNvSpPr>
              <a:spLocks noChangeArrowheads="1"/>
            </p:cNvSpPr>
            <p:nvPr/>
          </p:nvSpPr>
          <p:spPr bwMode="auto">
            <a:xfrm>
              <a:off x="2197100" y="5893703"/>
              <a:ext cx="561975" cy="549275"/>
            </a:xfrm>
            <a:prstGeom prst="rect">
              <a:avLst/>
            </a:prstGeom>
            <a:noFill/>
            <a:ln w="9525">
              <a:noFill/>
              <a:miter lim="800000"/>
              <a:headEnd/>
              <a:tailEnd/>
            </a:ln>
          </p:spPr>
          <p:txBody>
            <a:bodyPr/>
            <a:lstStyle/>
            <a:p>
              <a:pPr marL="457200" indent="-457200">
                <a:tabLst>
                  <a:tab pos="457200" algn="l"/>
                </a:tabLst>
              </a:pPr>
              <a:r>
                <a:rPr lang="en-US" sz="2600" b="1" dirty="0">
                  <a:solidFill>
                    <a:srgbClr val="3366CC"/>
                  </a:solidFill>
                  <a:latin typeface="Angsana New" pitchFamily="18" charset="-34"/>
                  <a:sym typeface="Symbol" pitchFamily="18" charset="2"/>
                </a:rPr>
                <a:t></a:t>
              </a:r>
              <a:endParaRPr lang="en-US" sz="2600" b="1" dirty="0">
                <a:solidFill>
                  <a:srgbClr val="3366CC"/>
                </a:solidFill>
                <a:latin typeface="Angsana New" pitchFamily="18" charset="-34"/>
              </a:endParaRPr>
            </a:p>
          </p:txBody>
        </p:sp>
        <p:sp>
          <p:nvSpPr>
            <p:cNvPr id="34849" name="Freeform 97"/>
            <p:cNvSpPr>
              <a:spLocks/>
            </p:cNvSpPr>
            <p:nvPr/>
          </p:nvSpPr>
          <p:spPr bwMode="auto">
            <a:xfrm>
              <a:off x="2011363" y="4452253"/>
              <a:ext cx="552450" cy="249238"/>
            </a:xfrm>
            <a:custGeom>
              <a:avLst/>
              <a:gdLst>
                <a:gd name="T0" fmla="*/ 2147483647 w 348"/>
                <a:gd name="T1" fmla="*/ 2147483647 h 157"/>
                <a:gd name="T2" fmla="*/ 2147483647 w 348"/>
                <a:gd name="T3" fmla="*/ 2147483647 h 157"/>
                <a:gd name="T4" fmla="*/ 2147483647 w 348"/>
                <a:gd name="T5" fmla="*/ 2147483647 h 157"/>
                <a:gd name="T6" fmla="*/ 2147483647 w 348"/>
                <a:gd name="T7" fmla="*/ 2147483647 h 157"/>
                <a:gd name="T8" fmla="*/ 2147483647 w 348"/>
                <a:gd name="T9" fmla="*/ 2147483647 h 157"/>
                <a:gd name="T10" fmla="*/ 0 w 348"/>
                <a:gd name="T11" fmla="*/ 2147483647 h 157"/>
                <a:gd name="T12" fmla="*/ 2147483647 w 348"/>
                <a:gd name="T13" fmla="*/ 2147483647 h 157"/>
                <a:gd name="T14" fmla="*/ 2147483647 w 348"/>
                <a:gd name="T15" fmla="*/ 2147483647 h 157"/>
                <a:gd name="T16" fmla="*/ 2147483647 w 348"/>
                <a:gd name="T17" fmla="*/ 2147483647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157"/>
                <a:gd name="T29" fmla="*/ 348 w 348"/>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157">
                  <a:moveTo>
                    <a:pt x="48" y="6"/>
                  </a:moveTo>
                  <a:cubicBezTo>
                    <a:pt x="315" y="18"/>
                    <a:pt x="199" y="1"/>
                    <a:pt x="327" y="45"/>
                  </a:cubicBezTo>
                  <a:cubicBezTo>
                    <a:pt x="333" y="55"/>
                    <a:pt x="348" y="63"/>
                    <a:pt x="346" y="74"/>
                  </a:cubicBezTo>
                  <a:cubicBezTo>
                    <a:pt x="344" y="85"/>
                    <a:pt x="328" y="91"/>
                    <a:pt x="317" y="93"/>
                  </a:cubicBezTo>
                  <a:cubicBezTo>
                    <a:pt x="257" y="105"/>
                    <a:pt x="195" y="104"/>
                    <a:pt x="135" y="112"/>
                  </a:cubicBezTo>
                  <a:cubicBezTo>
                    <a:pt x="86" y="103"/>
                    <a:pt x="40" y="157"/>
                    <a:pt x="0" y="131"/>
                  </a:cubicBezTo>
                  <a:cubicBezTo>
                    <a:pt x="3" y="121"/>
                    <a:pt x="22" y="52"/>
                    <a:pt x="29" y="45"/>
                  </a:cubicBezTo>
                  <a:cubicBezTo>
                    <a:pt x="36" y="38"/>
                    <a:pt x="51" y="42"/>
                    <a:pt x="58" y="35"/>
                  </a:cubicBezTo>
                  <a:cubicBezTo>
                    <a:pt x="92" y="0"/>
                    <a:pt x="63" y="6"/>
                    <a:pt x="48" y="6"/>
                  </a:cubicBezTo>
                  <a:close/>
                </a:path>
              </a:pathLst>
            </a:custGeom>
            <a:solidFill>
              <a:schemeClr val="bg1"/>
            </a:solidFill>
            <a:ln w="9525">
              <a:noFill/>
              <a:round/>
              <a:headEnd/>
              <a:tailEnd/>
            </a:ln>
          </p:spPr>
          <p:txBody>
            <a:bodyPr/>
            <a:lstStyle/>
            <a:p>
              <a:endParaRPr lang="en-US"/>
            </a:p>
          </p:txBody>
        </p:sp>
        <p:grpSp>
          <p:nvGrpSpPr>
            <p:cNvPr id="8" name="Group 7"/>
            <p:cNvGrpSpPr/>
            <p:nvPr/>
          </p:nvGrpSpPr>
          <p:grpSpPr>
            <a:xfrm>
              <a:off x="138089" y="4559039"/>
              <a:ext cx="3791925" cy="1458490"/>
              <a:chOff x="152400" y="4501403"/>
              <a:chExt cx="4306888" cy="1516125"/>
            </a:xfrm>
          </p:grpSpPr>
          <p:sp>
            <p:nvSpPr>
              <p:cNvPr id="34841" name="AutoShape 84" descr="25%"/>
              <p:cNvSpPr>
                <a:spLocks noChangeArrowheads="1"/>
              </p:cNvSpPr>
              <p:nvPr/>
            </p:nvSpPr>
            <p:spPr bwMode="auto">
              <a:xfrm>
                <a:off x="2438400" y="4626878"/>
                <a:ext cx="1706563" cy="1343025"/>
              </a:xfrm>
              <a:prstGeom prst="rtTriangle">
                <a:avLst/>
              </a:prstGeom>
              <a:pattFill prst="pct25">
                <a:fgClr>
                  <a:srgbClr val="3366CC"/>
                </a:fgClr>
                <a:bgClr>
                  <a:schemeClr val="bg1"/>
                </a:bgClr>
              </a:pattFill>
              <a:ln w="9525">
                <a:noFill/>
                <a:miter lim="800000"/>
                <a:headEnd/>
                <a:tailEnd/>
              </a:ln>
            </p:spPr>
            <p:txBody>
              <a:bodyPr wrap="none" anchor="ctr"/>
              <a:lstStyle/>
              <a:p>
                <a:endParaRPr lang="en-US"/>
              </a:p>
            </p:txBody>
          </p:sp>
          <p:sp>
            <p:nvSpPr>
              <p:cNvPr id="34842" name="AutoShape 85" descr="25%"/>
              <p:cNvSpPr>
                <a:spLocks noChangeArrowheads="1"/>
              </p:cNvSpPr>
              <p:nvPr/>
            </p:nvSpPr>
            <p:spPr bwMode="auto">
              <a:xfrm flipH="1">
                <a:off x="715963" y="4501403"/>
                <a:ext cx="1719262" cy="1447800"/>
              </a:xfrm>
              <a:prstGeom prst="rtTriangle">
                <a:avLst/>
              </a:prstGeom>
              <a:pattFill prst="pct25">
                <a:fgClr>
                  <a:srgbClr val="3366CC"/>
                </a:fgClr>
                <a:bgClr>
                  <a:schemeClr val="bg1"/>
                </a:bgClr>
              </a:pattFill>
              <a:ln w="9525">
                <a:noFill/>
                <a:miter lim="800000"/>
                <a:headEnd/>
                <a:tailEnd/>
              </a:ln>
            </p:spPr>
            <p:txBody>
              <a:bodyPr wrap="none" anchor="ctr"/>
              <a:lstStyle/>
              <a:p>
                <a:endParaRPr lang="en-US"/>
              </a:p>
            </p:txBody>
          </p:sp>
          <p:sp>
            <p:nvSpPr>
              <p:cNvPr id="34843" name="AutoShape 86"/>
              <p:cNvSpPr>
                <a:spLocks noChangeArrowheads="1"/>
              </p:cNvSpPr>
              <p:nvPr/>
            </p:nvSpPr>
            <p:spPr bwMode="auto">
              <a:xfrm flipH="1">
                <a:off x="665163" y="5530166"/>
                <a:ext cx="554037" cy="414337"/>
              </a:xfrm>
              <a:prstGeom prst="rtTriangle">
                <a:avLst/>
              </a:prstGeom>
              <a:solidFill>
                <a:schemeClr val="bg1"/>
              </a:solidFill>
              <a:ln w="9525">
                <a:noFill/>
                <a:miter lim="800000"/>
                <a:headEnd/>
                <a:tailEnd/>
              </a:ln>
            </p:spPr>
            <p:txBody>
              <a:bodyPr wrap="none" anchor="ctr"/>
              <a:lstStyle/>
              <a:p>
                <a:endParaRPr lang="en-US"/>
              </a:p>
            </p:txBody>
          </p:sp>
          <p:sp>
            <p:nvSpPr>
              <p:cNvPr id="34844" name="AutoShape 87"/>
              <p:cNvSpPr>
                <a:spLocks noChangeArrowheads="1"/>
              </p:cNvSpPr>
              <p:nvPr/>
            </p:nvSpPr>
            <p:spPr bwMode="auto">
              <a:xfrm>
                <a:off x="3505200" y="5544453"/>
                <a:ext cx="554038" cy="414338"/>
              </a:xfrm>
              <a:prstGeom prst="rtTriangle">
                <a:avLst/>
              </a:prstGeom>
              <a:solidFill>
                <a:schemeClr val="bg1"/>
              </a:solidFill>
              <a:ln w="9525">
                <a:noFill/>
                <a:miter lim="800000"/>
                <a:headEnd/>
                <a:tailEnd/>
              </a:ln>
            </p:spPr>
            <p:txBody>
              <a:bodyPr wrap="none" anchor="ctr"/>
              <a:lstStyle/>
              <a:p>
                <a:endParaRPr lang="en-US"/>
              </a:p>
            </p:txBody>
          </p:sp>
          <p:sp>
            <p:nvSpPr>
              <p:cNvPr id="34847" name="Line 95"/>
              <p:cNvSpPr>
                <a:spLocks noChangeShapeType="1"/>
              </p:cNvSpPr>
              <p:nvPr/>
            </p:nvSpPr>
            <p:spPr bwMode="auto">
              <a:xfrm>
                <a:off x="2422525" y="4645928"/>
                <a:ext cx="0" cy="1371600"/>
              </a:xfrm>
              <a:prstGeom prst="line">
                <a:avLst/>
              </a:prstGeom>
              <a:noFill/>
              <a:ln w="38100" cap="rnd">
                <a:solidFill>
                  <a:srgbClr val="3366CC"/>
                </a:solidFill>
                <a:prstDash val="sysDot"/>
                <a:round/>
                <a:headEnd/>
                <a:tailEnd/>
              </a:ln>
            </p:spPr>
            <p:txBody>
              <a:bodyPr/>
              <a:lstStyle/>
              <a:p>
                <a:endParaRPr lang="en-US"/>
              </a:p>
            </p:txBody>
          </p:sp>
          <p:sp>
            <p:nvSpPr>
              <p:cNvPr id="34848" name="Freeform 96"/>
              <p:cNvSpPr>
                <a:spLocks/>
              </p:cNvSpPr>
              <p:nvPr/>
            </p:nvSpPr>
            <p:spPr bwMode="auto">
              <a:xfrm>
                <a:off x="3076575" y="5077728"/>
                <a:ext cx="903288" cy="711200"/>
              </a:xfrm>
              <a:custGeom>
                <a:avLst/>
                <a:gdLst>
                  <a:gd name="T0" fmla="*/ 2147483647 w 569"/>
                  <a:gd name="T1" fmla="*/ 2147483647 h 448"/>
                  <a:gd name="T2" fmla="*/ 2147483647 w 569"/>
                  <a:gd name="T3" fmla="*/ 2147483647 h 448"/>
                  <a:gd name="T4" fmla="*/ 2147483647 w 569"/>
                  <a:gd name="T5" fmla="*/ 2147483647 h 448"/>
                  <a:gd name="T6" fmla="*/ 2147483647 w 569"/>
                  <a:gd name="T7" fmla="*/ 2147483647 h 448"/>
                  <a:gd name="T8" fmla="*/ 2147483647 w 569"/>
                  <a:gd name="T9" fmla="*/ 2147483647 h 448"/>
                  <a:gd name="T10" fmla="*/ 2147483647 w 569"/>
                  <a:gd name="T11" fmla="*/ 2147483647 h 448"/>
                  <a:gd name="T12" fmla="*/ 2147483647 w 569"/>
                  <a:gd name="T13" fmla="*/ 2147483647 h 448"/>
                  <a:gd name="T14" fmla="*/ 0 w 569"/>
                  <a:gd name="T15" fmla="*/ 2147483647 h 448"/>
                  <a:gd name="T16" fmla="*/ 2147483647 w 569"/>
                  <a:gd name="T17" fmla="*/ 2147483647 h 448"/>
                  <a:gd name="T18" fmla="*/ 2147483647 w 569"/>
                  <a:gd name="T19" fmla="*/ 2147483647 h 448"/>
                  <a:gd name="T20" fmla="*/ 2147483647 w 569"/>
                  <a:gd name="T21" fmla="*/ 2147483647 h 448"/>
                  <a:gd name="T22" fmla="*/ 2147483647 w 569"/>
                  <a:gd name="T23" fmla="*/ 2147483647 h 448"/>
                  <a:gd name="T24" fmla="*/ 2147483647 w 569"/>
                  <a:gd name="T25" fmla="*/ 2147483647 h 448"/>
                  <a:gd name="T26" fmla="*/ 2147483647 w 569"/>
                  <a:gd name="T27" fmla="*/ 2147483647 h 448"/>
                  <a:gd name="T28" fmla="*/ 2147483647 w 569"/>
                  <a:gd name="T29" fmla="*/ 2147483647 h 448"/>
                  <a:gd name="T30" fmla="*/ 2147483647 w 569"/>
                  <a:gd name="T31" fmla="*/ 2147483647 h 4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69"/>
                  <a:gd name="T49" fmla="*/ 0 h 448"/>
                  <a:gd name="T50" fmla="*/ 569 w 569"/>
                  <a:gd name="T51" fmla="*/ 448 h 4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69" h="448">
                    <a:moveTo>
                      <a:pt x="509" y="448"/>
                    </a:moveTo>
                    <a:cubicBezTo>
                      <a:pt x="463" y="437"/>
                      <a:pt x="420" y="392"/>
                      <a:pt x="374" y="381"/>
                    </a:cubicBezTo>
                    <a:cubicBezTo>
                      <a:pt x="332" y="352"/>
                      <a:pt x="298" y="311"/>
                      <a:pt x="250" y="294"/>
                    </a:cubicBezTo>
                    <a:cubicBezTo>
                      <a:pt x="195" y="241"/>
                      <a:pt x="269" y="306"/>
                      <a:pt x="202" y="266"/>
                    </a:cubicBezTo>
                    <a:cubicBezTo>
                      <a:pt x="178" y="251"/>
                      <a:pt x="163" y="218"/>
                      <a:pt x="144" y="198"/>
                    </a:cubicBezTo>
                    <a:cubicBezTo>
                      <a:pt x="131" y="162"/>
                      <a:pt x="118" y="152"/>
                      <a:pt x="86" y="131"/>
                    </a:cubicBezTo>
                    <a:cubicBezTo>
                      <a:pt x="70" y="79"/>
                      <a:pt x="91" y="115"/>
                      <a:pt x="29" y="93"/>
                    </a:cubicBezTo>
                    <a:cubicBezTo>
                      <a:pt x="18" y="89"/>
                      <a:pt x="10" y="80"/>
                      <a:pt x="0" y="74"/>
                    </a:cubicBezTo>
                    <a:cubicBezTo>
                      <a:pt x="32" y="40"/>
                      <a:pt x="55" y="0"/>
                      <a:pt x="105" y="15"/>
                    </a:cubicBezTo>
                    <a:cubicBezTo>
                      <a:pt x="162" y="53"/>
                      <a:pt x="150" y="106"/>
                      <a:pt x="192" y="160"/>
                    </a:cubicBezTo>
                    <a:cubicBezTo>
                      <a:pt x="215" y="227"/>
                      <a:pt x="250" y="108"/>
                      <a:pt x="297" y="178"/>
                    </a:cubicBezTo>
                    <a:cubicBezTo>
                      <a:pt x="302" y="186"/>
                      <a:pt x="235" y="238"/>
                      <a:pt x="240" y="246"/>
                    </a:cubicBezTo>
                    <a:cubicBezTo>
                      <a:pt x="262" y="283"/>
                      <a:pt x="397" y="242"/>
                      <a:pt x="432" y="265"/>
                    </a:cubicBezTo>
                    <a:cubicBezTo>
                      <a:pt x="466" y="288"/>
                      <a:pt x="425" y="348"/>
                      <a:pt x="461" y="371"/>
                    </a:cubicBezTo>
                    <a:cubicBezTo>
                      <a:pt x="467" y="381"/>
                      <a:pt x="528" y="373"/>
                      <a:pt x="537" y="380"/>
                    </a:cubicBezTo>
                    <a:cubicBezTo>
                      <a:pt x="569" y="406"/>
                      <a:pt x="509" y="424"/>
                      <a:pt x="509" y="448"/>
                    </a:cubicBezTo>
                    <a:close/>
                  </a:path>
                </a:pathLst>
              </a:custGeom>
              <a:solidFill>
                <a:schemeClr val="bg1"/>
              </a:solidFill>
              <a:ln w="9525">
                <a:noFill/>
                <a:round/>
                <a:headEnd/>
                <a:tailEnd/>
              </a:ln>
            </p:spPr>
            <p:txBody>
              <a:bodyPr/>
              <a:lstStyle/>
              <a:p>
                <a:endParaRPr lang="en-US"/>
              </a:p>
            </p:txBody>
          </p:sp>
          <p:grpSp>
            <p:nvGrpSpPr>
              <p:cNvPr id="34850" name="Group 98"/>
              <p:cNvGrpSpPr>
                <a:grpSpLocks/>
              </p:cNvGrpSpPr>
              <p:nvPr/>
            </p:nvGrpSpPr>
            <p:grpSpPr bwMode="auto">
              <a:xfrm>
                <a:off x="152400" y="4630053"/>
                <a:ext cx="4306888" cy="1339850"/>
                <a:chOff x="1296" y="1008"/>
                <a:chExt cx="2713" cy="844"/>
              </a:xfrm>
            </p:grpSpPr>
            <p:sp>
              <p:nvSpPr>
                <p:cNvPr id="34867" name="Line 100"/>
                <p:cNvSpPr>
                  <a:spLocks noChangeShapeType="1"/>
                </p:cNvSpPr>
                <p:nvPr/>
              </p:nvSpPr>
              <p:spPr bwMode="auto">
                <a:xfrm>
                  <a:off x="1311" y="1852"/>
                  <a:ext cx="2688" cy="0"/>
                </a:xfrm>
                <a:prstGeom prst="line">
                  <a:avLst/>
                </a:prstGeom>
                <a:noFill/>
                <a:ln w="57150">
                  <a:solidFill>
                    <a:srgbClr val="3366CC"/>
                  </a:solidFill>
                  <a:round/>
                  <a:headEnd/>
                  <a:tailEnd/>
                </a:ln>
              </p:spPr>
              <p:txBody>
                <a:bodyPr/>
                <a:lstStyle/>
                <a:p>
                  <a:endParaRPr lang="en-US"/>
                </a:p>
              </p:txBody>
            </p:sp>
            <p:sp>
              <p:nvSpPr>
                <p:cNvPr id="34866" name="Freeform 99"/>
                <p:cNvSpPr>
                  <a:spLocks/>
                </p:cNvSpPr>
                <p:nvPr/>
              </p:nvSpPr>
              <p:spPr bwMode="auto">
                <a:xfrm>
                  <a:off x="1296" y="1008"/>
                  <a:ext cx="2713" cy="821"/>
                </a:xfrm>
                <a:custGeom>
                  <a:avLst/>
                  <a:gdLst>
                    <a:gd name="T0" fmla="*/ 34 w 2713"/>
                    <a:gd name="T1" fmla="*/ 789 h 821"/>
                    <a:gd name="T2" fmla="*/ 53 w 2713"/>
                    <a:gd name="T3" fmla="*/ 789 h 821"/>
                    <a:gd name="T4" fmla="*/ 351 w 2713"/>
                    <a:gd name="T5" fmla="*/ 770 h 821"/>
                    <a:gd name="T6" fmla="*/ 783 w 2713"/>
                    <a:gd name="T7" fmla="*/ 482 h 821"/>
                    <a:gd name="T8" fmla="*/ 1407 w 2713"/>
                    <a:gd name="T9" fmla="*/ 2 h 821"/>
                    <a:gd name="T10" fmla="*/ 1993 w 2713"/>
                    <a:gd name="T11" fmla="*/ 492 h 821"/>
                    <a:gd name="T12" fmla="*/ 2405 w 2713"/>
                    <a:gd name="T13" fmla="*/ 770 h 821"/>
                    <a:gd name="T14" fmla="*/ 2713 w 2713"/>
                    <a:gd name="T15" fmla="*/ 799 h 821"/>
                    <a:gd name="T16" fmla="*/ 0 60000 65536"/>
                    <a:gd name="T17" fmla="*/ 0 60000 65536"/>
                    <a:gd name="T18" fmla="*/ 0 60000 65536"/>
                    <a:gd name="T19" fmla="*/ 0 60000 65536"/>
                    <a:gd name="T20" fmla="*/ 0 60000 65536"/>
                    <a:gd name="T21" fmla="*/ 0 60000 65536"/>
                    <a:gd name="T22" fmla="*/ 0 60000 65536"/>
                    <a:gd name="T23" fmla="*/ 0 60000 65536"/>
                    <a:gd name="T24" fmla="*/ 0 w 2713"/>
                    <a:gd name="T25" fmla="*/ 0 h 821"/>
                    <a:gd name="T26" fmla="*/ 2713 w 2713"/>
                    <a:gd name="T27" fmla="*/ 821 h 8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13" h="821">
                      <a:moveTo>
                        <a:pt x="34" y="789"/>
                      </a:moveTo>
                      <a:cubicBezTo>
                        <a:pt x="37" y="787"/>
                        <a:pt x="0" y="792"/>
                        <a:pt x="53" y="789"/>
                      </a:cubicBezTo>
                      <a:cubicBezTo>
                        <a:pt x="106" y="786"/>
                        <a:pt x="229" y="821"/>
                        <a:pt x="351" y="770"/>
                      </a:cubicBezTo>
                      <a:cubicBezTo>
                        <a:pt x="473" y="719"/>
                        <a:pt x="607" y="610"/>
                        <a:pt x="783" y="482"/>
                      </a:cubicBezTo>
                      <a:cubicBezTo>
                        <a:pt x="959" y="354"/>
                        <a:pt x="1205" y="0"/>
                        <a:pt x="1407" y="2"/>
                      </a:cubicBezTo>
                      <a:cubicBezTo>
                        <a:pt x="1609" y="4"/>
                        <a:pt x="1827" y="364"/>
                        <a:pt x="1993" y="492"/>
                      </a:cubicBezTo>
                      <a:cubicBezTo>
                        <a:pt x="2159" y="620"/>
                        <a:pt x="2285" y="719"/>
                        <a:pt x="2405" y="770"/>
                      </a:cubicBezTo>
                      <a:cubicBezTo>
                        <a:pt x="2525" y="821"/>
                        <a:pt x="2649" y="793"/>
                        <a:pt x="2713" y="799"/>
                      </a:cubicBezTo>
                    </a:path>
                  </a:pathLst>
                </a:custGeom>
                <a:noFill/>
                <a:ln w="57150">
                  <a:solidFill>
                    <a:srgbClr val="3366CC"/>
                  </a:solidFill>
                  <a:round/>
                  <a:headEnd/>
                  <a:tailEnd/>
                </a:ln>
              </p:spPr>
              <p:txBody>
                <a:bodyPr/>
                <a:lstStyle/>
                <a:p>
                  <a:endParaRPr lang="en-US"/>
                </a:p>
              </p:txBody>
            </p:sp>
          </p:grpSp>
        </p:grpSp>
        <p:sp>
          <p:nvSpPr>
            <p:cNvPr id="34851" name="Text Box 101"/>
            <p:cNvSpPr txBox="1">
              <a:spLocks noChangeArrowheads="1"/>
            </p:cNvSpPr>
            <p:nvPr/>
          </p:nvSpPr>
          <p:spPr bwMode="auto">
            <a:xfrm>
              <a:off x="457200" y="6336021"/>
              <a:ext cx="4114800" cy="549275"/>
            </a:xfrm>
            <a:prstGeom prst="rect">
              <a:avLst/>
            </a:prstGeom>
            <a:noFill/>
            <a:ln w="9525">
              <a:noFill/>
              <a:miter lim="800000"/>
              <a:headEnd/>
              <a:tailEnd/>
            </a:ln>
          </p:spPr>
          <p:txBody>
            <a:bodyPr>
              <a:spAutoFit/>
            </a:bodyPr>
            <a:lstStyle/>
            <a:p>
              <a:pPr>
                <a:spcBef>
                  <a:spcPct val="50000"/>
                </a:spcBef>
              </a:pPr>
              <a:r>
                <a:rPr lang="en-US" sz="3000" b="1" dirty="0">
                  <a:solidFill>
                    <a:srgbClr val="990033"/>
                  </a:solidFill>
                  <a:latin typeface="Angsana New" pitchFamily="18" charset="-34"/>
                </a:rPr>
                <a:t>P(</a:t>
              </a:r>
              <a:r>
                <a:rPr lang="en-US" sz="2400" b="1" dirty="0">
                  <a:solidFill>
                    <a:srgbClr val="990033"/>
                  </a:solidFill>
                  <a:latin typeface="Angsana New" pitchFamily="18" charset="-34"/>
                  <a:sym typeface="Symbol" pitchFamily="18" charset="2"/>
                </a:rPr>
                <a:t></a:t>
              </a:r>
              <a:r>
                <a:rPr lang="en-US" sz="3000" b="1" dirty="0">
                  <a:solidFill>
                    <a:srgbClr val="990033"/>
                  </a:solidFill>
                  <a:latin typeface="Angsana New" pitchFamily="18" charset="-34"/>
                  <a:sym typeface="Symbol" pitchFamily="18" charset="2"/>
                </a:rPr>
                <a:t> – 2</a:t>
              </a:r>
              <a:r>
                <a:rPr lang="en-US" sz="2400" b="1" dirty="0">
                  <a:solidFill>
                    <a:srgbClr val="990033"/>
                  </a:solidFill>
                  <a:latin typeface="Angsana New" pitchFamily="18" charset="-34"/>
                  <a:sym typeface="Symbol" pitchFamily="18" charset="2"/>
                </a:rPr>
                <a:t></a:t>
              </a:r>
              <a:r>
                <a:rPr lang="en-US" sz="3000" b="1" dirty="0">
                  <a:solidFill>
                    <a:srgbClr val="990033"/>
                  </a:solidFill>
                  <a:latin typeface="Angsana New" pitchFamily="18" charset="-34"/>
                </a:rPr>
                <a:t> </a:t>
              </a:r>
              <a:r>
                <a:rPr lang="en-US" sz="3000" b="1" u="sng" dirty="0">
                  <a:solidFill>
                    <a:srgbClr val="990033"/>
                  </a:solidFill>
                  <a:latin typeface="Angsana New" pitchFamily="18" charset="-34"/>
                </a:rPr>
                <a:t>&lt;</a:t>
              </a:r>
              <a:r>
                <a:rPr lang="en-US" sz="3000" b="1" dirty="0">
                  <a:solidFill>
                    <a:srgbClr val="990033"/>
                  </a:solidFill>
                  <a:latin typeface="Angsana New" pitchFamily="18" charset="-34"/>
                </a:rPr>
                <a:t> X </a:t>
              </a:r>
              <a:r>
                <a:rPr lang="en-US" sz="3000" b="1" u="sng" dirty="0">
                  <a:solidFill>
                    <a:srgbClr val="990033"/>
                  </a:solidFill>
                  <a:latin typeface="Angsana New" pitchFamily="18" charset="-34"/>
                </a:rPr>
                <a:t>&lt;</a:t>
              </a:r>
              <a:r>
                <a:rPr lang="en-US" sz="3000" b="1" dirty="0">
                  <a:solidFill>
                    <a:srgbClr val="990033"/>
                  </a:solidFill>
                  <a:latin typeface="Angsana New" pitchFamily="18" charset="-34"/>
                </a:rPr>
                <a:t> </a:t>
              </a:r>
              <a:r>
                <a:rPr lang="en-US" sz="2400" b="1" dirty="0">
                  <a:solidFill>
                    <a:srgbClr val="990033"/>
                  </a:solidFill>
                  <a:latin typeface="Angsana New" pitchFamily="18" charset="-34"/>
                  <a:sym typeface="Symbol" pitchFamily="18" charset="2"/>
                </a:rPr>
                <a:t></a:t>
              </a:r>
              <a:r>
                <a:rPr lang="en-US" sz="3000" b="1" dirty="0">
                  <a:solidFill>
                    <a:srgbClr val="990033"/>
                  </a:solidFill>
                  <a:latin typeface="Angsana New" pitchFamily="18" charset="-34"/>
                  <a:sym typeface="Symbol" pitchFamily="18" charset="2"/>
                </a:rPr>
                <a:t> + 2</a:t>
              </a:r>
              <a:r>
                <a:rPr lang="en-US" sz="2400" b="1" dirty="0">
                  <a:solidFill>
                    <a:srgbClr val="990033"/>
                  </a:solidFill>
                  <a:latin typeface="Angsana New" pitchFamily="18" charset="-34"/>
                  <a:sym typeface="Symbol" pitchFamily="18" charset="2"/>
                </a:rPr>
                <a:t></a:t>
              </a:r>
              <a:r>
                <a:rPr lang="en-US" sz="3000" b="1" dirty="0">
                  <a:solidFill>
                    <a:srgbClr val="990033"/>
                  </a:solidFill>
                  <a:latin typeface="Angsana New" pitchFamily="18" charset="-34"/>
                  <a:sym typeface="Symbol" pitchFamily="18" charset="2"/>
                </a:rPr>
                <a:t>) = 0.9544</a:t>
              </a:r>
              <a:r>
                <a:rPr lang="en-US" sz="3000" b="1" dirty="0">
                  <a:solidFill>
                    <a:srgbClr val="990033"/>
                  </a:solidFill>
                  <a:latin typeface="Angsana New" pitchFamily="18" charset="-34"/>
                </a:rPr>
                <a:t> </a:t>
              </a:r>
            </a:p>
          </p:txBody>
        </p:sp>
        <p:sp>
          <p:nvSpPr>
            <p:cNvPr id="34852" name="Text Box 102"/>
            <p:cNvSpPr txBox="1">
              <a:spLocks noChangeArrowheads="1"/>
            </p:cNvSpPr>
            <p:nvPr/>
          </p:nvSpPr>
          <p:spPr bwMode="auto">
            <a:xfrm>
              <a:off x="5015552" y="6336021"/>
              <a:ext cx="3962400" cy="549275"/>
            </a:xfrm>
            <a:prstGeom prst="rect">
              <a:avLst/>
            </a:prstGeom>
            <a:noFill/>
            <a:ln w="9525">
              <a:noFill/>
              <a:miter lim="800000"/>
              <a:headEnd/>
              <a:tailEnd/>
            </a:ln>
          </p:spPr>
          <p:txBody>
            <a:bodyPr>
              <a:spAutoFit/>
            </a:bodyPr>
            <a:lstStyle/>
            <a:p>
              <a:pPr>
                <a:spcBef>
                  <a:spcPct val="50000"/>
                </a:spcBef>
              </a:pPr>
              <a:r>
                <a:rPr lang="en-US" sz="3000" b="1" dirty="0">
                  <a:solidFill>
                    <a:srgbClr val="FF00FF"/>
                  </a:solidFill>
                  <a:latin typeface="Angsana New" pitchFamily="18" charset="-34"/>
                </a:rPr>
                <a:t>P(</a:t>
              </a:r>
              <a:r>
                <a:rPr lang="en-US" sz="2400" b="1" dirty="0">
                  <a:solidFill>
                    <a:srgbClr val="FF00FF"/>
                  </a:solidFill>
                  <a:latin typeface="Angsana New" pitchFamily="18" charset="-34"/>
                  <a:sym typeface="Symbol" pitchFamily="18" charset="2"/>
                </a:rPr>
                <a:t></a:t>
              </a:r>
              <a:r>
                <a:rPr lang="en-US" sz="3000" b="1" dirty="0">
                  <a:solidFill>
                    <a:srgbClr val="FF00FF"/>
                  </a:solidFill>
                  <a:latin typeface="Angsana New" pitchFamily="18" charset="-34"/>
                  <a:sym typeface="Symbol" pitchFamily="18" charset="2"/>
                </a:rPr>
                <a:t> – 3</a:t>
              </a:r>
              <a:r>
                <a:rPr lang="en-US" sz="2400" b="1" dirty="0">
                  <a:solidFill>
                    <a:srgbClr val="FF00FF"/>
                  </a:solidFill>
                  <a:latin typeface="Angsana New" pitchFamily="18" charset="-34"/>
                  <a:sym typeface="Symbol" pitchFamily="18" charset="2"/>
                </a:rPr>
                <a:t></a:t>
              </a:r>
              <a:r>
                <a:rPr lang="en-US" sz="3000" b="1" dirty="0">
                  <a:solidFill>
                    <a:srgbClr val="FF00FF"/>
                  </a:solidFill>
                  <a:latin typeface="Angsana New" pitchFamily="18" charset="-34"/>
                </a:rPr>
                <a:t> </a:t>
              </a:r>
              <a:r>
                <a:rPr lang="en-US" sz="3000" b="1" u="sng" dirty="0">
                  <a:solidFill>
                    <a:srgbClr val="FF00FF"/>
                  </a:solidFill>
                  <a:latin typeface="Angsana New" pitchFamily="18" charset="-34"/>
                </a:rPr>
                <a:t>&lt;</a:t>
              </a:r>
              <a:r>
                <a:rPr lang="en-US" sz="3000" b="1" dirty="0">
                  <a:solidFill>
                    <a:srgbClr val="FF00FF"/>
                  </a:solidFill>
                  <a:latin typeface="Angsana New" pitchFamily="18" charset="-34"/>
                </a:rPr>
                <a:t> X </a:t>
              </a:r>
              <a:r>
                <a:rPr lang="en-US" sz="3000" b="1" u="sng" dirty="0">
                  <a:solidFill>
                    <a:srgbClr val="FF00FF"/>
                  </a:solidFill>
                  <a:latin typeface="Angsana New" pitchFamily="18" charset="-34"/>
                </a:rPr>
                <a:t>&lt;</a:t>
              </a:r>
              <a:r>
                <a:rPr lang="en-US" sz="3000" b="1" dirty="0">
                  <a:solidFill>
                    <a:srgbClr val="FF00FF"/>
                  </a:solidFill>
                  <a:latin typeface="Angsana New" pitchFamily="18" charset="-34"/>
                </a:rPr>
                <a:t> </a:t>
              </a:r>
              <a:r>
                <a:rPr lang="en-US" sz="2400" b="1" dirty="0">
                  <a:solidFill>
                    <a:srgbClr val="FF00FF"/>
                  </a:solidFill>
                  <a:latin typeface="Angsana New" pitchFamily="18" charset="-34"/>
                  <a:sym typeface="Symbol" pitchFamily="18" charset="2"/>
                </a:rPr>
                <a:t></a:t>
              </a:r>
              <a:r>
                <a:rPr lang="en-US" sz="3000" b="1" dirty="0">
                  <a:solidFill>
                    <a:srgbClr val="FF00FF"/>
                  </a:solidFill>
                  <a:latin typeface="Angsana New" pitchFamily="18" charset="-34"/>
                  <a:sym typeface="Symbol" pitchFamily="18" charset="2"/>
                </a:rPr>
                <a:t> + 3</a:t>
              </a:r>
              <a:r>
                <a:rPr lang="en-US" sz="2400" b="1" dirty="0">
                  <a:solidFill>
                    <a:srgbClr val="FF00FF"/>
                  </a:solidFill>
                  <a:latin typeface="Angsana New" pitchFamily="18" charset="-34"/>
                  <a:sym typeface="Symbol" pitchFamily="18" charset="2"/>
                </a:rPr>
                <a:t></a:t>
              </a:r>
              <a:r>
                <a:rPr lang="en-US" sz="3000" b="1" dirty="0">
                  <a:solidFill>
                    <a:srgbClr val="FF00FF"/>
                  </a:solidFill>
                  <a:latin typeface="Angsana New" pitchFamily="18" charset="-34"/>
                  <a:sym typeface="Symbol" pitchFamily="18" charset="2"/>
                </a:rPr>
                <a:t>) = 0.9974</a:t>
              </a:r>
              <a:r>
                <a:rPr lang="en-US" sz="3000" b="1" dirty="0">
                  <a:solidFill>
                    <a:srgbClr val="FF00FF"/>
                  </a:solidFill>
                  <a:latin typeface="Angsana New" pitchFamily="18" charset="-34"/>
                </a:rPr>
                <a:t> </a:t>
              </a:r>
            </a:p>
          </p:txBody>
        </p:sp>
        <p:sp>
          <p:nvSpPr>
            <p:cNvPr id="34855" name="Text Box 114"/>
            <p:cNvSpPr txBox="1">
              <a:spLocks noChangeArrowheads="1"/>
            </p:cNvSpPr>
            <p:nvPr/>
          </p:nvSpPr>
          <p:spPr bwMode="auto">
            <a:xfrm>
              <a:off x="4957740" y="5925453"/>
              <a:ext cx="4061156" cy="461665"/>
            </a:xfrm>
            <a:prstGeom prst="rect">
              <a:avLst/>
            </a:prstGeom>
            <a:noFill/>
            <a:ln w="9525">
              <a:noFill/>
              <a:miter lim="800000"/>
              <a:headEnd/>
              <a:tailEnd/>
            </a:ln>
          </p:spPr>
          <p:txBody>
            <a:bodyPr wrap="square">
              <a:spAutoFit/>
            </a:bodyPr>
            <a:lstStyle/>
            <a:p>
              <a:pPr>
                <a:spcBef>
                  <a:spcPct val="50000"/>
                </a:spcBef>
              </a:pPr>
              <a:r>
                <a:rPr lang="en-US" sz="2400" b="1" dirty="0">
                  <a:solidFill>
                    <a:srgbClr val="FF00FF"/>
                  </a:solidFill>
                  <a:latin typeface="Angsana New" pitchFamily="18" charset="-34"/>
                  <a:sym typeface="Symbol" pitchFamily="18" charset="2"/>
                </a:rPr>
                <a:t> – 3</a:t>
              </a:r>
              <a:r>
                <a:rPr lang="en-US" sz="2400" b="1" dirty="0">
                  <a:solidFill>
                    <a:srgbClr val="FF00FF"/>
                  </a:solidFill>
                  <a:latin typeface="Angsana New" pitchFamily="18" charset="-34"/>
                </a:rPr>
                <a:t>                                             </a:t>
              </a:r>
              <a:r>
                <a:rPr lang="en-US" sz="2400" b="1" dirty="0">
                  <a:solidFill>
                    <a:srgbClr val="FF00FF"/>
                  </a:solidFill>
                  <a:latin typeface="Angsana New" pitchFamily="18" charset="-34"/>
                  <a:sym typeface="Symbol" pitchFamily="18" charset="2"/>
                </a:rPr>
                <a:t> + 3</a:t>
              </a:r>
              <a:endParaRPr lang="en-US" sz="2400" b="1" dirty="0">
                <a:solidFill>
                  <a:srgbClr val="FF00FF"/>
                </a:solidFill>
                <a:latin typeface="Angsana New" pitchFamily="18" charset="-34"/>
              </a:endParaRPr>
            </a:p>
          </p:txBody>
        </p:sp>
        <p:sp>
          <p:nvSpPr>
            <p:cNvPr id="34856" name="Rectangle 115"/>
            <p:cNvSpPr>
              <a:spLocks noChangeArrowheads="1"/>
            </p:cNvSpPr>
            <p:nvPr/>
          </p:nvSpPr>
          <p:spPr bwMode="auto">
            <a:xfrm>
              <a:off x="6723702" y="5893703"/>
              <a:ext cx="561975" cy="549275"/>
            </a:xfrm>
            <a:prstGeom prst="rect">
              <a:avLst/>
            </a:prstGeom>
            <a:noFill/>
            <a:ln w="9525">
              <a:noFill/>
              <a:miter lim="800000"/>
              <a:headEnd/>
              <a:tailEnd/>
            </a:ln>
          </p:spPr>
          <p:txBody>
            <a:bodyPr/>
            <a:lstStyle/>
            <a:p>
              <a:pPr marL="457200" indent="-457200">
                <a:tabLst>
                  <a:tab pos="457200" algn="l"/>
                </a:tabLst>
              </a:pPr>
              <a:r>
                <a:rPr lang="en-US" sz="2600" b="1" dirty="0">
                  <a:solidFill>
                    <a:srgbClr val="3366CC"/>
                  </a:solidFill>
                  <a:latin typeface="Angsana New" pitchFamily="18" charset="-34"/>
                  <a:sym typeface="Symbol" pitchFamily="18" charset="2"/>
                </a:rPr>
                <a:t></a:t>
              </a:r>
              <a:endParaRPr lang="en-US" sz="2600" b="1" dirty="0">
                <a:solidFill>
                  <a:srgbClr val="3366CC"/>
                </a:solidFill>
                <a:latin typeface="Angsana New" pitchFamily="18" charset="-34"/>
              </a:endParaRPr>
            </a:p>
          </p:txBody>
        </p:sp>
        <p:sp>
          <p:nvSpPr>
            <p:cNvPr id="34860" name="Freeform 121"/>
            <p:cNvSpPr>
              <a:spLocks/>
            </p:cNvSpPr>
            <p:nvPr/>
          </p:nvSpPr>
          <p:spPr bwMode="auto">
            <a:xfrm>
              <a:off x="6537965" y="4438605"/>
              <a:ext cx="552450" cy="249238"/>
            </a:xfrm>
            <a:custGeom>
              <a:avLst/>
              <a:gdLst>
                <a:gd name="T0" fmla="*/ 2147483647 w 348"/>
                <a:gd name="T1" fmla="*/ 2147483647 h 157"/>
                <a:gd name="T2" fmla="*/ 2147483647 w 348"/>
                <a:gd name="T3" fmla="*/ 2147483647 h 157"/>
                <a:gd name="T4" fmla="*/ 2147483647 w 348"/>
                <a:gd name="T5" fmla="*/ 2147483647 h 157"/>
                <a:gd name="T6" fmla="*/ 2147483647 w 348"/>
                <a:gd name="T7" fmla="*/ 2147483647 h 157"/>
                <a:gd name="T8" fmla="*/ 2147483647 w 348"/>
                <a:gd name="T9" fmla="*/ 2147483647 h 157"/>
                <a:gd name="T10" fmla="*/ 0 w 348"/>
                <a:gd name="T11" fmla="*/ 2147483647 h 157"/>
                <a:gd name="T12" fmla="*/ 2147483647 w 348"/>
                <a:gd name="T13" fmla="*/ 2147483647 h 157"/>
                <a:gd name="T14" fmla="*/ 2147483647 w 348"/>
                <a:gd name="T15" fmla="*/ 2147483647 h 157"/>
                <a:gd name="T16" fmla="*/ 2147483647 w 348"/>
                <a:gd name="T17" fmla="*/ 2147483647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157"/>
                <a:gd name="T29" fmla="*/ 348 w 348"/>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157">
                  <a:moveTo>
                    <a:pt x="48" y="6"/>
                  </a:moveTo>
                  <a:cubicBezTo>
                    <a:pt x="315" y="18"/>
                    <a:pt x="199" y="1"/>
                    <a:pt x="327" y="45"/>
                  </a:cubicBezTo>
                  <a:cubicBezTo>
                    <a:pt x="333" y="55"/>
                    <a:pt x="348" y="63"/>
                    <a:pt x="346" y="74"/>
                  </a:cubicBezTo>
                  <a:cubicBezTo>
                    <a:pt x="344" y="85"/>
                    <a:pt x="328" y="91"/>
                    <a:pt x="317" y="93"/>
                  </a:cubicBezTo>
                  <a:cubicBezTo>
                    <a:pt x="257" y="105"/>
                    <a:pt x="195" y="104"/>
                    <a:pt x="135" y="112"/>
                  </a:cubicBezTo>
                  <a:cubicBezTo>
                    <a:pt x="86" y="103"/>
                    <a:pt x="40" y="157"/>
                    <a:pt x="0" y="131"/>
                  </a:cubicBezTo>
                  <a:cubicBezTo>
                    <a:pt x="3" y="121"/>
                    <a:pt x="22" y="52"/>
                    <a:pt x="29" y="45"/>
                  </a:cubicBezTo>
                  <a:cubicBezTo>
                    <a:pt x="36" y="38"/>
                    <a:pt x="51" y="42"/>
                    <a:pt x="58" y="35"/>
                  </a:cubicBezTo>
                  <a:cubicBezTo>
                    <a:pt x="92" y="0"/>
                    <a:pt x="63" y="6"/>
                    <a:pt x="48" y="6"/>
                  </a:cubicBezTo>
                  <a:close/>
                </a:path>
              </a:pathLst>
            </a:custGeom>
            <a:solidFill>
              <a:schemeClr val="bg1"/>
            </a:solidFill>
            <a:ln w="9525">
              <a:noFill/>
              <a:round/>
              <a:headEnd/>
              <a:tailEnd/>
            </a:ln>
          </p:spPr>
          <p:txBody>
            <a:bodyPr/>
            <a:lstStyle/>
            <a:p>
              <a:endParaRPr lang="en-US"/>
            </a:p>
          </p:txBody>
        </p:sp>
        <p:grpSp>
          <p:nvGrpSpPr>
            <p:cNvPr id="7" name="Group 6"/>
            <p:cNvGrpSpPr/>
            <p:nvPr/>
          </p:nvGrpSpPr>
          <p:grpSpPr>
            <a:xfrm>
              <a:off x="4914211" y="4626443"/>
              <a:ext cx="3791925" cy="1391084"/>
              <a:chOff x="4583466" y="4571472"/>
              <a:chExt cx="4306888" cy="1446056"/>
            </a:xfrm>
          </p:grpSpPr>
          <p:sp>
            <p:nvSpPr>
              <p:cNvPr id="34853" name="AutoShape 104" descr="25%"/>
              <p:cNvSpPr>
                <a:spLocks noChangeArrowheads="1"/>
              </p:cNvSpPr>
              <p:nvPr/>
            </p:nvSpPr>
            <p:spPr bwMode="auto">
              <a:xfrm>
                <a:off x="6853964" y="4626878"/>
                <a:ext cx="1706563" cy="1343025"/>
              </a:xfrm>
              <a:prstGeom prst="rtTriangle">
                <a:avLst/>
              </a:prstGeom>
              <a:pattFill prst="pct25">
                <a:fgClr>
                  <a:srgbClr val="3366CC"/>
                </a:fgClr>
                <a:bgClr>
                  <a:schemeClr val="bg1"/>
                </a:bgClr>
              </a:pattFill>
              <a:ln w="9525">
                <a:noFill/>
                <a:miter lim="800000"/>
                <a:headEnd/>
                <a:tailEnd/>
              </a:ln>
            </p:spPr>
            <p:txBody>
              <a:bodyPr wrap="none" anchor="ctr"/>
              <a:lstStyle/>
              <a:p>
                <a:endParaRPr lang="en-US"/>
              </a:p>
            </p:txBody>
          </p:sp>
          <p:sp>
            <p:nvSpPr>
              <p:cNvPr id="34854" name="AutoShape 105" descr="25%"/>
              <p:cNvSpPr>
                <a:spLocks noChangeArrowheads="1"/>
              </p:cNvSpPr>
              <p:nvPr/>
            </p:nvSpPr>
            <p:spPr bwMode="auto">
              <a:xfrm flipH="1">
                <a:off x="5040268" y="4571472"/>
                <a:ext cx="1795020" cy="1389605"/>
              </a:xfrm>
              <a:prstGeom prst="rtTriangle">
                <a:avLst/>
              </a:prstGeom>
              <a:pattFill prst="pct25">
                <a:fgClr>
                  <a:srgbClr val="3366CC"/>
                </a:fgClr>
                <a:bgClr>
                  <a:schemeClr val="bg1"/>
                </a:bgClr>
              </a:pattFill>
              <a:ln w="9525">
                <a:noFill/>
                <a:miter lim="800000"/>
                <a:headEnd/>
                <a:tailEnd/>
              </a:ln>
            </p:spPr>
            <p:txBody>
              <a:bodyPr wrap="none" anchor="ctr"/>
              <a:lstStyle/>
              <a:p>
                <a:endParaRPr lang="en-US"/>
              </a:p>
            </p:txBody>
          </p:sp>
          <p:sp>
            <p:nvSpPr>
              <p:cNvPr id="34857" name="Line 116"/>
              <p:cNvSpPr>
                <a:spLocks noChangeShapeType="1"/>
              </p:cNvSpPr>
              <p:nvPr/>
            </p:nvSpPr>
            <p:spPr bwMode="auto">
              <a:xfrm>
                <a:off x="6853591" y="4645928"/>
                <a:ext cx="0" cy="1371600"/>
              </a:xfrm>
              <a:prstGeom prst="line">
                <a:avLst/>
              </a:prstGeom>
              <a:noFill/>
              <a:ln w="38100" cap="rnd">
                <a:solidFill>
                  <a:srgbClr val="3366CC"/>
                </a:solidFill>
                <a:prstDash val="sysDot"/>
                <a:round/>
                <a:headEnd/>
                <a:tailEnd/>
              </a:ln>
            </p:spPr>
            <p:txBody>
              <a:bodyPr/>
              <a:lstStyle/>
              <a:p>
                <a:endParaRPr lang="en-US"/>
              </a:p>
            </p:txBody>
          </p:sp>
          <p:grpSp>
            <p:nvGrpSpPr>
              <p:cNvPr id="34858" name="Group 117"/>
              <p:cNvGrpSpPr>
                <a:grpSpLocks/>
              </p:cNvGrpSpPr>
              <p:nvPr/>
            </p:nvGrpSpPr>
            <p:grpSpPr bwMode="auto">
              <a:xfrm>
                <a:off x="5056541" y="5881003"/>
                <a:ext cx="3413125" cy="88900"/>
                <a:chOff x="1498" y="1796"/>
                <a:chExt cx="2150" cy="56"/>
              </a:xfrm>
            </p:grpSpPr>
            <p:sp>
              <p:nvSpPr>
                <p:cNvPr id="34864" name="Line 118"/>
                <p:cNvSpPr>
                  <a:spLocks noChangeShapeType="1"/>
                </p:cNvSpPr>
                <p:nvPr/>
              </p:nvSpPr>
              <p:spPr bwMode="auto">
                <a:xfrm>
                  <a:off x="3648" y="1796"/>
                  <a:ext cx="0" cy="48"/>
                </a:xfrm>
                <a:prstGeom prst="line">
                  <a:avLst/>
                </a:prstGeom>
                <a:noFill/>
                <a:ln w="57150">
                  <a:solidFill>
                    <a:srgbClr val="FF00FF"/>
                  </a:solidFill>
                  <a:round/>
                  <a:headEnd/>
                  <a:tailEnd/>
                </a:ln>
              </p:spPr>
              <p:txBody>
                <a:bodyPr/>
                <a:lstStyle/>
                <a:p>
                  <a:endParaRPr lang="en-US"/>
                </a:p>
              </p:txBody>
            </p:sp>
            <p:sp>
              <p:nvSpPr>
                <p:cNvPr id="34865" name="Line 119"/>
                <p:cNvSpPr>
                  <a:spLocks noChangeShapeType="1"/>
                </p:cNvSpPr>
                <p:nvPr/>
              </p:nvSpPr>
              <p:spPr bwMode="auto">
                <a:xfrm>
                  <a:off x="1498" y="1804"/>
                  <a:ext cx="0" cy="48"/>
                </a:xfrm>
                <a:prstGeom prst="line">
                  <a:avLst/>
                </a:prstGeom>
                <a:noFill/>
                <a:ln w="57150">
                  <a:solidFill>
                    <a:srgbClr val="FF00FF"/>
                  </a:solidFill>
                  <a:round/>
                  <a:headEnd/>
                  <a:tailEnd/>
                </a:ln>
              </p:spPr>
              <p:txBody>
                <a:bodyPr/>
                <a:lstStyle/>
                <a:p>
                  <a:endParaRPr lang="en-US"/>
                </a:p>
              </p:txBody>
            </p:sp>
          </p:grpSp>
          <p:sp>
            <p:nvSpPr>
              <p:cNvPr id="34859" name="Freeform 120"/>
              <p:cNvSpPr>
                <a:spLocks/>
              </p:cNvSpPr>
              <p:nvPr/>
            </p:nvSpPr>
            <p:spPr bwMode="auto">
              <a:xfrm>
                <a:off x="7507641" y="5077728"/>
                <a:ext cx="903288" cy="711200"/>
              </a:xfrm>
              <a:custGeom>
                <a:avLst/>
                <a:gdLst>
                  <a:gd name="T0" fmla="*/ 2147483647 w 569"/>
                  <a:gd name="T1" fmla="*/ 2147483647 h 448"/>
                  <a:gd name="T2" fmla="*/ 2147483647 w 569"/>
                  <a:gd name="T3" fmla="*/ 2147483647 h 448"/>
                  <a:gd name="T4" fmla="*/ 2147483647 w 569"/>
                  <a:gd name="T5" fmla="*/ 2147483647 h 448"/>
                  <a:gd name="T6" fmla="*/ 2147483647 w 569"/>
                  <a:gd name="T7" fmla="*/ 2147483647 h 448"/>
                  <a:gd name="T8" fmla="*/ 2147483647 w 569"/>
                  <a:gd name="T9" fmla="*/ 2147483647 h 448"/>
                  <a:gd name="T10" fmla="*/ 2147483647 w 569"/>
                  <a:gd name="T11" fmla="*/ 2147483647 h 448"/>
                  <a:gd name="T12" fmla="*/ 2147483647 w 569"/>
                  <a:gd name="T13" fmla="*/ 2147483647 h 448"/>
                  <a:gd name="T14" fmla="*/ 0 w 569"/>
                  <a:gd name="T15" fmla="*/ 2147483647 h 448"/>
                  <a:gd name="T16" fmla="*/ 2147483647 w 569"/>
                  <a:gd name="T17" fmla="*/ 2147483647 h 448"/>
                  <a:gd name="T18" fmla="*/ 2147483647 w 569"/>
                  <a:gd name="T19" fmla="*/ 2147483647 h 448"/>
                  <a:gd name="T20" fmla="*/ 2147483647 w 569"/>
                  <a:gd name="T21" fmla="*/ 2147483647 h 448"/>
                  <a:gd name="T22" fmla="*/ 2147483647 w 569"/>
                  <a:gd name="T23" fmla="*/ 2147483647 h 448"/>
                  <a:gd name="T24" fmla="*/ 2147483647 w 569"/>
                  <a:gd name="T25" fmla="*/ 2147483647 h 448"/>
                  <a:gd name="T26" fmla="*/ 2147483647 w 569"/>
                  <a:gd name="T27" fmla="*/ 2147483647 h 448"/>
                  <a:gd name="T28" fmla="*/ 2147483647 w 569"/>
                  <a:gd name="T29" fmla="*/ 2147483647 h 448"/>
                  <a:gd name="T30" fmla="*/ 2147483647 w 569"/>
                  <a:gd name="T31" fmla="*/ 2147483647 h 4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69"/>
                  <a:gd name="T49" fmla="*/ 0 h 448"/>
                  <a:gd name="T50" fmla="*/ 569 w 569"/>
                  <a:gd name="T51" fmla="*/ 448 h 4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69" h="448">
                    <a:moveTo>
                      <a:pt x="509" y="448"/>
                    </a:moveTo>
                    <a:cubicBezTo>
                      <a:pt x="463" y="437"/>
                      <a:pt x="420" y="392"/>
                      <a:pt x="374" y="381"/>
                    </a:cubicBezTo>
                    <a:cubicBezTo>
                      <a:pt x="332" y="352"/>
                      <a:pt x="298" y="311"/>
                      <a:pt x="250" y="294"/>
                    </a:cubicBezTo>
                    <a:cubicBezTo>
                      <a:pt x="195" y="241"/>
                      <a:pt x="269" y="306"/>
                      <a:pt x="202" y="266"/>
                    </a:cubicBezTo>
                    <a:cubicBezTo>
                      <a:pt x="178" y="251"/>
                      <a:pt x="163" y="218"/>
                      <a:pt x="144" y="198"/>
                    </a:cubicBezTo>
                    <a:cubicBezTo>
                      <a:pt x="131" y="162"/>
                      <a:pt x="118" y="152"/>
                      <a:pt x="86" y="131"/>
                    </a:cubicBezTo>
                    <a:cubicBezTo>
                      <a:pt x="70" y="79"/>
                      <a:pt x="91" y="115"/>
                      <a:pt x="29" y="93"/>
                    </a:cubicBezTo>
                    <a:cubicBezTo>
                      <a:pt x="18" y="89"/>
                      <a:pt x="10" y="80"/>
                      <a:pt x="0" y="74"/>
                    </a:cubicBezTo>
                    <a:cubicBezTo>
                      <a:pt x="32" y="40"/>
                      <a:pt x="55" y="0"/>
                      <a:pt x="105" y="15"/>
                    </a:cubicBezTo>
                    <a:cubicBezTo>
                      <a:pt x="162" y="53"/>
                      <a:pt x="150" y="106"/>
                      <a:pt x="192" y="160"/>
                    </a:cubicBezTo>
                    <a:cubicBezTo>
                      <a:pt x="215" y="227"/>
                      <a:pt x="250" y="108"/>
                      <a:pt x="297" y="178"/>
                    </a:cubicBezTo>
                    <a:cubicBezTo>
                      <a:pt x="302" y="186"/>
                      <a:pt x="235" y="238"/>
                      <a:pt x="240" y="246"/>
                    </a:cubicBezTo>
                    <a:cubicBezTo>
                      <a:pt x="262" y="283"/>
                      <a:pt x="397" y="242"/>
                      <a:pt x="432" y="265"/>
                    </a:cubicBezTo>
                    <a:cubicBezTo>
                      <a:pt x="466" y="288"/>
                      <a:pt x="425" y="348"/>
                      <a:pt x="461" y="371"/>
                    </a:cubicBezTo>
                    <a:cubicBezTo>
                      <a:pt x="467" y="381"/>
                      <a:pt x="528" y="373"/>
                      <a:pt x="537" y="380"/>
                    </a:cubicBezTo>
                    <a:cubicBezTo>
                      <a:pt x="569" y="406"/>
                      <a:pt x="509" y="424"/>
                      <a:pt x="509" y="448"/>
                    </a:cubicBezTo>
                    <a:close/>
                  </a:path>
                </a:pathLst>
              </a:custGeom>
              <a:solidFill>
                <a:schemeClr val="bg1"/>
              </a:solidFill>
              <a:ln w="9525">
                <a:noFill/>
                <a:round/>
                <a:headEnd/>
                <a:tailEnd/>
              </a:ln>
            </p:spPr>
            <p:txBody>
              <a:bodyPr/>
              <a:lstStyle/>
              <a:p>
                <a:endParaRPr lang="en-US"/>
              </a:p>
            </p:txBody>
          </p:sp>
          <p:grpSp>
            <p:nvGrpSpPr>
              <p:cNvPr id="34861" name="Group 122"/>
              <p:cNvGrpSpPr>
                <a:grpSpLocks/>
              </p:cNvGrpSpPr>
              <p:nvPr/>
            </p:nvGrpSpPr>
            <p:grpSpPr bwMode="auto">
              <a:xfrm>
                <a:off x="4583466" y="4630053"/>
                <a:ext cx="4306888" cy="1339850"/>
                <a:chOff x="1296" y="1008"/>
                <a:chExt cx="2713" cy="844"/>
              </a:xfrm>
            </p:grpSpPr>
            <p:sp>
              <p:nvSpPr>
                <p:cNvPr id="34862" name="Freeform 123"/>
                <p:cNvSpPr>
                  <a:spLocks/>
                </p:cNvSpPr>
                <p:nvPr/>
              </p:nvSpPr>
              <p:spPr bwMode="auto">
                <a:xfrm>
                  <a:off x="1296" y="1008"/>
                  <a:ext cx="2713" cy="821"/>
                </a:xfrm>
                <a:custGeom>
                  <a:avLst/>
                  <a:gdLst>
                    <a:gd name="T0" fmla="*/ 34 w 2713"/>
                    <a:gd name="T1" fmla="*/ 789 h 821"/>
                    <a:gd name="T2" fmla="*/ 53 w 2713"/>
                    <a:gd name="T3" fmla="*/ 789 h 821"/>
                    <a:gd name="T4" fmla="*/ 351 w 2713"/>
                    <a:gd name="T5" fmla="*/ 770 h 821"/>
                    <a:gd name="T6" fmla="*/ 783 w 2713"/>
                    <a:gd name="T7" fmla="*/ 482 h 821"/>
                    <a:gd name="T8" fmla="*/ 1407 w 2713"/>
                    <a:gd name="T9" fmla="*/ 2 h 821"/>
                    <a:gd name="T10" fmla="*/ 1993 w 2713"/>
                    <a:gd name="T11" fmla="*/ 492 h 821"/>
                    <a:gd name="T12" fmla="*/ 2405 w 2713"/>
                    <a:gd name="T13" fmla="*/ 770 h 821"/>
                    <a:gd name="T14" fmla="*/ 2713 w 2713"/>
                    <a:gd name="T15" fmla="*/ 799 h 821"/>
                    <a:gd name="T16" fmla="*/ 0 60000 65536"/>
                    <a:gd name="T17" fmla="*/ 0 60000 65536"/>
                    <a:gd name="T18" fmla="*/ 0 60000 65536"/>
                    <a:gd name="T19" fmla="*/ 0 60000 65536"/>
                    <a:gd name="T20" fmla="*/ 0 60000 65536"/>
                    <a:gd name="T21" fmla="*/ 0 60000 65536"/>
                    <a:gd name="T22" fmla="*/ 0 60000 65536"/>
                    <a:gd name="T23" fmla="*/ 0 60000 65536"/>
                    <a:gd name="T24" fmla="*/ 0 w 2713"/>
                    <a:gd name="T25" fmla="*/ 0 h 821"/>
                    <a:gd name="T26" fmla="*/ 2713 w 2713"/>
                    <a:gd name="T27" fmla="*/ 821 h 8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13" h="821">
                      <a:moveTo>
                        <a:pt x="34" y="789"/>
                      </a:moveTo>
                      <a:cubicBezTo>
                        <a:pt x="37" y="787"/>
                        <a:pt x="0" y="792"/>
                        <a:pt x="53" y="789"/>
                      </a:cubicBezTo>
                      <a:cubicBezTo>
                        <a:pt x="106" y="786"/>
                        <a:pt x="229" y="821"/>
                        <a:pt x="351" y="770"/>
                      </a:cubicBezTo>
                      <a:cubicBezTo>
                        <a:pt x="473" y="719"/>
                        <a:pt x="607" y="610"/>
                        <a:pt x="783" y="482"/>
                      </a:cubicBezTo>
                      <a:cubicBezTo>
                        <a:pt x="959" y="354"/>
                        <a:pt x="1205" y="0"/>
                        <a:pt x="1407" y="2"/>
                      </a:cubicBezTo>
                      <a:cubicBezTo>
                        <a:pt x="1609" y="4"/>
                        <a:pt x="1827" y="364"/>
                        <a:pt x="1993" y="492"/>
                      </a:cubicBezTo>
                      <a:cubicBezTo>
                        <a:pt x="2159" y="620"/>
                        <a:pt x="2285" y="719"/>
                        <a:pt x="2405" y="770"/>
                      </a:cubicBezTo>
                      <a:cubicBezTo>
                        <a:pt x="2525" y="821"/>
                        <a:pt x="2649" y="793"/>
                        <a:pt x="2713" y="799"/>
                      </a:cubicBezTo>
                    </a:path>
                  </a:pathLst>
                </a:custGeom>
                <a:noFill/>
                <a:ln w="57150">
                  <a:solidFill>
                    <a:srgbClr val="3366CC"/>
                  </a:solidFill>
                  <a:round/>
                  <a:headEnd/>
                  <a:tailEnd/>
                </a:ln>
              </p:spPr>
              <p:txBody>
                <a:bodyPr/>
                <a:lstStyle/>
                <a:p>
                  <a:endParaRPr lang="en-US"/>
                </a:p>
              </p:txBody>
            </p:sp>
            <p:sp>
              <p:nvSpPr>
                <p:cNvPr id="34863" name="Line 124"/>
                <p:cNvSpPr>
                  <a:spLocks noChangeShapeType="1"/>
                </p:cNvSpPr>
                <p:nvPr/>
              </p:nvSpPr>
              <p:spPr bwMode="auto">
                <a:xfrm>
                  <a:off x="1311" y="1852"/>
                  <a:ext cx="2688" cy="0"/>
                </a:xfrm>
                <a:prstGeom prst="line">
                  <a:avLst/>
                </a:prstGeom>
                <a:noFill/>
                <a:ln w="57150">
                  <a:solidFill>
                    <a:srgbClr val="3366CC"/>
                  </a:solidFill>
                  <a:round/>
                  <a:headEnd/>
                  <a:tailEnd/>
                </a:ln>
              </p:spPr>
              <p:txBody>
                <a:bodyPr/>
                <a:lstStyle/>
                <a:p>
                  <a:endParaRPr lang="en-US"/>
                </a:p>
              </p:txBody>
            </p:sp>
          </p:grpSp>
        </p:grpSp>
        <p:grpSp>
          <p:nvGrpSpPr>
            <p:cNvPr id="2" name="Group 1"/>
            <p:cNvGrpSpPr/>
            <p:nvPr/>
          </p:nvGrpSpPr>
          <p:grpSpPr>
            <a:xfrm>
              <a:off x="2263775" y="799701"/>
              <a:ext cx="4267200" cy="2157228"/>
              <a:chOff x="5311775" y="-533400"/>
              <a:chExt cx="4267200" cy="2157228"/>
            </a:xfrm>
          </p:grpSpPr>
          <p:sp>
            <p:nvSpPr>
              <p:cNvPr id="54" name="Text Box 17"/>
              <p:cNvSpPr txBox="1">
                <a:spLocks noChangeArrowheads="1"/>
              </p:cNvSpPr>
              <p:nvPr/>
            </p:nvSpPr>
            <p:spPr bwMode="auto">
              <a:xfrm>
                <a:off x="6248400" y="1162163"/>
                <a:ext cx="2819400" cy="461665"/>
              </a:xfrm>
              <a:prstGeom prst="rect">
                <a:avLst/>
              </a:prstGeom>
              <a:noFill/>
              <a:ln w="9525">
                <a:noFill/>
                <a:miter lim="800000"/>
                <a:headEnd/>
                <a:tailEnd/>
              </a:ln>
            </p:spPr>
            <p:txBody>
              <a:bodyPr wrap="square">
                <a:spAutoFit/>
              </a:bodyPr>
              <a:lstStyle/>
              <a:p>
                <a:pPr>
                  <a:spcBef>
                    <a:spcPct val="50000"/>
                  </a:spcBef>
                </a:pPr>
                <a:r>
                  <a:rPr lang="en-US" sz="2400" b="1" dirty="0">
                    <a:solidFill>
                      <a:srgbClr val="3366CC"/>
                    </a:solidFill>
                    <a:latin typeface="Angsana New" pitchFamily="18" charset="-34"/>
                  </a:rPr>
                  <a:t>P(X </a:t>
                </a:r>
                <a:r>
                  <a:rPr lang="en-US" sz="2400" b="1" u="sng" dirty="0">
                    <a:solidFill>
                      <a:srgbClr val="3366CC"/>
                    </a:solidFill>
                    <a:latin typeface="Angsana New" pitchFamily="18" charset="-34"/>
                  </a:rPr>
                  <a:t>&lt;</a:t>
                </a:r>
                <a:r>
                  <a:rPr lang="en-US" sz="2400" b="1" dirty="0">
                    <a:solidFill>
                      <a:srgbClr val="3366CC"/>
                    </a:solidFill>
                    <a:latin typeface="Angsana New" pitchFamily="18" charset="-34"/>
                  </a:rPr>
                  <a:t> </a:t>
                </a:r>
                <a:r>
                  <a:rPr lang="en-US" sz="2400" b="1" dirty="0">
                    <a:solidFill>
                      <a:srgbClr val="3366CC"/>
                    </a:solidFill>
                    <a:latin typeface="Angsana New" pitchFamily="18" charset="-34"/>
                    <a:sym typeface="Symbol" pitchFamily="18" charset="2"/>
                  </a:rPr>
                  <a:t>) = P(X </a:t>
                </a:r>
                <a:r>
                  <a:rPr lang="en-US" sz="2400" b="1" u="sng" dirty="0">
                    <a:solidFill>
                      <a:srgbClr val="3366CC"/>
                    </a:solidFill>
                    <a:latin typeface="Angsana New" pitchFamily="18" charset="-34"/>
                    <a:sym typeface="Symbol" pitchFamily="18" charset="2"/>
                  </a:rPr>
                  <a:t>&gt;</a:t>
                </a:r>
                <a:r>
                  <a:rPr lang="en-US" sz="2400" b="1" dirty="0">
                    <a:solidFill>
                      <a:srgbClr val="3366CC"/>
                    </a:solidFill>
                    <a:latin typeface="Angsana New" pitchFamily="18" charset="-34"/>
                    <a:sym typeface="Symbol" pitchFamily="18" charset="2"/>
                  </a:rPr>
                  <a:t>  )  = 0.50</a:t>
                </a:r>
                <a:r>
                  <a:rPr lang="en-US" sz="2400" b="1" dirty="0">
                    <a:solidFill>
                      <a:srgbClr val="3366CC"/>
                    </a:solidFill>
                    <a:latin typeface="Angsana New" pitchFamily="18" charset="-34"/>
                  </a:rPr>
                  <a:t> </a:t>
                </a:r>
              </a:p>
            </p:txBody>
          </p:sp>
          <p:sp>
            <p:nvSpPr>
              <p:cNvPr id="55" name="AutoShape 16" descr="25%"/>
              <p:cNvSpPr>
                <a:spLocks noChangeArrowheads="1"/>
              </p:cNvSpPr>
              <p:nvPr/>
            </p:nvSpPr>
            <p:spPr bwMode="auto">
              <a:xfrm>
                <a:off x="7546666" y="-427015"/>
                <a:ext cx="1706563" cy="1343025"/>
              </a:xfrm>
              <a:prstGeom prst="rtTriangle">
                <a:avLst/>
              </a:prstGeom>
              <a:pattFill prst="pct25">
                <a:fgClr>
                  <a:srgbClr val="3366CC"/>
                </a:fgClr>
                <a:bgClr>
                  <a:schemeClr val="bg1"/>
                </a:bgClr>
              </a:pattFill>
              <a:ln w="9525">
                <a:noFill/>
                <a:miter lim="800000"/>
                <a:headEnd/>
                <a:tailEnd/>
              </a:ln>
            </p:spPr>
            <p:txBody>
              <a:bodyPr wrap="none" anchor="ctr"/>
              <a:lstStyle/>
              <a:p>
                <a:endParaRPr lang="en-US"/>
              </a:p>
            </p:txBody>
          </p:sp>
          <p:sp>
            <p:nvSpPr>
              <p:cNvPr id="56" name="Rectangle 14"/>
              <p:cNvSpPr>
                <a:spLocks noChangeArrowheads="1"/>
              </p:cNvSpPr>
              <p:nvPr/>
            </p:nvSpPr>
            <p:spPr bwMode="auto">
              <a:xfrm>
                <a:off x="7332662" y="826162"/>
                <a:ext cx="561975" cy="549275"/>
              </a:xfrm>
              <a:prstGeom prst="rect">
                <a:avLst/>
              </a:prstGeom>
              <a:noFill/>
              <a:ln w="9525">
                <a:noFill/>
                <a:miter lim="800000"/>
                <a:headEnd/>
                <a:tailEnd/>
              </a:ln>
            </p:spPr>
            <p:txBody>
              <a:bodyPr/>
              <a:lstStyle/>
              <a:p>
                <a:pPr marL="457200" indent="-457200">
                  <a:tabLst>
                    <a:tab pos="457200" algn="l"/>
                  </a:tabLst>
                </a:pPr>
                <a:r>
                  <a:rPr lang="en-US" sz="2600" b="1" dirty="0">
                    <a:solidFill>
                      <a:srgbClr val="3366CC"/>
                    </a:solidFill>
                    <a:latin typeface="Angsana New" pitchFamily="18" charset="-34"/>
                    <a:sym typeface="Symbol" pitchFamily="18" charset="2"/>
                  </a:rPr>
                  <a:t></a:t>
                </a:r>
                <a:endParaRPr lang="en-US" sz="2600" b="1" dirty="0">
                  <a:solidFill>
                    <a:srgbClr val="3366CC"/>
                  </a:solidFill>
                  <a:latin typeface="Angsana New" pitchFamily="18" charset="-34"/>
                </a:endParaRPr>
              </a:p>
            </p:txBody>
          </p:sp>
          <p:sp>
            <p:nvSpPr>
              <p:cNvPr id="57" name="Line 13"/>
              <p:cNvSpPr>
                <a:spLocks noChangeShapeType="1"/>
              </p:cNvSpPr>
              <p:nvPr/>
            </p:nvSpPr>
            <p:spPr bwMode="auto">
              <a:xfrm>
                <a:off x="7558087" y="-339725"/>
                <a:ext cx="0" cy="1371600"/>
              </a:xfrm>
              <a:prstGeom prst="line">
                <a:avLst/>
              </a:prstGeom>
              <a:noFill/>
              <a:ln w="38100" cap="rnd">
                <a:solidFill>
                  <a:srgbClr val="3366CC"/>
                </a:solidFill>
                <a:prstDash val="sysDot"/>
                <a:round/>
                <a:headEnd/>
                <a:tailEnd/>
              </a:ln>
            </p:spPr>
            <p:txBody>
              <a:bodyPr/>
              <a:lstStyle/>
              <a:p>
                <a:endParaRPr lang="en-US"/>
              </a:p>
            </p:txBody>
          </p:sp>
          <p:sp>
            <p:nvSpPr>
              <p:cNvPr id="58" name="Freeform 62"/>
              <p:cNvSpPr>
                <a:spLocks/>
              </p:cNvSpPr>
              <p:nvPr/>
            </p:nvSpPr>
            <p:spPr bwMode="auto">
              <a:xfrm>
                <a:off x="8006897" y="-256866"/>
                <a:ext cx="1201153" cy="1069380"/>
              </a:xfrm>
              <a:custGeom>
                <a:avLst/>
                <a:gdLst>
                  <a:gd name="T0" fmla="*/ 2147483647 w 569"/>
                  <a:gd name="T1" fmla="*/ 2147483647 h 448"/>
                  <a:gd name="T2" fmla="*/ 2147483647 w 569"/>
                  <a:gd name="T3" fmla="*/ 2147483647 h 448"/>
                  <a:gd name="T4" fmla="*/ 2147483647 w 569"/>
                  <a:gd name="T5" fmla="*/ 2147483647 h 448"/>
                  <a:gd name="T6" fmla="*/ 2147483647 w 569"/>
                  <a:gd name="T7" fmla="*/ 2147483647 h 448"/>
                  <a:gd name="T8" fmla="*/ 2147483647 w 569"/>
                  <a:gd name="T9" fmla="*/ 2147483647 h 448"/>
                  <a:gd name="T10" fmla="*/ 2147483647 w 569"/>
                  <a:gd name="T11" fmla="*/ 2147483647 h 448"/>
                  <a:gd name="T12" fmla="*/ 2147483647 w 569"/>
                  <a:gd name="T13" fmla="*/ 2147483647 h 448"/>
                  <a:gd name="T14" fmla="*/ 0 w 569"/>
                  <a:gd name="T15" fmla="*/ 2147483647 h 448"/>
                  <a:gd name="T16" fmla="*/ 2147483647 w 569"/>
                  <a:gd name="T17" fmla="*/ 2147483647 h 448"/>
                  <a:gd name="T18" fmla="*/ 2147483647 w 569"/>
                  <a:gd name="T19" fmla="*/ 2147483647 h 448"/>
                  <a:gd name="T20" fmla="*/ 2147483647 w 569"/>
                  <a:gd name="T21" fmla="*/ 2147483647 h 448"/>
                  <a:gd name="T22" fmla="*/ 2147483647 w 569"/>
                  <a:gd name="T23" fmla="*/ 2147483647 h 448"/>
                  <a:gd name="T24" fmla="*/ 2147483647 w 569"/>
                  <a:gd name="T25" fmla="*/ 2147483647 h 448"/>
                  <a:gd name="T26" fmla="*/ 2147483647 w 569"/>
                  <a:gd name="T27" fmla="*/ 2147483647 h 448"/>
                  <a:gd name="T28" fmla="*/ 2147483647 w 569"/>
                  <a:gd name="T29" fmla="*/ 2147483647 h 448"/>
                  <a:gd name="T30" fmla="*/ 2147483647 w 569"/>
                  <a:gd name="T31" fmla="*/ 2147483647 h 4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69"/>
                  <a:gd name="T49" fmla="*/ 0 h 448"/>
                  <a:gd name="T50" fmla="*/ 569 w 569"/>
                  <a:gd name="T51" fmla="*/ 448 h 4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69" h="448">
                    <a:moveTo>
                      <a:pt x="509" y="448"/>
                    </a:moveTo>
                    <a:cubicBezTo>
                      <a:pt x="463" y="437"/>
                      <a:pt x="420" y="392"/>
                      <a:pt x="374" y="381"/>
                    </a:cubicBezTo>
                    <a:cubicBezTo>
                      <a:pt x="332" y="352"/>
                      <a:pt x="298" y="311"/>
                      <a:pt x="250" y="294"/>
                    </a:cubicBezTo>
                    <a:cubicBezTo>
                      <a:pt x="195" y="241"/>
                      <a:pt x="269" y="306"/>
                      <a:pt x="202" y="266"/>
                    </a:cubicBezTo>
                    <a:cubicBezTo>
                      <a:pt x="178" y="251"/>
                      <a:pt x="163" y="218"/>
                      <a:pt x="144" y="198"/>
                    </a:cubicBezTo>
                    <a:cubicBezTo>
                      <a:pt x="131" y="162"/>
                      <a:pt x="118" y="152"/>
                      <a:pt x="86" y="131"/>
                    </a:cubicBezTo>
                    <a:cubicBezTo>
                      <a:pt x="70" y="79"/>
                      <a:pt x="91" y="115"/>
                      <a:pt x="29" y="93"/>
                    </a:cubicBezTo>
                    <a:cubicBezTo>
                      <a:pt x="18" y="89"/>
                      <a:pt x="10" y="80"/>
                      <a:pt x="0" y="74"/>
                    </a:cubicBezTo>
                    <a:cubicBezTo>
                      <a:pt x="32" y="40"/>
                      <a:pt x="55" y="0"/>
                      <a:pt x="105" y="15"/>
                    </a:cubicBezTo>
                    <a:cubicBezTo>
                      <a:pt x="162" y="53"/>
                      <a:pt x="150" y="106"/>
                      <a:pt x="192" y="160"/>
                    </a:cubicBezTo>
                    <a:cubicBezTo>
                      <a:pt x="215" y="227"/>
                      <a:pt x="250" y="108"/>
                      <a:pt x="297" y="178"/>
                    </a:cubicBezTo>
                    <a:cubicBezTo>
                      <a:pt x="302" y="186"/>
                      <a:pt x="235" y="238"/>
                      <a:pt x="240" y="246"/>
                    </a:cubicBezTo>
                    <a:cubicBezTo>
                      <a:pt x="262" y="283"/>
                      <a:pt x="397" y="242"/>
                      <a:pt x="432" y="265"/>
                    </a:cubicBezTo>
                    <a:cubicBezTo>
                      <a:pt x="466" y="288"/>
                      <a:pt x="425" y="348"/>
                      <a:pt x="461" y="371"/>
                    </a:cubicBezTo>
                    <a:cubicBezTo>
                      <a:pt x="467" y="381"/>
                      <a:pt x="528" y="373"/>
                      <a:pt x="537" y="380"/>
                    </a:cubicBezTo>
                    <a:cubicBezTo>
                      <a:pt x="569" y="406"/>
                      <a:pt x="509" y="424"/>
                      <a:pt x="509" y="448"/>
                    </a:cubicBezTo>
                    <a:close/>
                  </a:path>
                </a:pathLst>
              </a:custGeom>
              <a:solidFill>
                <a:schemeClr val="bg1"/>
              </a:solidFill>
              <a:ln w="9525">
                <a:noFill/>
                <a:round/>
                <a:headEnd/>
                <a:tailEnd/>
              </a:ln>
            </p:spPr>
            <p:txBody>
              <a:bodyPr/>
              <a:lstStyle/>
              <a:p>
                <a:endParaRPr lang="en-US"/>
              </a:p>
            </p:txBody>
          </p:sp>
          <p:sp>
            <p:nvSpPr>
              <p:cNvPr id="59" name="Freeform 63"/>
              <p:cNvSpPr>
                <a:spLocks/>
              </p:cNvSpPr>
              <p:nvPr/>
            </p:nvSpPr>
            <p:spPr bwMode="auto">
              <a:xfrm>
                <a:off x="7146925" y="-533400"/>
                <a:ext cx="552450" cy="249238"/>
              </a:xfrm>
              <a:custGeom>
                <a:avLst/>
                <a:gdLst>
                  <a:gd name="T0" fmla="*/ 2147483647 w 348"/>
                  <a:gd name="T1" fmla="*/ 2147483647 h 157"/>
                  <a:gd name="T2" fmla="*/ 2147483647 w 348"/>
                  <a:gd name="T3" fmla="*/ 2147483647 h 157"/>
                  <a:gd name="T4" fmla="*/ 2147483647 w 348"/>
                  <a:gd name="T5" fmla="*/ 2147483647 h 157"/>
                  <a:gd name="T6" fmla="*/ 2147483647 w 348"/>
                  <a:gd name="T7" fmla="*/ 2147483647 h 157"/>
                  <a:gd name="T8" fmla="*/ 2147483647 w 348"/>
                  <a:gd name="T9" fmla="*/ 2147483647 h 157"/>
                  <a:gd name="T10" fmla="*/ 0 w 348"/>
                  <a:gd name="T11" fmla="*/ 2147483647 h 157"/>
                  <a:gd name="T12" fmla="*/ 2147483647 w 348"/>
                  <a:gd name="T13" fmla="*/ 2147483647 h 157"/>
                  <a:gd name="T14" fmla="*/ 2147483647 w 348"/>
                  <a:gd name="T15" fmla="*/ 2147483647 h 157"/>
                  <a:gd name="T16" fmla="*/ 2147483647 w 348"/>
                  <a:gd name="T17" fmla="*/ 2147483647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157"/>
                  <a:gd name="T29" fmla="*/ 348 w 348"/>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157">
                    <a:moveTo>
                      <a:pt x="48" y="6"/>
                    </a:moveTo>
                    <a:cubicBezTo>
                      <a:pt x="315" y="18"/>
                      <a:pt x="199" y="1"/>
                      <a:pt x="327" y="45"/>
                    </a:cubicBezTo>
                    <a:cubicBezTo>
                      <a:pt x="333" y="55"/>
                      <a:pt x="348" y="63"/>
                      <a:pt x="346" y="74"/>
                    </a:cubicBezTo>
                    <a:cubicBezTo>
                      <a:pt x="344" y="85"/>
                      <a:pt x="328" y="91"/>
                      <a:pt x="317" y="93"/>
                    </a:cubicBezTo>
                    <a:cubicBezTo>
                      <a:pt x="257" y="105"/>
                      <a:pt x="195" y="104"/>
                      <a:pt x="135" y="112"/>
                    </a:cubicBezTo>
                    <a:cubicBezTo>
                      <a:pt x="86" y="103"/>
                      <a:pt x="40" y="157"/>
                      <a:pt x="0" y="131"/>
                    </a:cubicBezTo>
                    <a:cubicBezTo>
                      <a:pt x="3" y="121"/>
                      <a:pt x="22" y="52"/>
                      <a:pt x="29" y="45"/>
                    </a:cubicBezTo>
                    <a:cubicBezTo>
                      <a:pt x="36" y="38"/>
                      <a:pt x="51" y="42"/>
                      <a:pt x="58" y="35"/>
                    </a:cubicBezTo>
                    <a:cubicBezTo>
                      <a:pt x="92" y="0"/>
                      <a:pt x="63" y="6"/>
                      <a:pt x="48" y="6"/>
                    </a:cubicBezTo>
                    <a:close/>
                  </a:path>
                </a:pathLst>
              </a:custGeom>
              <a:solidFill>
                <a:schemeClr val="bg1"/>
              </a:solidFill>
              <a:ln w="9525">
                <a:noFill/>
                <a:round/>
                <a:headEnd/>
                <a:tailEnd/>
              </a:ln>
            </p:spPr>
            <p:txBody>
              <a:bodyPr/>
              <a:lstStyle/>
              <a:p>
                <a:endParaRPr lang="en-US"/>
              </a:p>
            </p:txBody>
          </p:sp>
          <p:sp>
            <p:nvSpPr>
              <p:cNvPr id="60" name="Freeform 10"/>
              <p:cNvSpPr>
                <a:spLocks/>
              </p:cNvSpPr>
              <p:nvPr/>
            </p:nvSpPr>
            <p:spPr bwMode="auto">
              <a:xfrm>
                <a:off x="5458088" y="-380670"/>
                <a:ext cx="4078288" cy="1287463"/>
              </a:xfrm>
              <a:custGeom>
                <a:avLst/>
                <a:gdLst>
                  <a:gd name="T0" fmla="*/ 2147483647 w 2713"/>
                  <a:gd name="T1" fmla="*/ 2147483647 h 821"/>
                  <a:gd name="T2" fmla="*/ 2147483647 w 2713"/>
                  <a:gd name="T3" fmla="*/ 2147483647 h 821"/>
                  <a:gd name="T4" fmla="*/ 2147483647 w 2713"/>
                  <a:gd name="T5" fmla="*/ 2147483647 h 821"/>
                  <a:gd name="T6" fmla="*/ 2147483647 w 2713"/>
                  <a:gd name="T7" fmla="*/ 2147483647 h 821"/>
                  <a:gd name="T8" fmla="*/ 2147483647 w 2713"/>
                  <a:gd name="T9" fmla="*/ 2147483647 h 821"/>
                  <a:gd name="T10" fmla="*/ 2147483647 w 2713"/>
                  <a:gd name="T11" fmla="*/ 2147483647 h 821"/>
                  <a:gd name="T12" fmla="*/ 2147483647 w 2713"/>
                  <a:gd name="T13" fmla="*/ 2147483647 h 821"/>
                  <a:gd name="T14" fmla="*/ 2147483647 w 2713"/>
                  <a:gd name="T15" fmla="*/ 2147483647 h 821"/>
                  <a:gd name="T16" fmla="*/ 0 60000 65536"/>
                  <a:gd name="T17" fmla="*/ 0 60000 65536"/>
                  <a:gd name="T18" fmla="*/ 0 60000 65536"/>
                  <a:gd name="T19" fmla="*/ 0 60000 65536"/>
                  <a:gd name="T20" fmla="*/ 0 60000 65536"/>
                  <a:gd name="T21" fmla="*/ 0 60000 65536"/>
                  <a:gd name="T22" fmla="*/ 0 60000 65536"/>
                  <a:gd name="T23" fmla="*/ 0 60000 65536"/>
                  <a:gd name="T24" fmla="*/ 0 w 2713"/>
                  <a:gd name="T25" fmla="*/ 0 h 821"/>
                  <a:gd name="T26" fmla="*/ 2713 w 2713"/>
                  <a:gd name="T27" fmla="*/ 821 h 8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13" h="821">
                    <a:moveTo>
                      <a:pt x="34" y="789"/>
                    </a:moveTo>
                    <a:cubicBezTo>
                      <a:pt x="37" y="787"/>
                      <a:pt x="0" y="792"/>
                      <a:pt x="53" y="789"/>
                    </a:cubicBezTo>
                    <a:cubicBezTo>
                      <a:pt x="106" y="786"/>
                      <a:pt x="229" y="821"/>
                      <a:pt x="351" y="770"/>
                    </a:cubicBezTo>
                    <a:cubicBezTo>
                      <a:pt x="473" y="719"/>
                      <a:pt x="607" y="610"/>
                      <a:pt x="783" y="482"/>
                    </a:cubicBezTo>
                    <a:cubicBezTo>
                      <a:pt x="959" y="354"/>
                      <a:pt x="1205" y="0"/>
                      <a:pt x="1407" y="2"/>
                    </a:cubicBezTo>
                    <a:cubicBezTo>
                      <a:pt x="1609" y="4"/>
                      <a:pt x="1827" y="364"/>
                      <a:pt x="1993" y="492"/>
                    </a:cubicBezTo>
                    <a:cubicBezTo>
                      <a:pt x="2159" y="620"/>
                      <a:pt x="2285" y="719"/>
                      <a:pt x="2405" y="770"/>
                    </a:cubicBezTo>
                    <a:cubicBezTo>
                      <a:pt x="2525" y="821"/>
                      <a:pt x="2649" y="793"/>
                      <a:pt x="2713" y="799"/>
                    </a:cubicBezTo>
                  </a:path>
                </a:pathLst>
              </a:custGeom>
              <a:noFill/>
              <a:ln w="57150">
                <a:solidFill>
                  <a:srgbClr val="3366CC"/>
                </a:solidFill>
                <a:round/>
                <a:headEnd/>
                <a:tailEnd/>
              </a:ln>
            </p:spPr>
            <p:txBody>
              <a:bodyPr/>
              <a:lstStyle/>
              <a:p>
                <a:endParaRPr lang="en-US"/>
              </a:p>
            </p:txBody>
          </p:sp>
          <p:sp>
            <p:nvSpPr>
              <p:cNvPr id="61" name="Line 11"/>
              <p:cNvSpPr>
                <a:spLocks noChangeShapeType="1"/>
              </p:cNvSpPr>
              <p:nvPr/>
            </p:nvSpPr>
            <p:spPr bwMode="auto">
              <a:xfrm>
                <a:off x="5311775" y="929658"/>
                <a:ext cx="4267200" cy="0"/>
              </a:xfrm>
              <a:prstGeom prst="line">
                <a:avLst/>
              </a:prstGeom>
              <a:noFill/>
              <a:ln w="57150">
                <a:solidFill>
                  <a:srgbClr val="3366CC"/>
                </a:solidFill>
                <a:round/>
                <a:headEnd/>
                <a:tailEnd/>
              </a:ln>
            </p:spPr>
            <p:txBody>
              <a:bodyPr/>
              <a:lstStyle/>
              <a:p>
                <a:endParaRPr lang="en-US"/>
              </a:p>
            </p:txBody>
          </p:sp>
        </p:grpSp>
        <p:sp>
          <p:nvSpPr>
            <p:cNvPr id="6" name="Oval 5"/>
            <p:cNvSpPr/>
            <p:nvPr/>
          </p:nvSpPr>
          <p:spPr>
            <a:xfrm>
              <a:off x="6743061" y="2421487"/>
              <a:ext cx="367425" cy="1579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9" name="Oval 68"/>
            <p:cNvSpPr/>
            <p:nvPr/>
          </p:nvSpPr>
          <p:spPr>
            <a:xfrm>
              <a:off x="6772629" y="4482152"/>
              <a:ext cx="367425" cy="1579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4828" name="Text Box 64"/>
            <p:cNvSpPr txBox="1">
              <a:spLocks noChangeArrowheads="1"/>
            </p:cNvSpPr>
            <p:nvPr/>
          </p:nvSpPr>
          <p:spPr bwMode="auto">
            <a:xfrm>
              <a:off x="5091752" y="4169437"/>
              <a:ext cx="3505200" cy="549275"/>
            </a:xfrm>
            <a:prstGeom prst="rect">
              <a:avLst/>
            </a:prstGeom>
            <a:noFill/>
            <a:ln w="9525">
              <a:noFill/>
              <a:miter lim="800000"/>
              <a:headEnd/>
              <a:tailEnd/>
            </a:ln>
          </p:spPr>
          <p:txBody>
            <a:bodyPr>
              <a:spAutoFit/>
            </a:bodyPr>
            <a:lstStyle/>
            <a:p>
              <a:pPr>
                <a:spcBef>
                  <a:spcPct val="50000"/>
                </a:spcBef>
              </a:pPr>
              <a:r>
                <a:rPr lang="en-US" sz="3000" b="1" dirty="0">
                  <a:solidFill>
                    <a:srgbClr val="6600CC"/>
                  </a:solidFill>
                  <a:latin typeface="Angsana New" pitchFamily="18" charset="-34"/>
                </a:rPr>
                <a:t>P(</a:t>
              </a:r>
              <a:r>
                <a:rPr lang="en-US" sz="2400" b="1" dirty="0">
                  <a:solidFill>
                    <a:srgbClr val="6600CC"/>
                  </a:solidFill>
                  <a:latin typeface="Angsana New" pitchFamily="18" charset="-34"/>
                  <a:sym typeface="Symbol" pitchFamily="18" charset="2"/>
                </a:rPr>
                <a:t></a:t>
              </a:r>
              <a:r>
                <a:rPr lang="en-US" sz="3000" b="1" dirty="0">
                  <a:solidFill>
                    <a:srgbClr val="6600CC"/>
                  </a:solidFill>
                  <a:latin typeface="Angsana New" pitchFamily="18" charset="-34"/>
                  <a:sym typeface="Symbol" pitchFamily="18" charset="2"/>
                </a:rPr>
                <a:t> – </a:t>
              </a:r>
              <a:r>
                <a:rPr lang="en-US" sz="2400" b="1" dirty="0">
                  <a:solidFill>
                    <a:srgbClr val="6600CC"/>
                  </a:solidFill>
                  <a:latin typeface="Angsana New" pitchFamily="18" charset="-34"/>
                  <a:sym typeface="Symbol" pitchFamily="18" charset="2"/>
                </a:rPr>
                <a:t></a:t>
              </a:r>
              <a:r>
                <a:rPr lang="en-US" sz="3000" b="1" dirty="0">
                  <a:solidFill>
                    <a:srgbClr val="6600CC"/>
                  </a:solidFill>
                  <a:latin typeface="Angsana New" pitchFamily="18" charset="-34"/>
                </a:rPr>
                <a:t> </a:t>
              </a:r>
              <a:r>
                <a:rPr lang="en-US" sz="3000" b="1" u="sng" dirty="0">
                  <a:solidFill>
                    <a:srgbClr val="6600CC"/>
                  </a:solidFill>
                  <a:latin typeface="Angsana New" pitchFamily="18" charset="-34"/>
                </a:rPr>
                <a:t>&lt;</a:t>
              </a:r>
              <a:r>
                <a:rPr lang="en-US" sz="3000" b="1" dirty="0">
                  <a:solidFill>
                    <a:srgbClr val="6600CC"/>
                  </a:solidFill>
                  <a:latin typeface="Angsana New" pitchFamily="18" charset="-34"/>
                </a:rPr>
                <a:t> X </a:t>
              </a:r>
              <a:r>
                <a:rPr lang="en-US" sz="3000" b="1" u="sng" dirty="0">
                  <a:solidFill>
                    <a:srgbClr val="6600CC"/>
                  </a:solidFill>
                  <a:latin typeface="Angsana New" pitchFamily="18" charset="-34"/>
                </a:rPr>
                <a:t>&lt;</a:t>
              </a:r>
              <a:r>
                <a:rPr lang="en-US" sz="3000" b="1" dirty="0">
                  <a:solidFill>
                    <a:srgbClr val="6600CC"/>
                  </a:solidFill>
                  <a:latin typeface="Angsana New" pitchFamily="18" charset="-34"/>
                </a:rPr>
                <a:t> </a:t>
              </a:r>
              <a:r>
                <a:rPr lang="en-US" sz="2400" b="1" dirty="0">
                  <a:solidFill>
                    <a:srgbClr val="6600CC"/>
                  </a:solidFill>
                  <a:latin typeface="Angsana New" pitchFamily="18" charset="-34"/>
                  <a:sym typeface="Symbol" pitchFamily="18" charset="2"/>
                </a:rPr>
                <a:t></a:t>
              </a:r>
              <a:r>
                <a:rPr lang="en-US" sz="3000" b="1" dirty="0">
                  <a:solidFill>
                    <a:srgbClr val="6600CC"/>
                  </a:solidFill>
                  <a:latin typeface="Angsana New" pitchFamily="18" charset="-34"/>
                  <a:sym typeface="Symbol" pitchFamily="18" charset="2"/>
                </a:rPr>
                <a:t> + </a:t>
              </a:r>
              <a:r>
                <a:rPr lang="en-US" sz="2400" b="1" dirty="0">
                  <a:solidFill>
                    <a:srgbClr val="6600CC"/>
                  </a:solidFill>
                  <a:latin typeface="Angsana New" pitchFamily="18" charset="-34"/>
                  <a:sym typeface="Symbol" pitchFamily="18" charset="2"/>
                </a:rPr>
                <a:t></a:t>
              </a:r>
              <a:r>
                <a:rPr lang="en-US" sz="3000" b="1" dirty="0">
                  <a:solidFill>
                    <a:srgbClr val="6600CC"/>
                  </a:solidFill>
                  <a:latin typeface="Angsana New" pitchFamily="18" charset="-34"/>
                  <a:sym typeface="Symbol" pitchFamily="18" charset="2"/>
                </a:rPr>
                <a:t>) = 0.6826</a:t>
              </a:r>
              <a:r>
                <a:rPr lang="en-US" sz="3000" b="1" dirty="0">
                  <a:solidFill>
                    <a:srgbClr val="6600CC"/>
                  </a:solidFill>
                  <a:latin typeface="Angsana New" pitchFamily="18" charset="-34"/>
                </a:rPr>
                <a:t> </a:t>
              </a:r>
            </a:p>
          </p:txBody>
        </p:sp>
        <p:sp>
          <p:nvSpPr>
            <p:cNvPr id="71" name="Oval 70"/>
            <p:cNvSpPr/>
            <p:nvPr/>
          </p:nvSpPr>
          <p:spPr>
            <a:xfrm>
              <a:off x="1930024" y="4490112"/>
              <a:ext cx="367425" cy="1579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grpSp>
          <p:nvGrpSpPr>
            <p:cNvPr id="75" name="Group 74"/>
            <p:cNvGrpSpPr/>
            <p:nvPr/>
          </p:nvGrpSpPr>
          <p:grpSpPr>
            <a:xfrm>
              <a:off x="86432" y="2514600"/>
              <a:ext cx="3992562" cy="1371791"/>
              <a:chOff x="4575529" y="2499945"/>
              <a:chExt cx="4306887" cy="1473169"/>
            </a:xfrm>
          </p:grpSpPr>
          <p:sp>
            <p:nvSpPr>
              <p:cNvPr id="76" name="AutoShape 67" descr="25%"/>
              <p:cNvSpPr>
                <a:spLocks noChangeArrowheads="1"/>
              </p:cNvSpPr>
              <p:nvPr/>
            </p:nvSpPr>
            <p:spPr bwMode="auto">
              <a:xfrm>
                <a:off x="6816208" y="2529461"/>
                <a:ext cx="1766605" cy="1424753"/>
              </a:xfrm>
              <a:prstGeom prst="rtTriangle">
                <a:avLst/>
              </a:prstGeom>
              <a:pattFill prst="pct25">
                <a:fgClr>
                  <a:srgbClr val="3366CC"/>
                </a:fgClr>
                <a:bgClr>
                  <a:schemeClr val="bg1"/>
                </a:bgClr>
              </a:pattFill>
              <a:ln w="9525">
                <a:noFill/>
                <a:miter lim="800000"/>
                <a:headEnd/>
                <a:tailEnd/>
              </a:ln>
            </p:spPr>
            <p:txBody>
              <a:bodyPr wrap="none" anchor="ctr"/>
              <a:lstStyle/>
              <a:p>
                <a:endParaRPr lang="en-US"/>
              </a:p>
            </p:txBody>
          </p:sp>
          <p:sp>
            <p:nvSpPr>
              <p:cNvPr id="77" name="AutoShape 68"/>
              <p:cNvSpPr>
                <a:spLocks noChangeArrowheads="1"/>
              </p:cNvSpPr>
              <p:nvPr/>
            </p:nvSpPr>
            <p:spPr bwMode="auto">
              <a:xfrm>
                <a:off x="7699510" y="3195239"/>
                <a:ext cx="762218" cy="742950"/>
              </a:xfrm>
              <a:prstGeom prst="rtTriangle">
                <a:avLst/>
              </a:prstGeom>
              <a:solidFill>
                <a:schemeClr val="bg1"/>
              </a:solidFill>
              <a:ln w="9525">
                <a:noFill/>
                <a:miter lim="800000"/>
                <a:headEnd/>
                <a:tailEnd/>
              </a:ln>
            </p:spPr>
            <p:txBody>
              <a:bodyPr wrap="none" anchor="ctr"/>
              <a:lstStyle/>
              <a:p>
                <a:endParaRPr lang="en-US"/>
              </a:p>
            </p:txBody>
          </p:sp>
          <p:sp>
            <p:nvSpPr>
              <p:cNvPr id="78" name="AutoShape 69" descr="25%"/>
              <p:cNvSpPr>
                <a:spLocks noChangeArrowheads="1"/>
              </p:cNvSpPr>
              <p:nvPr/>
            </p:nvSpPr>
            <p:spPr bwMode="auto">
              <a:xfrm flipH="1">
                <a:off x="5065476" y="2499945"/>
                <a:ext cx="1750731" cy="1419208"/>
              </a:xfrm>
              <a:prstGeom prst="rtTriangle">
                <a:avLst/>
              </a:prstGeom>
              <a:pattFill prst="pct25">
                <a:fgClr>
                  <a:srgbClr val="3366CC"/>
                </a:fgClr>
                <a:bgClr>
                  <a:schemeClr val="bg1"/>
                </a:bgClr>
              </a:pattFill>
              <a:ln w="9525">
                <a:noFill/>
                <a:miter lim="800000"/>
                <a:headEnd/>
                <a:tailEnd/>
              </a:ln>
            </p:spPr>
            <p:txBody>
              <a:bodyPr wrap="none" anchor="ctr"/>
              <a:lstStyle/>
              <a:p>
                <a:endParaRPr lang="en-US"/>
              </a:p>
            </p:txBody>
          </p:sp>
          <p:sp>
            <p:nvSpPr>
              <p:cNvPr id="79" name="AutoShape 70"/>
              <p:cNvSpPr>
                <a:spLocks noChangeArrowheads="1"/>
              </p:cNvSpPr>
              <p:nvPr/>
            </p:nvSpPr>
            <p:spPr bwMode="auto">
              <a:xfrm flipH="1">
                <a:off x="5104166" y="2815011"/>
                <a:ext cx="1268705" cy="1085078"/>
              </a:xfrm>
              <a:prstGeom prst="rtTriangle">
                <a:avLst/>
              </a:prstGeom>
              <a:solidFill>
                <a:schemeClr val="bg1"/>
              </a:solidFill>
              <a:ln w="9525">
                <a:noFill/>
                <a:miter lim="800000"/>
                <a:headEnd/>
                <a:tailEnd/>
              </a:ln>
            </p:spPr>
            <p:txBody>
              <a:bodyPr wrap="none" anchor="ctr"/>
              <a:lstStyle/>
              <a:p>
                <a:endParaRPr lang="en-US"/>
              </a:p>
            </p:txBody>
          </p:sp>
          <p:sp>
            <p:nvSpPr>
              <p:cNvPr id="80" name="AutoShape 71"/>
              <p:cNvSpPr>
                <a:spLocks noChangeArrowheads="1"/>
              </p:cNvSpPr>
              <p:nvPr/>
            </p:nvSpPr>
            <p:spPr bwMode="auto">
              <a:xfrm flipH="1">
                <a:off x="5088291" y="3485752"/>
                <a:ext cx="554038" cy="414337"/>
              </a:xfrm>
              <a:prstGeom prst="rtTriangle">
                <a:avLst/>
              </a:prstGeom>
              <a:solidFill>
                <a:schemeClr val="bg1"/>
              </a:solidFill>
              <a:ln w="9525">
                <a:noFill/>
                <a:miter lim="800000"/>
                <a:headEnd/>
                <a:tailEnd/>
              </a:ln>
            </p:spPr>
            <p:txBody>
              <a:bodyPr wrap="none" anchor="ctr"/>
              <a:lstStyle/>
              <a:p>
                <a:endParaRPr lang="en-US"/>
              </a:p>
            </p:txBody>
          </p:sp>
          <p:sp>
            <p:nvSpPr>
              <p:cNvPr id="81" name="AutoShape 72"/>
              <p:cNvSpPr>
                <a:spLocks noChangeArrowheads="1"/>
              </p:cNvSpPr>
              <p:nvPr/>
            </p:nvSpPr>
            <p:spPr bwMode="auto">
              <a:xfrm>
                <a:off x="7928329" y="3500039"/>
                <a:ext cx="554037" cy="414338"/>
              </a:xfrm>
              <a:prstGeom prst="rtTriangle">
                <a:avLst/>
              </a:prstGeom>
              <a:solidFill>
                <a:schemeClr val="bg1"/>
              </a:solidFill>
              <a:ln w="9525">
                <a:noFill/>
                <a:miter lim="800000"/>
                <a:headEnd/>
                <a:tailEnd/>
              </a:ln>
            </p:spPr>
            <p:txBody>
              <a:bodyPr wrap="none" anchor="ctr"/>
              <a:lstStyle/>
              <a:p>
                <a:endParaRPr lang="en-US"/>
              </a:p>
            </p:txBody>
          </p:sp>
          <p:sp>
            <p:nvSpPr>
              <p:cNvPr id="82" name="Line 77"/>
              <p:cNvSpPr>
                <a:spLocks noChangeShapeType="1"/>
              </p:cNvSpPr>
              <p:nvPr/>
            </p:nvSpPr>
            <p:spPr bwMode="auto">
              <a:xfrm>
                <a:off x="6845654" y="2601514"/>
                <a:ext cx="0" cy="1371600"/>
              </a:xfrm>
              <a:prstGeom prst="line">
                <a:avLst/>
              </a:prstGeom>
              <a:noFill/>
              <a:ln w="38100" cap="rnd">
                <a:solidFill>
                  <a:srgbClr val="3366CC"/>
                </a:solidFill>
                <a:prstDash val="sysDot"/>
                <a:round/>
                <a:headEnd/>
                <a:tailEnd/>
              </a:ln>
            </p:spPr>
            <p:txBody>
              <a:bodyPr/>
              <a:lstStyle/>
              <a:p>
                <a:endParaRPr lang="en-US"/>
              </a:p>
            </p:txBody>
          </p:sp>
          <p:sp>
            <p:nvSpPr>
              <p:cNvPr id="83" name="Freeform 78"/>
              <p:cNvSpPr>
                <a:spLocks/>
              </p:cNvSpPr>
              <p:nvPr/>
            </p:nvSpPr>
            <p:spPr bwMode="auto">
              <a:xfrm>
                <a:off x="7499704" y="3033314"/>
                <a:ext cx="903287" cy="711200"/>
              </a:xfrm>
              <a:custGeom>
                <a:avLst/>
                <a:gdLst>
                  <a:gd name="T0" fmla="*/ 2147483647 w 569"/>
                  <a:gd name="T1" fmla="*/ 2147483647 h 448"/>
                  <a:gd name="T2" fmla="*/ 2147483647 w 569"/>
                  <a:gd name="T3" fmla="*/ 2147483647 h 448"/>
                  <a:gd name="T4" fmla="*/ 2147483647 w 569"/>
                  <a:gd name="T5" fmla="*/ 2147483647 h 448"/>
                  <a:gd name="T6" fmla="*/ 2147483647 w 569"/>
                  <a:gd name="T7" fmla="*/ 2147483647 h 448"/>
                  <a:gd name="T8" fmla="*/ 2147483647 w 569"/>
                  <a:gd name="T9" fmla="*/ 2147483647 h 448"/>
                  <a:gd name="T10" fmla="*/ 2147483647 w 569"/>
                  <a:gd name="T11" fmla="*/ 2147483647 h 448"/>
                  <a:gd name="T12" fmla="*/ 2147483647 w 569"/>
                  <a:gd name="T13" fmla="*/ 2147483647 h 448"/>
                  <a:gd name="T14" fmla="*/ 0 w 569"/>
                  <a:gd name="T15" fmla="*/ 2147483647 h 448"/>
                  <a:gd name="T16" fmla="*/ 2147483647 w 569"/>
                  <a:gd name="T17" fmla="*/ 2147483647 h 448"/>
                  <a:gd name="T18" fmla="*/ 2147483647 w 569"/>
                  <a:gd name="T19" fmla="*/ 2147483647 h 448"/>
                  <a:gd name="T20" fmla="*/ 2147483647 w 569"/>
                  <a:gd name="T21" fmla="*/ 2147483647 h 448"/>
                  <a:gd name="T22" fmla="*/ 2147483647 w 569"/>
                  <a:gd name="T23" fmla="*/ 2147483647 h 448"/>
                  <a:gd name="T24" fmla="*/ 2147483647 w 569"/>
                  <a:gd name="T25" fmla="*/ 2147483647 h 448"/>
                  <a:gd name="T26" fmla="*/ 2147483647 w 569"/>
                  <a:gd name="T27" fmla="*/ 2147483647 h 448"/>
                  <a:gd name="T28" fmla="*/ 2147483647 w 569"/>
                  <a:gd name="T29" fmla="*/ 2147483647 h 448"/>
                  <a:gd name="T30" fmla="*/ 2147483647 w 569"/>
                  <a:gd name="T31" fmla="*/ 2147483647 h 4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69"/>
                  <a:gd name="T49" fmla="*/ 0 h 448"/>
                  <a:gd name="T50" fmla="*/ 569 w 569"/>
                  <a:gd name="T51" fmla="*/ 448 h 4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69" h="448">
                    <a:moveTo>
                      <a:pt x="509" y="448"/>
                    </a:moveTo>
                    <a:cubicBezTo>
                      <a:pt x="463" y="437"/>
                      <a:pt x="420" y="392"/>
                      <a:pt x="374" y="381"/>
                    </a:cubicBezTo>
                    <a:cubicBezTo>
                      <a:pt x="332" y="352"/>
                      <a:pt x="298" y="311"/>
                      <a:pt x="250" y="294"/>
                    </a:cubicBezTo>
                    <a:cubicBezTo>
                      <a:pt x="195" y="241"/>
                      <a:pt x="269" y="306"/>
                      <a:pt x="202" y="266"/>
                    </a:cubicBezTo>
                    <a:cubicBezTo>
                      <a:pt x="178" y="251"/>
                      <a:pt x="163" y="218"/>
                      <a:pt x="144" y="198"/>
                    </a:cubicBezTo>
                    <a:cubicBezTo>
                      <a:pt x="131" y="162"/>
                      <a:pt x="118" y="152"/>
                      <a:pt x="86" y="131"/>
                    </a:cubicBezTo>
                    <a:cubicBezTo>
                      <a:pt x="70" y="79"/>
                      <a:pt x="91" y="115"/>
                      <a:pt x="29" y="93"/>
                    </a:cubicBezTo>
                    <a:cubicBezTo>
                      <a:pt x="18" y="89"/>
                      <a:pt x="10" y="80"/>
                      <a:pt x="0" y="74"/>
                    </a:cubicBezTo>
                    <a:cubicBezTo>
                      <a:pt x="32" y="40"/>
                      <a:pt x="55" y="0"/>
                      <a:pt x="105" y="15"/>
                    </a:cubicBezTo>
                    <a:cubicBezTo>
                      <a:pt x="162" y="53"/>
                      <a:pt x="150" y="106"/>
                      <a:pt x="192" y="160"/>
                    </a:cubicBezTo>
                    <a:cubicBezTo>
                      <a:pt x="215" y="227"/>
                      <a:pt x="250" y="108"/>
                      <a:pt x="297" y="178"/>
                    </a:cubicBezTo>
                    <a:cubicBezTo>
                      <a:pt x="302" y="186"/>
                      <a:pt x="235" y="238"/>
                      <a:pt x="240" y="246"/>
                    </a:cubicBezTo>
                    <a:cubicBezTo>
                      <a:pt x="262" y="283"/>
                      <a:pt x="397" y="242"/>
                      <a:pt x="432" y="265"/>
                    </a:cubicBezTo>
                    <a:cubicBezTo>
                      <a:pt x="466" y="288"/>
                      <a:pt x="425" y="348"/>
                      <a:pt x="461" y="371"/>
                    </a:cubicBezTo>
                    <a:cubicBezTo>
                      <a:pt x="467" y="381"/>
                      <a:pt x="528" y="373"/>
                      <a:pt x="537" y="380"/>
                    </a:cubicBezTo>
                    <a:cubicBezTo>
                      <a:pt x="569" y="406"/>
                      <a:pt x="509" y="424"/>
                      <a:pt x="509" y="448"/>
                    </a:cubicBezTo>
                    <a:close/>
                  </a:path>
                </a:pathLst>
              </a:custGeom>
              <a:solidFill>
                <a:schemeClr val="bg1"/>
              </a:solidFill>
              <a:ln w="9525">
                <a:noFill/>
                <a:round/>
                <a:headEnd/>
                <a:tailEnd/>
              </a:ln>
            </p:spPr>
            <p:txBody>
              <a:bodyPr/>
              <a:lstStyle/>
              <a:p>
                <a:endParaRPr lang="en-US"/>
              </a:p>
            </p:txBody>
          </p:sp>
          <p:grpSp>
            <p:nvGrpSpPr>
              <p:cNvPr id="84" name="Group 80"/>
              <p:cNvGrpSpPr>
                <a:grpSpLocks/>
              </p:cNvGrpSpPr>
              <p:nvPr/>
            </p:nvGrpSpPr>
            <p:grpSpPr bwMode="auto">
              <a:xfrm>
                <a:off x="4575529" y="2585639"/>
                <a:ext cx="4306887" cy="1339850"/>
                <a:chOff x="1296" y="1008"/>
                <a:chExt cx="2713" cy="844"/>
              </a:xfrm>
            </p:grpSpPr>
            <p:sp>
              <p:nvSpPr>
                <p:cNvPr id="85" name="Freeform 81"/>
                <p:cNvSpPr>
                  <a:spLocks/>
                </p:cNvSpPr>
                <p:nvPr/>
              </p:nvSpPr>
              <p:spPr bwMode="auto">
                <a:xfrm>
                  <a:off x="1296" y="1008"/>
                  <a:ext cx="2713" cy="821"/>
                </a:xfrm>
                <a:custGeom>
                  <a:avLst/>
                  <a:gdLst>
                    <a:gd name="T0" fmla="*/ 34 w 2713"/>
                    <a:gd name="T1" fmla="*/ 789 h 821"/>
                    <a:gd name="T2" fmla="*/ 53 w 2713"/>
                    <a:gd name="T3" fmla="*/ 789 h 821"/>
                    <a:gd name="T4" fmla="*/ 351 w 2713"/>
                    <a:gd name="T5" fmla="*/ 770 h 821"/>
                    <a:gd name="T6" fmla="*/ 783 w 2713"/>
                    <a:gd name="T7" fmla="*/ 482 h 821"/>
                    <a:gd name="T8" fmla="*/ 1407 w 2713"/>
                    <a:gd name="T9" fmla="*/ 2 h 821"/>
                    <a:gd name="T10" fmla="*/ 1993 w 2713"/>
                    <a:gd name="T11" fmla="*/ 492 h 821"/>
                    <a:gd name="T12" fmla="*/ 2405 w 2713"/>
                    <a:gd name="T13" fmla="*/ 770 h 821"/>
                    <a:gd name="T14" fmla="*/ 2713 w 2713"/>
                    <a:gd name="T15" fmla="*/ 799 h 821"/>
                    <a:gd name="T16" fmla="*/ 0 60000 65536"/>
                    <a:gd name="T17" fmla="*/ 0 60000 65536"/>
                    <a:gd name="T18" fmla="*/ 0 60000 65536"/>
                    <a:gd name="T19" fmla="*/ 0 60000 65536"/>
                    <a:gd name="T20" fmla="*/ 0 60000 65536"/>
                    <a:gd name="T21" fmla="*/ 0 60000 65536"/>
                    <a:gd name="T22" fmla="*/ 0 60000 65536"/>
                    <a:gd name="T23" fmla="*/ 0 60000 65536"/>
                    <a:gd name="T24" fmla="*/ 0 w 2713"/>
                    <a:gd name="T25" fmla="*/ 0 h 821"/>
                    <a:gd name="T26" fmla="*/ 2713 w 2713"/>
                    <a:gd name="T27" fmla="*/ 821 h 8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13" h="821">
                      <a:moveTo>
                        <a:pt x="34" y="789"/>
                      </a:moveTo>
                      <a:cubicBezTo>
                        <a:pt x="37" y="787"/>
                        <a:pt x="0" y="792"/>
                        <a:pt x="53" y="789"/>
                      </a:cubicBezTo>
                      <a:cubicBezTo>
                        <a:pt x="106" y="786"/>
                        <a:pt x="229" y="821"/>
                        <a:pt x="351" y="770"/>
                      </a:cubicBezTo>
                      <a:cubicBezTo>
                        <a:pt x="473" y="719"/>
                        <a:pt x="607" y="610"/>
                        <a:pt x="783" y="482"/>
                      </a:cubicBezTo>
                      <a:cubicBezTo>
                        <a:pt x="959" y="354"/>
                        <a:pt x="1205" y="0"/>
                        <a:pt x="1407" y="2"/>
                      </a:cubicBezTo>
                      <a:cubicBezTo>
                        <a:pt x="1609" y="4"/>
                        <a:pt x="1827" y="364"/>
                        <a:pt x="1993" y="492"/>
                      </a:cubicBezTo>
                      <a:cubicBezTo>
                        <a:pt x="2159" y="620"/>
                        <a:pt x="2285" y="719"/>
                        <a:pt x="2405" y="770"/>
                      </a:cubicBezTo>
                      <a:cubicBezTo>
                        <a:pt x="2525" y="821"/>
                        <a:pt x="2649" y="793"/>
                        <a:pt x="2713" y="799"/>
                      </a:cubicBezTo>
                    </a:path>
                  </a:pathLst>
                </a:custGeom>
                <a:noFill/>
                <a:ln w="57150">
                  <a:solidFill>
                    <a:srgbClr val="3366CC"/>
                  </a:solidFill>
                  <a:round/>
                  <a:headEnd/>
                  <a:tailEnd/>
                </a:ln>
              </p:spPr>
              <p:txBody>
                <a:bodyPr/>
                <a:lstStyle/>
                <a:p>
                  <a:endParaRPr lang="en-US"/>
                </a:p>
              </p:txBody>
            </p:sp>
            <p:sp>
              <p:nvSpPr>
                <p:cNvPr id="86" name="Line 82"/>
                <p:cNvSpPr>
                  <a:spLocks noChangeShapeType="1"/>
                </p:cNvSpPr>
                <p:nvPr/>
              </p:nvSpPr>
              <p:spPr bwMode="auto">
                <a:xfrm>
                  <a:off x="1311" y="1852"/>
                  <a:ext cx="2688" cy="0"/>
                </a:xfrm>
                <a:prstGeom prst="line">
                  <a:avLst/>
                </a:prstGeom>
                <a:noFill/>
                <a:ln w="57150">
                  <a:solidFill>
                    <a:srgbClr val="3366CC"/>
                  </a:solidFill>
                  <a:round/>
                  <a:headEnd/>
                  <a:tailEnd/>
                </a:ln>
              </p:spPr>
              <p:txBody>
                <a:bodyPr/>
                <a:lstStyle/>
                <a:p>
                  <a:endParaRPr lang="en-US"/>
                </a:p>
              </p:txBody>
            </p:sp>
          </p:grpSp>
        </p:grpSp>
        <p:sp>
          <p:nvSpPr>
            <p:cNvPr id="87" name="Oval 86"/>
            <p:cNvSpPr/>
            <p:nvPr/>
          </p:nvSpPr>
          <p:spPr>
            <a:xfrm>
              <a:off x="1967045" y="2411441"/>
              <a:ext cx="367425" cy="1579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88" name="Text Box 75"/>
            <p:cNvSpPr txBox="1">
              <a:spLocks noChangeArrowheads="1"/>
            </p:cNvSpPr>
            <p:nvPr/>
          </p:nvSpPr>
          <p:spPr bwMode="auto">
            <a:xfrm>
              <a:off x="1621808" y="3698544"/>
              <a:ext cx="1829531" cy="584775"/>
            </a:xfrm>
            <a:prstGeom prst="rect">
              <a:avLst/>
            </a:prstGeom>
            <a:noFill/>
            <a:ln w="9525">
              <a:noFill/>
              <a:miter lim="800000"/>
              <a:headEnd/>
              <a:tailEnd/>
            </a:ln>
          </p:spPr>
          <p:txBody>
            <a:bodyPr wrap="square">
              <a:spAutoFit/>
            </a:bodyPr>
            <a:lstStyle/>
            <a:p>
              <a:pPr>
                <a:spcBef>
                  <a:spcPct val="50000"/>
                </a:spcBef>
              </a:pPr>
              <a:r>
                <a:rPr lang="en-US" sz="3200" b="1" dirty="0">
                  <a:solidFill>
                    <a:srgbClr val="6600CC"/>
                  </a:solidFill>
                  <a:latin typeface="Angsana New" pitchFamily="18" charset="-34"/>
                  <a:sym typeface="Symbol" pitchFamily="18" charset="2"/>
                </a:rPr>
                <a:t>A               b</a:t>
              </a:r>
              <a:endParaRPr lang="en-US" sz="3200" b="1" dirty="0">
                <a:solidFill>
                  <a:srgbClr val="6600CC"/>
                </a:solidFill>
                <a:latin typeface="Angsana New" pitchFamily="18" charset="-34"/>
              </a:endParaRPr>
            </a:p>
          </p:txBody>
        </p:sp>
        <p:sp>
          <p:nvSpPr>
            <p:cNvPr id="89" name="Text Box 5"/>
            <p:cNvSpPr txBox="1">
              <a:spLocks noChangeArrowheads="1"/>
            </p:cNvSpPr>
            <p:nvPr/>
          </p:nvSpPr>
          <p:spPr bwMode="auto">
            <a:xfrm>
              <a:off x="214952" y="4168994"/>
              <a:ext cx="4222750" cy="553998"/>
            </a:xfrm>
            <a:prstGeom prst="rect">
              <a:avLst/>
            </a:prstGeom>
            <a:noFill/>
            <a:ln w="9525">
              <a:noFill/>
              <a:miter lim="800000"/>
              <a:headEnd/>
              <a:tailEnd/>
            </a:ln>
          </p:spPr>
          <p:txBody>
            <a:bodyPr wrap="square">
              <a:spAutoFit/>
            </a:bodyPr>
            <a:lstStyle/>
            <a:p>
              <a:pPr>
                <a:spcBef>
                  <a:spcPct val="50000"/>
                </a:spcBef>
              </a:pPr>
              <a:r>
                <a:rPr lang="en-US" sz="3000" b="1" dirty="0">
                  <a:solidFill>
                    <a:srgbClr val="7030A0"/>
                  </a:solidFill>
                  <a:latin typeface="Angsana New" panose="02020603050405020304" pitchFamily="18" charset="-34"/>
                </a:rPr>
                <a:t>P(a </a:t>
              </a:r>
              <a:r>
                <a:rPr lang="en-US" sz="3000" b="1" u="sng" dirty="0">
                  <a:solidFill>
                    <a:srgbClr val="7030A0"/>
                  </a:solidFill>
                  <a:latin typeface="Angsana New" pitchFamily="18" charset="-34"/>
                </a:rPr>
                <a:t>&lt;</a:t>
              </a:r>
              <a:r>
                <a:rPr lang="en-US" sz="3000" b="1" dirty="0">
                  <a:solidFill>
                    <a:srgbClr val="7030A0"/>
                  </a:solidFill>
                  <a:latin typeface="Angsana New" pitchFamily="18" charset="-34"/>
                </a:rPr>
                <a:t> X </a:t>
              </a:r>
              <a:r>
                <a:rPr lang="en-US" sz="3000" b="1" u="sng" dirty="0">
                  <a:solidFill>
                    <a:srgbClr val="7030A0"/>
                  </a:solidFill>
                  <a:latin typeface="Angsana New" pitchFamily="18" charset="-34"/>
                </a:rPr>
                <a:t>&lt;</a:t>
              </a:r>
              <a:r>
                <a:rPr lang="en-US" sz="3000" b="1" dirty="0">
                  <a:solidFill>
                    <a:srgbClr val="7030A0"/>
                  </a:solidFill>
                  <a:latin typeface="Angsana New" pitchFamily="18" charset="-34"/>
                </a:rPr>
                <a:t>  b</a:t>
              </a:r>
              <a:r>
                <a:rPr lang="en-US" sz="3000" b="1" dirty="0">
                  <a:solidFill>
                    <a:srgbClr val="7030A0"/>
                  </a:solidFill>
                  <a:latin typeface="Angsana New" pitchFamily="18" charset="-34"/>
                  <a:sym typeface="Symbol" pitchFamily="18" charset="2"/>
                </a:rPr>
                <a:t>) = P(X </a:t>
              </a:r>
              <a:r>
                <a:rPr lang="en-US" sz="3000" b="1" u="sng" dirty="0">
                  <a:solidFill>
                    <a:srgbClr val="7030A0"/>
                  </a:solidFill>
                  <a:latin typeface="Angsana New" pitchFamily="18" charset="-34"/>
                  <a:sym typeface="Symbol" pitchFamily="18" charset="2"/>
                </a:rPr>
                <a:t>&lt;</a:t>
              </a:r>
              <a:r>
                <a:rPr lang="en-US" sz="3000" b="1" dirty="0">
                  <a:solidFill>
                    <a:srgbClr val="7030A0"/>
                  </a:solidFill>
                  <a:latin typeface="Angsana New" pitchFamily="18" charset="-34"/>
                  <a:sym typeface="Symbol" pitchFamily="18" charset="2"/>
                </a:rPr>
                <a:t> b ) – P(X &lt; a)</a:t>
              </a:r>
              <a:r>
                <a:rPr lang="en-US" sz="3000" b="1" dirty="0">
                  <a:solidFill>
                    <a:srgbClr val="7030A0"/>
                  </a:solidFill>
                  <a:latin typeface="Angsana New" pitchFamily="18" charset="-34"/>
                </a:rPr>
                <a:t> </a:t>
              </a:r>
            </a:p>
          </p:txBody>
        </p:sp>
        <p:sp>
          <p:nvSpPr>
            <p:cNvPr id="90" name="Text Box 18"/>
            <p:cNvSpPr txBox="1">
              <a:spLocks noChangeArrowheads="1"/>
            </p:cNvSpPr>
            <p:nvPr/>
          </p:nvSpPr>
          <p:spPr bwMode="auto">
            <a:xfrm>
              <a:off x="6012301" y="844709"/>
              <a:ext cx="2961352" cy="458587"/>
            </a:xfrm>
            <a:prstGeom prst="rect">
              <a:avLst/>
            </a:prstGeom>
            <a:noFill/>
            <a:ln w="9525">
              <a:noFill/>
              <a:miter lim="800000"/>
              <a:headEnd/>
              <a:tailEnd/>
            </a:ln>
          </p:spPr>
          <p:txBody>
            <a:bodyPr wrap="square">
              <a:spAutoFit/>
            </a:bodyPr>
            <a:lstStyle/>
            <a:p>
              <a:pPr algn="r">
                <a:lnSpc>
                  <a:spcPct val="80000"/>
                </a:lnSpc>
              </a:pPr>
              <a:r>
                <a:rPr lang="en-US" b="1" dirty="0" err="1">
                  <a:solidFill>
                    <a:srgbClr val="006600"/>
                  </a:solidFill>
                  <a:latin typeface="Angsana New" pitchFamily="18" charset="-34"/>
                </a:rPr>
                <a:t>ค่าเฉลี่ยของ</a:t>
              </a:r>
              <a:r>
                <a:rPr lang="en-US" b="1" dirty="0">
                  <a:solidFill>
                    <a:srgbClr val="006600"/>
                  </a:solidFill>
                  <a:latin typeface="Angsana New" pitchFamily="18" charset="-34"/>
                </a:rPr>
                <a:t> X : E(X)  = </a:t>
              </a:r>
              <a:r>
                <a:rPr lang="en-US" sz="2400" b="1" dirty="0">
                  <a:solidFill>
                    <a:srgbClr val="006600"/>
                  </a:solidFill>
                  <a:latin typeface="Angsana New" pitchFamily="18" charset="-34"/>
                  <a:sym typeface="Symbol" pitchFamily="18" charset="2"/>
                </a:rPr>
                <a:t></a:t>
              </a:r>
            </a:p>
          </p:txBody>
        </p:sp>
        <p:sp>
          <p:nvSpPr>
            <p:cNvPr id="91" name="Text Box 19"/>
            <p:cNvSpPr txBox="1">
              <a:spLocks noChangeArrowheads="1"/>
            </p:cNvSpPr>
            <p:nvPr/>
          </p:nvSpPr>
          <p:spPr bwMode="auto">
            <a:xfrm>
              <a:off x="5334000" y="1315557"/>
              <a:ext cx="3747603" cy="437043"/>
            </a:xfrm>
            <a:prstGeom prst="rect">
              <a:avLst/>
            </a:prstGeom>
            <a:noFill/>
            <a:ln w="9525">
              <a:noFill/>
              <a:miter lim="800000"/>
              <a:headEnd/>
              <a:tailEnd/>
            </a:ln>
          </p:spPr>
          <p:txBody>
            <a:bodyPr wrap="square">
              <a:spAutoFit/>
            </a:bodyPr>
            <a:lstStyle/>
            <a:p>
              <a:pPr algn="r">
                <a:lnSpc>
                  <a:spcPct val="80000"/>
                </a:lnSpc>
              </a:pPr>
              <a:r>
                <a:rPr lang="en-US" b="1" dirty="0" err="1">
                  <a:solidFill>
                    <a:srgbClr val="990033"/>
                  </a:solidFill>
                  <a:latin typeface="Angsana New" pitchFamily="18" charset="-34"/>
                </a:rPr>
                <a:t>ความแปรปรวนของ</a:t>
              </a:r>
              <a:r>
                <a:rPr lang="en-US" b="1" dirty="0">
                  <a:solidFill>
                    <a:srgbClr val="990033"/>
                  </a:solidFill>
                  <a:latin typeface="Angsana New" pitchFamily="18" charset="-34"/>
                </a:rPr>
                <a:t> X: V(X)  = </a:t>
              </a:r>
              <a:r>
                <a:rPr lang="en-US" sz="2400" b="1" dirty="0">
                  <a:solidFill>
                    <a:srgbClr val="990033"/>
                  </a:solidFill>
                  <a:latin typeface="Angsana New" pitchFamily="18" charset="-34"/>
                  <a:sym typeface="Symbol" pitchFamily="18" charset="2"/>
                </a:rPr>
                <a:t></a:t>
              </a:r>
              <a:r>
                <a:rPr lang="en-US" b="1" baseline="30000" dirty="0">
                  <a:solidFill>
                    <a:srgbClr val="990033"/>
                  </a:solidFill>
                  <a:latin typeface="Angsana New" pitchFamily="18" charset="-34"/>
                  <a:sym typeface="Symbol" pitchFamily="18" charset="2"/>
                </a:rPr>
                <a:t>2</a:t>
              </a:r>
            </a:p>
          </p:txBody>
        </p:sp>
      </p:grpSp>
      <p:sp>
        <p:nvSpPr>
          <p:cNvPr id="92" name="Rectangle 3"/>
          <p:cNvSpPr>
            <a:spLocks noGrp="1" noChangeArrowheads="1"/>
          </p:cNvSpPr>
          <p:nvPr>
            <p:ph type="ctrTitle"/>
          </p:nvPr>
        </p:nvSpPr>
        <p:spPr>
          <a:xfrm>
            <a:off x="120650" y="90488"/>
            <a:ext cx="8899525" cy="647700"/>
          </a:xfrm>
        </p:spPr>
        <p:txBody>
          <a:bodyPr/>
          <a:lstStyle/>
          <a:p>
            <a:pPr eaLnBrk="1" hangingPunct="1">
              <a:lnSpc>
                <a:spcPct val="90000"/>
              </a:lnSpc>
            </a:pPr>
            <a:r>
              <a:rPr lang="en-US" sz="4000" b="1" dirty="0" err="1">
                <a:solidFill>
                  <a:srgbClr val="CC00FF"/>
                </a:solidFill>
                <a:latin typeface="Angsana New" pitchFamily="18" charset="-34"/>
              </a:rPr>
              <a:t>การแจกแจงปกติ</a:t>
            </a:r>
            <a:r>
              <a:rPr lang="en-US" sz="4000" b="1" dirty="0">
                <a:solidFill>
                  <a:srgbClr val="CC00FF"/>
                </a:solidFill>
                <a:latin typeface="Angsana New" pitchFamily="18" charset="-34"/>
              </a:rPr>
              <a:t> (Normal Distribution):  </a:t>
            </a:r>
            <a:r>
              <a:rPr lang="en-US" sz="4000" b="1" dirty="0">
                <a:solidFill>
                  <a:srgbClr val="3333FF"/>
                </a:solidFill>
                <a:latin typeface="Angsana New" pitchFamily="18" charset="-34"/>
              </a:rPr>
              <a:t>X  </a:t>
            </a:r>
            <a:r>
              <a:rPr lang="en-US" sz="4000" b="1" dirty="0">
                <a:solidFill>
                  <a:srgbClr val="3333FF"/>
                </a:solidFill>
                <a:latin typeface="Angsana New" pitchFamily="18" charset="-34"/>
                <a:sym typeface="Symbol" pitchFamily="18" charset="2"/>
              </a:rPr>
              <a:t> N(</a:t>
            </a:r>
            <a:r>
              <a:rPr lang="en-US" sz="3200" b="1" dirty="0">
                <a:solidFill>
                  <a:srgbClr val="3333FF"/>
                </a:solidFill>
                <a:latin typeface="Angsana New" pitchFamily="18" charset="-34"/>
                <a:sym typeface="Symbol" pitchFamily="18" charset="2"/>
              </a:rPr>
              <a:t></a:t>
            </a:r>
            <a:r>
              <a:rPr lang="en-US" sz="4000" b="1" dirty="0">
                <a:solidFill>
                  <a:srgbClr val="3333FF"/>
                </a:solidFill>
                <a:latin typeface="Angsana New" pitchFamily="18" charset="-34"/>
                <a:sym typeface="Symbol" pitchFamily="18" charset="2"/>
              </a:rPr>
              <a:t> , </a:t>
            </a:r>
            <a:r>
              <a:rPr lang="en-US" sz="3200" b="1" dirty="0">
                <a:solidFill>
                  <a:srgbClr val="3333FF"/>
                </a:solidFill>
                <a:latin typeface="Angsana New" pitchFamily="18" charset="-34"/>
                <a:sym typeface="Symbol" pitchFamily="18" charset="2"/>
              </a:rPr>
              <a:t></a:t>
            </a:r>
            <a:r>
              <a:rPr lang="en-US" sz="4000" b="1" baseline="30000" dirty="0">
                <a:solidFill>
                  <a:srgbClr val="3333FF"/>
                </a:solidFill>
                <a:latin typeface="Angsana New" pitchFamily="18" charset="-34"/>
                <a:sym typeface="Symbol" pitchFamily="18" charset="2"/>
              </a:rPr>
              <a:t>2</a:t>
            </a:r>
            <a:r>
              <a:rPr lang="en-US" sz="4000" b="1" dirty="0">
                <a:solidFill>
                  <a:srgbClr val="3333FF"/>
                </a:solidFill>
                <a:latin typeface="Angsana New" pitchFamily="18" charset="-34"/>
                <a:sym typeface="Symbol" pitchFamily="18" charset="2"/>
              </a:rPr>
              <a:t>)</a:t>
            </a:r>
            <a:r>
              <a:rPr lang="en-US" sz="4000" b="1" dirty="0">
                <a:solidFill>
                  <a:srgbClr val="CC00FF"/>
                </a:solidFill>
                <a:latin typeface="Angsana New" pitchFamily="18" charset="-34"/>
              </a:rPr>
              <a:t> </a:t>
            </a:r>
          </a:p>
        </p:txBody>
      </p:sp>
      <p:sp>
        <p:nvSpPr>
          <p:cNvPr id="3" name="Slide Number Placeholder 2">
            <a:extLst>
              <a:ext uri="{FF2B5EF4-FFF2-40B4-BE49-F238E27FC236}">
                <a16:creationId xmlns:a16="http://schemas.microsoft.com/office/drawing/2014/main" id="{ADEE7F59-26B0-4EDA-9AAE-B3C3FE814B28}"/>
              </a:ext>
            </a:extLst>
          </p:cNvPr>
          <p:cNvSpPr>
            <a:spLocks noGrp="1"/>
          </p:cNvSpPr>
          <p:nvPr>
            <p:ph type="sldNum" sz="quarter" idx="12"/>
          </p:nvPr>
        </p:nvSpPr>
        <p:spPr/>
        <p:txBody>
          <a:bodyPr/>
          <a:lstStyle/>
          <a:p>
            <a:pPr>
              <a:defRPr/>
            </a:pPr>
            <a:fld id="{0598EADD-7714-4E0A-AD4B-AC83F9F5DA12}" type="slidenum">
              <a:rPr lang="en-US" smtClean="0"/>
              <a:pPr>
                <a:defRPr/>
              </a:pPr>
              <a:t>25</a:t>
            </a:fld>
            <a:endParaRPr lang="th-TH"/>
          </a:p>
        </p:txBody>
      </p:sp>
    </p:spTree>
    <p:extLst>
      <p:ext uri="{BB962C8B-B14F-4D97-AF65-F5344CB8AC3E}">
        <p14:creationId xmlns:p14="http://schemas.microsoft.com/office/powerpoint/2010/main" val="29263002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dissolve">
                                      <p:cBhvr>
                                        <p:cTn id="7" dur="3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ctrTitle"/>
          </p:nvPr>
        </p:nvSpPr>
        <p:spPr>
          <a:xfrm>
            <a:off x="120650" y="152400"/>
            <a:ext cx="8899525" cy="914400"/>
          </a:xfrm>
        </p:spPr>
        <p:txBody>
          <a:bodyPr/>
          <a:lstStyle/>
          <a:p>
            <a:pPr eaLnBrk="1" hangingPunct="1">
              <a:lnSpc>
                <a:spcPct val="90000"/>
              </a:lnSpc>
            </a:pPr>
            <a:r>
              <a:rPr lang="en-US" sz="5200" b="1">
                <a:solidFill>
                  <a:srgbClr val="CC00FF"/>
                </a:solidFill>
                <a:latin typeface="Angsana New" pitchFamily="18" charset="-34"/>
              </a:rPr>
              <a:t>การแจกแจงปกติ (Normal Distribution)</a:t>
            </a:r>
          </a:p>
        </p:txBody>
      </p:sp>
      <p:sp>
        <p:nvSpPr>
          <p:cNvPr id="23594" name="Rectangle 42"/>
          <p:cNvSpPr>
            <a:spLocks noChangeArrowheads="1"/>
          </p:cNvSpPr>
          <p:nvPr/>
        </p:nvSpPr>
        <p:spPr bwMode="auto">
          <a:xfrm>
            <a:off x="123825" y="152400"/>
            <a:ext cx="8899525" cy="914400"/>
          </a:xfrm>
          <a:prstGeom prst="rect">
            <a:avLst/>
          </a:prstGeom>
          <a:solidFill>
            <a:schemeClr val="bg1"/>
          </a:solidFill>
          <a:ln w="9525">
            <a:noFill/>
            <a:miter lim="800000"/>
            <a:headEnd/>
            <a:tailEnd/>
          </a:ln>
        </p:spPr>
        <p:txBody>
          <a:bodyPr anchor="ctr"/>
          <a:lstStyle/>
          <a:p>
            <a:pPr algn="ctr">
              <a:lnSpc>
                <a:spcPct val="90000"/>
              </a:lnSpc>
            </a:pPr>
            <a:r>
              <a:rPr lang="en-US" sz="5200" b="1">
                <a:solidFill>
                  <a:srgbClr val="CC00FF"/>
                </a:solidFill>
                <a:latin typeface="Angsana New" pitchFamily="18" charset="-34"/>
              </a:rPr>
              <a:t>การแจกแจงปกติมาตรฐาน (Standard Normal)</a:t>
            </a:r>
          </a:p>
        </p:txBody>
      </p:sp>
      <p:sp>
        <p:nvSpPr>
          <p:cNvPr id="23555" name="Rectangle 3"/>
          <p:cNvSpPr>
            <a:spLocks noChangeArrowheads="1"/>
          </p:cNvSpPr>
          <p:nvPr/>
        </p:nvSpPr>
        <p:spPr bwMode="auto">
          <a:xfrm>
            <a:off x="1447800" y="1555750"/>
            <a:ext cx="2667000" cy="838200"/>
          </a:xfrm>
          <a:prstGeom prst="rect">
            <a:avLst/>
          </a:prstGeom>
          <a:noFill/>
          <a:ln w="9525">
            <a:noFill/>
            <a:miter lim="800000"/>
            <a:headEnd/>
            <a:tailEnd/>
          </a:ln>
        </p:spPr>
        <p:txBody>
          <a:bodyPr/>
          <a:lstStyle/>
          <a:p>
            <a:pPr marL="457200" indent="-457200">
              <a:tabLst>
                <a:tab pos="457200" algn="l"/>
              </a:tabLst>
            </a:pPr>
            <a:r>
              <a:rPr lang="en-US" sz="5000" b="1">
                <a:solidFill>
                  <a:srgbClr val="0000FF"/>
                </a:solidFill>
                <a:latin typeface="Angsana New" pitchFamily="18" charset="-34"/>
              </a:rPr>
              <a:t>X ~ N(</a:t>
            </a:r>
            <a:r>
              <a:rPr lang="en-US" sz="4000" b="1">
                <a:solidFill>
                  <a:srgbClr val="0000FF"/>
                </a:solidFill>
                <a:latin typeface="Angsana New" pitchFamily="18" charset="-34"/>
                <a:sym typeface="Symbol" pitchFamily="18" charset="2"/>
              </a:rPr>
              <a:t></a:t>
            </a:r>
            <a:r>
              <a:rPr lang="en-US" sz="5000" b="1">
                <a:solidFill>
                  <a:srgbClr val="0000FF"/>
                </a:solidFill>
                <a:latin typeface="Angsana New" pitchFamily="18" charset="-34"/>
              </a:rPr>
              <a:t> , </a:t>
            </a:r>
            <a:r>
              <a:rPr lang="en-US" sz="4000" b="1">
                <a:solidFill>
                  <a:srgbClr val="0000FF"/>
                </a:solidFill>
                <a:latin typeface="Angsana New" pitchFamily="18" charset="-34"/>
                <a:sym typeface="Symbol" pitchFamily="18" charset="2"/>
              </a:rPr>
              <a:t></a:t>
            </a:r>
            <a:r>
              <a:rPr lang="en-US" sz="5000" b="1" baseline="30000">
                <a:solidFill>
                  <a:srgbClr val="0000FF"/>
                </a:solidFill>
                <a:latin typeface="Angsana New" pitchFamily="18" charset="-34"/>
                <a:sym typeface="Symbol" pitchFamily="18" charset="2"/>
              </a:rPr>
              <a:t>2</a:t>
            </a:r>
            <a:r>
              <a:rPr lang="en-US" sz="5000" b="1">
                <a:solidFill>
                  <a:srgbClr val="0000FF"/>
                </a:solidFill>
                <a:latin typeface="Angsana New" pitchFamily="18" charset="-34"/>
              </a:rPr>
              <a:t>) </a:t>
            </a:r>
          </a:p>
        </p:txBody>
      </p:sp>
      <p:grpSp>
        <p:nvGrpSpPr>
          <p:cNvPr id="2" name="Group 20"/>
          <p:cNvGrpSpPr>
            <a:grpSpLocks/>
          </p:cNvGrpSpPr>
          <p:nvPr/>
        </p:nvGrpSpPr>
        <p:grpSpPr bwMode="auto">
          <a:xfrm>
            <a:off x="1479550" y="5029200"/>
            <a:ext cx="3276600" cy="1200150"/>
            <a:chOff x="144" y="1124"/>
            <a:chExt cx="2064" cy="756"/>
          </a:xfrm>
        </p:grpSpPr>
        <p:grpSp>
          <p:nvGrpSpPr>
            <p:cNvPr id="35866" name="Group 18"/>
            <p:cNvGrpSpPr>
              <a:grpSpLocks/>
            </p:cNvGrpSpPr>
            <p:nvPr/>
          </p:nvGrpSpPr>
          <p:grpSpPr bwMode="auto">
            <a:xfrm>
              <a:off x="144" y="1124"/>
              <a:ext cx="2064" cy="756"/>
              <a:chOff x="144" y="1124"/>
              <a:chExt cx="2064" cy="756"/>
            </a:xfrm>
          </p:grpSpPr>
          <p:sp>
            <p:nvSpPr>
              <p:cNvPr id="35868" name="Rectangle 13"/>
              <p:cNvSpPr>
                <a:spLocks noChangeArrowheads="1"/>
              </p:cNvSpPr>
              <p:nvPr/>
            </p:nvSpPr>
            <p:spPr bwMode="auto">
              <a:xfrm>
                <a:off x="144" y="1200"/>
                <a:ext cx="2064" cy="528"/>
              </a:xfrm>
              <a:prstGeom prst="rect">
                <a:avLst/>
              </a:prstGeom>
              <a:noFill/>
              <a:ln w="9525">
                <a:noFill/>
                <a:miter lim="800000"/>
                <a:headEnd/>
                <a:tailEnd/>
              </a:ln>
            </p:spPr>
            <p:txBody>
              <a:bodyPr/>
              <a:lstStyle/>
              <a:p>
                <a:pPr marL="457200" indent="-457200">
                  <a:tabLst>
                    <a:tab pos="457200" algn="l"/>
                  </a:tabLst>
                </a:pPr>
                <a:r>
                  <a:rPr lang="en-US" sz="5000" b="1">
                    <a:solidFill>
                      <a:srgbClr val="990033"/>
                    </a:solidFill>
                    <a:latin typeface="Angsana New" pitchFamily="18" charset="-34"/>
                  </a:rPr>
                  <a:t>X ~ N  </a:t>
                </a:r>
                <a:r>
                  <a:rPr lang="en-US" sz="4000" b="1">
                    <a:solidFill>
                      <a:srgbClr val="990033"/>
                    </a:solidFill>
                    <a:latin typeface="Angsana New" pitchFamily="18" charset="-34"/>
                    <a:sym typeface="Symbol" pitchFamily="18" charset="2"/>
                  </a:rPr>
                  <a:t></a:t>
                </a:r>
                <a:r>
                  <a:rPr lang="en-US" sz="5000" b="1">
                    <a:solidFill>
                      <a:srgbClr val="990033"/>
                    </a:solidFill>
                    <a:latin typeface="Angsana New" pitchFamily="18" charset="-34"/>
                  </a:rPr>
                  <a:t> , </a:t>
                </a:r>
              </a:p>
            </p:txBody>
          </p:sp>
          <p:grpSp>
            <p:nvGrpSpPr>
              <p:cNvPr id="35869" name="Group 16"/>
              <p:cNvGrpSpPr>
                <a:grpSpLocks/>
              </p:cNvGrpSpPr>
              <p:nvPr/>
            </p:nvGrpSpPr>
            <p:grpSpPr bwMode="auto">
              <a:xfrm>
                <a:off x="1368" y="1124"/>
                <a:ext cx="480" cy="756"/>
                <a:chOff x="1288" y="1124"/>
                <a:chExt cx="480" cy="756"/>
              </a:xfrm>
            </p:grpSpPr>
            <p:sp>
              <p:nvSpPr>
                <p:cNvPr id="35871" name="Rectangle 12"/>
                <p:cNvSpPr>
                  <a:spLocks noChangeArrowheads="1"/>
                </p:cNvSpPr>
                <p:nvPr/>
              </p:nvSpPr>
              <p:spPr bwMode="auto">
                <a:xfrm>
                  <a:off x="1288" y="1124"/>
                  <a:ext cx="480" cy="528"/>
                </a:xfrm>
                <a:prstGeom prst="rect">
                  <a:avLst/>
                </a:prstGeom>
                <a:noFill/>
                <a:ln w="9525">
                  <a:noFill/>
                  <a:miter lim="800000"/>
                  <a:headEnd/>
                  <a:tailEnd/>
                </a:ln>
              </p:spPr>
              <p:txBody>
                <a:bodyPr/>
                <a:lstStyle/>
                <a:p>
                  <a:pPr marL="457200" indent="-457200">
                    <a:tabLst>
                      <a:tab pos="457200" algn="l"/>
                    </a:tabLst>
                  </a:pPr>
                  <a:r>
                    <a:rPr lang="en-US" sz="3600" b="1">
                      <a:solidFill>
                        <a:srgbClr val="990033"/>
                      </a:solidFill>
                      <a:latin typeface="Angsana New" pitchFamily="18" charset="-34"/>
                      <a:sym typeface="Symbol" pitchFamily="18" charset="2"/>
                    </a:rPr>
                    <a:t></a:t>
                  </a:r>
                  <a:r>
                    <a:rPr lang="en-US" sz="5000" b="1" baseline="30000">
                      <a:solidFill>
                        <a:srgbClr val="990033"/>
                      </a:solidFill>
                      <a:latin typeface="Angsana New" pitchFamily="18" charset="-34"/>
                      <a:sym typeface="Symbol" pitchFamily="18" charset="2"/>
                    </a:rPr>
                    <a:t>2</a:t>
                  </a:r>
                  <a:endParaRPr lang="en-US" sz="5000" b="1">
                    <a:solidFill>
                      <a:srgbClr val="990033"/>
                    </a:solidFill>
                    <a:latin typeface="Angsana New" pitchFamily="18" charset="-34"/>
                  </a:endParaRPr>
                </a:p>
              </p:txBody>
            </p:sp>
            <p:sp>
              <p:nvSpPr>
                <p:cNvPr id="35872" name="Line 14"/>
                <p:cNvSpPr>
                  <a:spLocks noChangeShapeType="1"/>
                </p:cNvSpPr>
                <p:nvPr/>
              </p:nvSpPr>
              <p:spPr bwMode="auto">
                <a:xfrm>
                  <a:off x="1296" y="1536"/>
                  <a:ext cx="336" cy="0"/>
                </a:xfrm>
                <a:prstGeom prst="line">
                  <a:avLst/>
                </a:prstGeom>
                <a:noFill/>
                <a:ln w="38100">
                  <a:solidFill>
                    <a:srgbClr val="990033"/>
                  </a:solidFill>
                  <a:round/>
                  <a:headEnd/>
                  <a:tailEnd/>
                </a:ln>
              </p:spPr>
              <p:txBody>
                <a:bodyPr/>
                <a:lstStyle/>
                <a:p>
                  <a:endParaRPr lang="en-US"/>
                </a:p>
              </p:txBody>
            </p:sp>
            <p:sp>
              <p:nvSpPr>
                <p:cNvPr id="35873" name="Text Box 15"/>
                <p:cNvSpPr txBox="1">
                  <a:spLocks noChangeArrowheads="1"/>
                </p:cNvSpPr>
                <p:nvPr/>
              </p:nvSpPr>
              <p:spPr bwMode="auto">
                <a:xfrm>
                  <a:off x="1306" y="1361"/>
                  <a:ext cx="384" cy="519"/>
                </a:xfrm>
                <a:prstGeom prst="rect">
                  <a:avLst/>
                </a:prstGeom>
                <a:noFill/>
                <a:ln w="9525">
                  <a:noFill/>
                  <a:miter lim="800000"/>
                  <a:headEnd/>
                  <a:tailEnd/>
                </a:ln>
              </p:spPr>
              <p:txBody>
                <a:bodyPr>
                  <a:spAutoFit/>
                </a:bodyPr>
                <a:lstStyle/>
                <a:p>
                  <a:pPr>
                    <a:spcBef>
                      <a:spcPct val="50000"/>
                    </a:spcBef>
                  </a:pPr>
                  <a:r>
                    <a:rPr lang="en-US" sz="4800" b="1">
                      <a:solidFill>
                        <a:srgbClr val="990033"/>
                      </a:solidFill>
                      <a:latin typeface="Angsana New" pitchFamily="18" charset="-34"/>
                    </a:rPr>
                    <a:t>n</a:t>
                  </a:r>
                </a:p>
              </p:txBody>
            </p:sp>
          </p:grpSp>
          <p:sp>
            <p:nvSpPr>
              <p:cNvPr id="35870" name="AutoShape 17"/>
              <p:cNvSpPr>
                <a:spLocks noChangeArrowheads="1"/>
              </p:cNvSpPr>
              <p:nvPr/>
            </p:nvSpPr>
            <p:spPr bwMode="auto">
              <a:xfrm>
                <a:off x="912" y="1248"/>
                <a:ext cx="932" cy="480"/>
              </a:xfrm>
              <a:prstGeom prst="bracketPair">
                <a:avLst>
                  <a:gd name="adj" fmla="val 16667"/>
                </a:avLst>
              </a:prstGeom>
              <a:noFill/>
              <a:ln w="38100">
                <a:solidFill>
                  <a:srgbClr val="990033"/>
                </a:solidFill>
                <a:round/>
                <a:headEnd/>
                <a:tailEnd/>
              </a:ln>
            </p:spPr>
            <p:txBody>
              <a:bodyPr wrap="none" anchor="ctr"/>
              <a:lstStyle/>
              <a:p>
                <a:endParaRPr lang="en-US"/>
              </a:p>
            </p:txBody>
          </p:sp>
        </p:grpSp>
        <p:sp>
          <p:nvSpPr>
            <p:cNvPr id="35867" name="Line 19"/>
            <p:cNvSpPr>
              <a:spLocks noChangeShapeType="1"/>
            </p:cNvSpPr>
            <p:nvPr/>
          </p:nvSpPr>
          <p:spPr bwMode="auto">
            <a:xfrm>
              <a:off x="202" y="1336"/>
              <a:ext cx="192" cy="0"/>
            </a:xfrm>
            <a:prstGeom prst="line">
              <a:avLst/>
            </a:prstGeom>
            <a:noFill/>
            <a:ln w="38100">
              <a:solidFill>
                <a:srgbClr val="990033"/>
              </a:solidFill>
              <a:round/>
              <a:headEnd/>
              <a:tailEnd/>
            </a:ln>
          </p:spPr>
          <p:txBody>
            <a:bodyPr/>
            <a:lstStyle/>
            <a:p>
              <a:endParaRPr lang="en-US"/>
            </a:p>
          </p:txBody>
        </p:sp>
      </p:grpSp>
      <p:grpSp>
        <p:nvGrpSpPr>
          <p:cNvPr id="5" name="Group 25"/>
          <p:cNvGrpSpPr>
            <a:grpSpLocks/>
          </p:cNvGrpSpPr>
          <p:nvPr/>
        </p:nvGrpSpPr>
        <p:grpSpPr bwMode="auto">
          <a:xfrm>
            <a:off x="5032375" y="1295400"/>
            <a:ext cx="3425825" cy="1219200"/>
            <a:chOff x="338" y="1920"/>
            <a:chExt cx="2158" cy="768"/>
          </a:xfrm>
        </p:grpSpPr>
        <p:grpSp>
          <p:nvGrpSpPr>
            <p:cNvPr id="35861" name="Group 23"/>
            <p:cNvGrpSpPr>
              <a:grpSpLocks/>
            </p:cNvGrpSpPr>
            <p:nvPr/>
          </p:nvGrpSpPr>
          <p:grpSpPr bwMode="auto">
            <a:xfrm>
              <a:off x="338" y="1920"/>
              <a:ext cx="1006" cy="768"/>
              <a:chOff x="338" y="1920"/>
              <a:chExt cx="1006" cy="768"/>
            </a:xfrm>
          </p:grpSpPr>
          <p:sp>
            <p:nvSpPr>
              <p:cNvPr id="35863" name="Rectangle 6"/>
              <p:cNvSpPr>
                <a:spLocks noChangeArrowheads="1"/>
              </p:cNvSpPr>
              <p:nvPr/>
            </p:nvSpPr>
            <p:spPr bwMode="auto">
              <a:xfrm>
                <a:off x="384" y="1920"/>
                <a:ext cx="960" cy="480"/>
              </a:xfrm>
              <a:prstGeom prst="rect">
                <a:avLst/>
              </a:prstGeom>
              <a:noFill/>
              <a:ln w="9525">
                <a:noFill/>
                <a:miter lim="800000"/>
                <a:headEnd/>
                <a:tailEnd/>
              </a:ln>
            </p:spPr>
            <p:txBody>
              <a:bodyPr/>
              <a:lstStyle/>
              <a:p>
                <a:pPr>
                  <a:tabLst>
                    <a:tab pos="457200" algn="l"/>
                  </a:tabLst>
                </a:pPr>
                <a:r>
                  <a:rPr lang="en-US" sz="4800" b="1">
                    <a:solidFill>
                      <a:srgbClr val="0000FF"/>
                    </a:solidFill>
                    <a:latin typeface="Angsana New" pitchFamily="18" charset="-34"/>
                    <a:sym typeface="Symbol" pitchFamily="18" charset="2"/>
                  </a:rPr>
                  <a:t>X –</a:t>
                </a:r>
                <a:r>
                  <a:rPr lang="en-US" sz="3600" b="1">
                    <a:solidFill>
                      <a:srgbClr val="0000FF"/>
                    </a:solidFill>
                    <a:latin typeface="Angsana New" pitchFamily="18" charset="-34"/>
                    <a:sym typeface="Symbol" pitchFamily="18" charset="2"/>
                  </a:rPr>
                  <a:t> </a:t>
                </a:r>
                <a:endParaRPr lang="en-US" sz="5000" b="1">
                  <a:solidFill>
                    <a:srgbClr val="0000FF"/>
                  </a:solidFill>
                  <a:latin typeface="Angsana New" pitchFamily="18" charset="-34"/>
                  <a:sym typeface="Symbol" pitchFamily="18" charset="2"/>
                </a:endParaRPr>
              </a:p>
            </p:txBody>
          </p:sp>
          <p:sp>
            <p:nvSpPr>
              <p:cNvPr id="35864" name="Rectangle 21"/>
              <p:cNvSpPr>
                <a:spLocks noChangeArrowheads="1"/>
              </p:cNvSpPr>
              <p:nvPr/>
            </p:nvSpPr>
            <p:spPr bwMode="auto">
              <a:xfrm>
                <a:off x="598" y="2304"/>
                <a:ext cx="384" cy="384"/>
              </a:xfrm>
              <a:prstGeom prst="rect">
                <a:avLst/>
              </a:prstGeom>
              <a:noFill/>
              <a:ln w="9525">
                <a:noFill/>
                <a:miter lim="800000"/>
                <a:headEnd/>
                <a:tailEnd/>
              </a:ln>
            </p:spPr>
            <p:txBody>
              <a:bodyPr/>
              <a:lstStyle/>
              <a:p>
                <a:pPr>
                  <a:tabLst>
                    <a:tab pos="457200" algn="l"/>
                  </a:tabLst>
                </a:pPr>
                <a:r>
                  <a:rPr lang="en-US" sz="3600" b="1">
                    <a:solidFill>
                      <a:srgbClr val="0000FF"/>
                    </a:solidFill>
                    <a:latin typeface="Angsana New" pitchFamily="18" charset="-34"/>
                    <a:sym typeface="Symbol" pitchFamily="18" charset="2"/>
                  </a:rPr>
                  <a:t></a:t>
                </a:r>
                <a:endParaRPr lang="en-US" sz="5000" b="1">
                  <a:solidFill>
                    <a:srgbClr val="0000FF"/>
                  </a:solidFill>
                  <a:latin typeface="Angsana New" pitchFamily="18" charset="-34"/>
                  <a:sym typeface="Symbol" pitchFamily="18" charset="2"/>
                </a:endParaRPr>
              </a:p>
            </p:txBody>
          </p:sp>
          <p:sp>
            <p:nvSpPr>
              <p:cNvPr id="35865" name="Line 22"/>
              <p:cNvSpPr>
                <a:spLocks noChangeShapeType="1"/>
              </p:cNvSpPr>
              <p:nvPr/>
            </p:nvSpPr>
            <p:spPr bwMode="auto">
              <a:xfrm>
                <a:off x="338" y="2362"/>
                <a:ext cx="768" cy="0"/>
              </a:xfrm>
              <a:prstGeom prst="line">
                <a:avLst/>
              </a:prstGeom>
              <a:noFill/>
              <a:ln w="38100">
                <a:solidFill>
                  <a:srgbClr val="0000FF"/>
                </a:solidFill>
                <a:round/>
                <a:headEnd/>
                <a:tailEnd/>
              </a:ln>
            </p:spPr>
            <p:txBody>
              <a:bodyPr/>
              <a:lstStyle/>
              <a:p>
                <a:endParaRPr lang="en-US"/>
              </a:p>
            </p:txBody>
          </p:sp>
        </p:grpSp>
        <p:sp>
          <p:nvSpPr>
            <p:cNvPr id="35862" name="Text Box 24"/>
            <p:cNvSpPr txBox="1">
              <a:spLocks noChangeArrowheads="1"/>
            </p:cNvSpPr>
            <p:nvPr/>
          </p:nvSpPr>
          <p:spPr bwMode="auto">
            <a:xfrm>
              <a:off x="1248" y="2092"/>
              <a:ext cx="1248" cy="519"/>
            </a:xfrm>
            <a:prstGeom prst="rect">
              <a:avLst/>
            </a:prstGeom>
            <a:noFill/>
            <a:ln w="9525">
              <a:noFill/>
              <a:miter lim="800000"/>
              <a:headEnd/>
              <a:tailEnd/>
            </a:ln>
          </p:spPr>
          <p:txBody>
            <a:bodyPr>
              <a:spAutoFit/>
            </a:bodyPr>
            <a:lstStyle/>
            <a:p>
              <a:pPr>
                <a:spcBef>
                  <a:spcPct val="50000"/>
                </a:spcBef>
              </a:pPr>
              <a:r>
                <a:rPr lang="en-US" sz="4800" b="1">
                  <a:solidFill>
                    <a:srgbClr val="0000FF"/>
                  </a:solidFill>
                  <a:latin typeface="Angsana New" pitchFamily="18" charset="-34"/>
                </a:rPr>
                <a:t>~  N(0 , 1)</a:t>
              </a:r>
            </a:p>
          </p:txBody>
        </p:sp>
      </p:grpSp>
      <p:sp>
        <p:nvSpPr>
          <p:cNvPr id="23578" name="AutoShape 26"/>
          <p:cNvSpPr>
            <a:spLocks noChangeArrowheads="1"/>
          </p:cNvSpPr>
          <p:nvPr/>
        </p:nvSpPr>
        <p:spPr bwMode="auto">
          <a:xfrm>
            <a:off x="838200" y="1219200"/>
            <a:ext cx="3810000" cy="16002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3943 h 21600"/>
              <a:gd name="T14" fmla="*/ 19011 w 21600"/>
              <a:gd name="T15" fmla="*/ 17657 h 21600"/>
            </a:gdLst>
            <a:ahLst/>
            <a:cxnLst>
              <a:cxn ang="T8">
                <a:pos x="T0" y="T1"/>
              </a:cxn>
              <a:cxn ang="T9">
                <a:pos x="T2" y="T3"/>
              </a:cxn>
              <a:cxn ang="T10">
                <a:pos x="T4" y="T5"/>
              </a:cxn>
              <a:cxn ang="T11">
                <a:pos x="T6" y="T7"/>
              </a:cxn>
            </a:cxnLst>
            <a:rect l="T12" t="T13" r="T14" b="T15"/>
            <a:pathLst>
              <a:path w="21600" h="21600">
                <a:moveTo>
                  <a:pt x="17523" y="0"/>
                </a:moveTo>
                <a:lnTo>
                  <a:pt x="17523" y="3943"/>
                </a:lnTo>
                <a:lnTo>
                  <a:pt x="3375" y="3943"/>
                </a:lnTo>
                <a:lnTo>
                  <a:pt x="3375" y="17657"/>
                </a:lnTo>
                <a:lnTo>
                  <a:pt x="17523" y="17657"/>
                </a:lnTo>
                <a:lnTo>
                  <a:pt x="17523" y="21600"/>
                </a:lnTo>
                <a:lnTo>
                  <a:pt x="21600" y="10800"/>
                </a:lnTo>
                <a:close/>
              </a:path>
              <a:path w="21600" h="21600">
                <a:moveTo>
                  <a:pt x="1350" y="3943"/>
                </a:moveTo>
                <a:lnTo>
                  <a:pt x="1350" y="17657"/>
                </a:lnTo>
                <a:lnTo>
                  <a:pt x="2700" y="17657"/>
                </a:lnTo>
                <a:lnTo>
                  <a:pt x="2700" y="3943"/>
                </a:lnTo>
                <a:close/>
              </a:path>
              <a:path w="21600" h="21600">
                <a:moveTo>
                  <a:pt x="0" y="3943"/>
                </a:moveTo>
                <a:lnTo>
                  <a:pt x="0" y="17657"/>
                </a:lnTo>
                <a:lnTo>
                  <a:pt x="675" y="17657"/>
                </a:lnTo>
                <a:lnTo>
                  <a:pt x="675" y="3943"/>
                </a:lnTo>
                <a:close/>
              </a:path>
            </a:pathLst>
          </a:custGeom>
          <a:noFill/>
          <a:ln w="38100">
            <a:solidFill>
              <a:srgbClr val="0000FF"/>
            </a:solidFill>
            <a:miter lim="800000"/>
            <a:headEnd/>
            <a:tailEnd/>
          </a:ln>
        </p:spPr>
        <p:txBody>
          <a:bodyPr wrap="none" anchor="ctr"/>
          <a:lstStyle/>
          <a:p>
            <a:pPr algn="ctr"/>
            <a:endParaRPr lang="en-US">
              <a:solidFill>
                <a:srgbClr val="0000FF"/>
              </a:solidFill>
            </a:endParaRPr>
          </a:p>
        </p:txBody>
      </p:sp>
      <p:sp>
        <p:nvSpPr>
          <p:cNvPr id="23579" name="AutoShape 27"/>
          <p:cNvSpPr>
            <a:spLocks noChangeArrowheads="1"/>
          </p:cNvSpPr>
          <p:nvPr/>
        </p:nvSpPr>
        <p:spPr bwMode="auto">
          <a:xfrm>
            <a:off x="4911725" y="1235075"/>
            <a:ext cx="3546475" cy="1524000"/>
          </a:xfrm>
          <a:prstGeom prst="roundRect">
            <a:avLst>
              <a:gd name="adj" fmla="val 16667"/>
            </a:avLst>
          </a:prstGeom>
          <a:noFill/>
          <a:ln w="38100">
            <a:solidFill>
              <a:srgbClr val="0000FF"/>
            </a:solidFill>
            <a:round/>
            <a:headEnd/>
            <a:tailEnd/>
          </a:ln>
        </p:spPr>
        <p:txBody>
          <a:bodyPr wrap="none" anchor="ctr"/>
          <a:lstStyle/>
          <a:p>
            <a:endParaRPr lang="en-US"/>
          </a:p>
        </p:txBody>
      </p:sp>
      <p:sp>
        <p:nvSpPr>
          <p:cNvPr id="23580" name="AutoShape 28"/>
          <p:cNvSpPr>
            <a:spLocks noChangeArrowheads="1"/>
          </p:cNvSpPr>
          <p:nvPr/>
        </p:nvSpPr>
        <p:spPr bwMode="auto">
          <a:xfrm>
            <a:off x="838200" y="4724400"/>
            <a:ext cx="3810000" cy="17526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3943 h 21600"/>
              <a:gd name="T14" fmla="*/ 19011 w 21600"/>
              <a:gd name="T15" fmla="*/ 17657 h 21600"/>
            </a:gdLst>
            <a:ahLst/>
            <a:cxnLst>
              <a:cxn ang="T8">
                <a:pos x="T0" y="T1"/>
              </a:cxn>
              <a:cxn ang="T9">
                <a:pos x="T2" y="T3"/>
              </a:cxn>
              <a:cxn ang="T10">
                <a:pos x="T4" y="T5"/>
              </a:cxn>
              <a:cxn ang="T11">
                <a:pos x="T6" y="T7"/>
              </a:cxn>
            </a:cxnLst>
            <a:rect l="T12" t="T13" r="T14" b="T15"/>
            <a:pathLst>
              <a:path w="21600" h="21600">
                <a:moveTo>
                  <a:pt x="17523" y="0"/>
                </a:moveTo>
                <a:lnTo>
                  <a:pt x="17523" y="3943"/>
                </a:lnTo>
                <a:lnTo>
                  <a:pt x="3375" y="3943"/>
                </a:lnTo>
                <a:lnTo>
                  <a:pt x="3375" y="17657"/>
                </a:lnTo>
                <a:lnTo>
                  <a:pt x="17523" y="17657"/>
                </a:lnTo>
                <a:lnTo>
                  <a:pt x="17523" y="21600"/>
                </a:lnTo>
                <a:lnTo>
                  <a:pt x="21600" y="10800"/>
                </a:lnTo>
                <a:close/>
              </a:path>
              <a:path w="21600" h="21600">
                <a:moveTo>
                  <a:pt x="1350" y="3943"/>
                </a:moveTo>
                <a:lnTo>
                  <a:pt x="1350" y="17657"/>
                </a:lnTo>
                <a:lnTo>
                  <a:pt x="2700" y="17657"/>
                </a:lnTo>
                <a:lnTo>
                  <a:pt x="2700" y="3943"/>
                </a:lnTo>
                <a:close/>
              </a:path>
              <a:path w="21600" h="21600">
                <a:moveTo>
                  <a:pt x="0" y="3943"/>
                </a:moveTo>
                <a:lnTo>
                  <a:pt x="0" y="17657"/>
                </a:lnTo>
                <a:lnTo>
                  <a:pt x="675" y="17657"/>
                </a:lnTo>
                <a:lnTo>
                  <a:pt x="675" y="3943"/>
                </a:lnTo>
                <a:close/>
              </a:path>
            </a:pathLst>
          </a:custGeom>
          <a:noFill/>
          <a:ln w="38100">
            <a:solidFill>
              <a:srgbClr val="990033"/>
            </a:solidFill>
            <a:miter lim="800000"/>
            <a:headEnd/>
            <a:tailEnd/>
          </a:ln>
        </p:spPr>
        <p:txBody>
          <a:bodyPr wrap="none" anchor="ctr"/>
          <a:lstStyle/>
          <a:p>
            <a:pPr algn="ctr"/>
            <a:endParaRPr lang="en-US">
              <a:solidFill>
                <a:srgbClr val="0000FF"/>
              </a:solidFill>
            </a:endParaRPr>
          </a:p>
        </p:txBody>
      </p:sp>
      <p:sp>
        <p:nvSpPr>
          <p:cNvPr id="23581" name="AutoShape 29"/>
          <p:cNvSpPr>
            <a:spLocks noChangeArrowheads="1"/>
          </p:cNvSpPr>
          <p:nvPr/>
        </p:nvSpPr>
        <p:spPr bwMode="auto">
          <a:xfrm>
            <a:off x="4911725" y="4702175"/>
            <a:ext cx="3546475" cy="1736725"/>
          </a:xfrm>
          <a:prstGeom prst="roundRect">
            <a:avLst>
              <a:gd name="adj" fmla="val 16667"/>
            </a:avLst>
          </a:prstGeom>
          <a:noFill/>
          <a:ln w="38100">
            <a:solidFill>
              <a:srgbClr val="990033"/>
            </a:solidFill>
            <a:round/>
            <a:headEnd/>
            <a:tailEnd/>
          </a:ln>
        </p:spPr>
        <p:txBody>
          <a:bodyPr wrap="none" anchor="ctr"/>
          <a:lstStyle/>
          <a:p>
            <a:endParaRPr lang="en-US"/>
          </a:p>
        </p:txBody>
      </p:sp>
      <p:grpSp>
        <p:nvGrpSpPr>
          <p:cNvPr id="7" name="Group 40"/>
          <p:cNvGrpSpPr>
            <a:grpSpLocks/>
          </p:cNvGrpSpPr>
          <p:nvPr/>
        </p:nvGrpSpPr>
        <p:grpSpPr bwMode="auto">
          <a:xfrm>
            <a:off x="5108575" y="4845050"/>
            <a:ext cx="3282950" cy="1476375"/>
            <a:chOff x="3218" y="2478"/>
            <a:chExt cx="2068" cy="930"/>
          </a:xfrm>
        </p:grpSpPr>
        <p:sp>
          <p:nvSpPr>
            <p:cNvPr id="35853" name="Text Box 35"/>
            <p:cNvSpPr txBox="1">
              <a:spLocks noChangeArrowheads="1"/>
            </p:cNvSpPr>
            <p:nvPr/>
          </p:nvSpPr>
          <p:spPr bwMode="auto">
            <a:xfrm>
              <a:off x="4038" y="2658"/>
              <a:ext cx="1248" cy="519"/>
            </a:xfrm>
            <a:prstGeom prst="rect">
              <a:avLst/>
            </a:prstGeom>
            <a:noFill/>
            <a:ln w="9525">
              <a:noFill/>
              <a:miter lim="800000"/>
              <a:headEnd/>
              <a:tailEnd/>
            </a:ln>
          </p:spPr>
          <p:txBody>
            <a:bodyPr>
              <a:spAutoFit/>
            </a:bodyPr>
            <a:lstStyle/>
            <a:p>
              <a:pPr>
                <a:spcBef>
                  <a:spcPct val="50000"/>
                </a:spcBef>
              </a:pPr>
              <a:r>
                <a:rPr lang="en-US" sz="4800" b="1">
                  <a:solidFill>
                    <a:srgbClr val="990033"/>
                  </a:solidFill>
                  <a:latin typeface="Angsana New" pitchFamily="18" charset="-34"/>
                </a:rPr>
                <a:t>~  N(0 , 1)</a:t>
              </a:r>
            </a:p>
          </p:txBody>
        </p:sp>
        <p:grpSp>
          <p:nvGrpSpPr>
            <p:cNvPr id="35854" name="Group 39"/>
            <p:cNvGrpSpPr>
              <a:grpSpLocks/>
            </p:cNvGrpSpPr>
            <p:nvPr/>
          </p:nvGrpSpPr>
          <p:grpSpPr bwMode="auto">
            <a:xfrm>
              <a:off x="3218" y="2478"/>
              <a:ext cx="1006" cy="930"/>
              <a:chOff x="3168" y="2400"/>
              <a:chExt cx="1006" cy="930"/>
            </a:xfrm>
          </p:grpSpPr>
          <p:sp>
            <p:nvSpPr>
              <p:cNvPr id="35855" name="Rectangle 32"/>
              <p:cNvSpPr>
                <a:spLocks noChangeArrowheads="1"/>
              </p:cNvSpPr>
              <p:nvPr/>
            </p:nvSpPr>
            <p:spPr bwMode="auto">
              <a:xfrm>
                <a:off x="3214" y="2400"/>
                <a:ext cx="960" cy="480"/>
              </a:xfrm>
              <a:prstGeom prst="rect">
                <a:avLst/>
              </a:prstGeom>
              <a:noFill/>
              <a:ln w="9525">
                <a:noFill/>
                <a:miter lim="800000"/>
                <a:headEnd/>
                <a:tailEnd/>
              </a:ln>
            </p:spPr>
            <p:txBody>
              <a:bodyPr/>
              <a:lstStyle/>
              <a:p>
                <a:pPr>
                  <a:tabLst>
                    <a:tab pos="457200" algn="l"/>
                  </a:tabLst>
                </a:pPr>
                <a:r>
                  <a:rPr lang="en-US" sz="4800" b="1">
                    <a:solidFill>
                      <a:srgbClr val="990033"/>
                    </a:solidFill>
                    <a:latin typeface="Angsana New" pitchFamily="18" charset="-34"/>
                    <a:sym typeface="Symbol" pitchFamily="18" charset="2"/>
                  </a:rPr>
                  <a:t>X –</a:t>
                </a:r>
                <a:r>
                  <a:rPr lang="en-US" sz="3600" b="1">
                    <a:solidFill>
                      <a:srgbClr val="990033"/>
                    </a:solidFill>
                    <a:latin typeface="Angsana New" pitchFamily="18" charset="-34"/>
                    <a:sym typeface="Symbol" pitchFamily="18" charset="2"/>
                  </a:rPr>
                  <a:t> </a:t>
                </a:r>
                <a:endParaRPr lang="en-US" sz="5000" b="1">
                  <a:solidFill>
                    <a:srgbClr val="990033"/>
                  </a:solidFill>
                  <a:latin typeface="Angsana New" pitchFamily="18" charset="-34"/>
                  <a:sym typeface="Symbol" pitchFamily="18" charset="2"/>
                </a:endParaRPr>
              </a:p>
            </p:txBody>
          </p:sp>
          <p:sp>
            <p:nvSpPr>
              <p:cNvPr id="35856" name="Line 34"/>
              <p:cNvSpPr>
                <a:spLocks noChangeShapeType="1"/>
              </p:cNvSpPr>
              <p:nvPr/>
            </p:nvSpPr>
            <p:spPr bwMode="auto">
              <a:xfrm>
                <a:off x="3168" y="2852"/>
                <a:ext cx="768" cy="0"/>
              </a:xfrm>
              <a:prstGeom prst="line">
                <a:avLst/>
              </a:prstGeom>
              <a:noFill/>
              <a:ln w="38100">
                <a:solidFill>
                  <a:srgbClr val="990033"/>
                </a:solidFill>
                <a:round/>
                <a:headEnd/>
                <a:tailEnd/>
              </a:ln>
            </p:spPr>
            <p:txBody>
              <a:bodyPr/>
              <a:lstStyle/>
              <a:p>
                <a:endParaRPr lang="en-US"/>
              </a:p>
            </p:txBody>
          </p:sp>
          <p:grpSp>
            <p:nvGrpSpPr>
              <p:cNvPr id="35857" name="Group 37"/>
              <p:cNvGrpSpPr>
                <a:grpSpLocks/>
              </p:cNvGrpSpPr>
              <p:nvPr/>
            </p:nvGrpSpPr>
            <p:grpSpPr bwMode="auto">
              <a:xfrm>
                <a:off x="3168" y="2802"/>
                <a:ext cx="816" cy="528"/>
                <a:chOff x="3216" y="2886"/>
                <a:chExt cx="816" cy="528"/>
              </a:xfrm>
            </p:grpSpPr>
            <p:sp>
              <p:nvSpPr>
                <p:cNvPr id="35859" name="Rectangle 33"/>
                <p:cNvSpPr>
                  <a:spLocks noChangeArrowheads="1"/>
                </p:cNvSpPr>
                <p:nvPr/>
              </p:nvSpPr>
              <p:spPr bwMode="auto">
                <a:xfrm>
                  <a:off x="3216" y="2886"/>
                  <a:ext cx="816" cy="528"/>
                </a:xfrm>
                <a:prstGeom prst="rect">
                  <a:avLst/>
                </a:prstGeom>
                <a:noFill/>
                <a:ln w="9525">
                  <a:noFill/>
                  <a:miter lim="800000"/>
                  <a:headEnd/>
                  <a:tailEnd/>
                </a:ln>
              </p:spPr>
              <p:txBody>
                <a:bodyPr/>
                <a:lstStyle/>
                <a:p>
                  <a:pPr>
                    <a:tabLst>
                      <a:tab pos="457200" algn="l"/>
                    </a:tabLst>
                  </a:pPr>
                  <a:r>
                    <a:rPr lang="en-US" sz="3600" b="1">
                      <a:solidFill>
                        <a:srgbClr val="990033"/>
                      </a:solidFill>
                      <a:latin typeface="Angsana New" pitchFamily="18" charset="-34"/>
                      <a:sym typeface="Symbol" pitchFamily="18" charset="2"/>
                    </a:rPr>
                    <a:t></a:t>
                  </a:r>
                  <a:r>
                    <a:rPr lang="en-US" sz="4800" b="1">
                      <a:solidFill>
                        <a:srgbClr val="990033"/>
                      </a:solidFill>
                      <a:latin typeface="Angsana New" pitchFamily="18" charset="-34"/>
                      <a:sym typeface="Symbol" pitchFamily="18" charset="2"/>
                    </a:rPr>
                    <a:t>/</a:t>
                  </a:r>
                  <a:r>
                    <a:rPr lang="en-US" sz="3200" b="1">
                      <a:solidFill>
                        <a:srgbClr val="990033"/>
                      </a:solidFill>
                      <a:latin typeface="Angsana New" pitchFamily="18" charset="-34"/>
                      <a:sym typeface="Symbol" pitchFamily="18" charset="2"/>
                    </a:rPr>
                    <a:t></a:t>
                  </a:r>
                  <a:r>
                    <a:rPr lang="en-US" sz="4800" b="1">
                      <a:solidFill>
                        <a:srgbClr val="990033"/>
                      </a:solidFill>
                      <a:latin typeface="Angsana New" pitchFamily="18" charset="-34"/>
                      <a:sym typeface="Symbol" pitchFamily="18" charset="2"/>
                    </a:rPr>
                    <a:t>n</a:t>
                  </a:r>
                </a:p>
              </p:txBody>
            </p:sp>
            <p:sp>
              <p:nvSpPr>
                <p:cNvPr id="35860" name="Line 36"/>
                <p:cNvSpPr>
                  <a:spLocks noChangeShapeType="1"/>
                </p:cNvSpPr>
                <p:nvPr/>
              </p:nvSpPr>
              <p:spPr bwMode="auto">
                <a:xfrm>
                  <a:off x="3658" y="3006"/>
                  <a:ext cx="240" cy="0"/>
                </a:xfrm>
                <a:prstGeom prst="line">
                  <a:avLst/>
                </a:prstGeom>
                <a:noFill/>
                <a:ln w="38100">
                  <a:solidFill>
                    <a:srgbClr val="990033"/>
                  </a:solidFill>
                  <a:round/>
                  <a:headEnd/>
                  <a:tailEnd/>
                </a:ln>
              </p:spPr>
              <p:txBody>
                <a:bodyPr/>
                <a:lstStyle/>
                <a:p>
                  <a:endParaRPr lang="en-US"/>
                </a:p>
              </p:txBody>
            </p:sp>
          </p:grpSp>
          <p:sp>
            <p:nvSpPr>
              <p:cNvPr id="35858" name="Line 38"/>
              <p:cNvSpPr>
                <a:spLocks noChangeShapeType="1"/>
              </p:cNvSpPr>
              <p:nvPr/>
            </p:nvSpPr>
            <p:spPr bwMode="auto">
              <a:xfrm>
                <a:off x="3284" y="2516"/>
                <a:ext cx="144" cy="0"/>
              </a:xfrm>
              <a:prstGeom prst="line">
                <a:avLst/>
              </a:prstGeom>
              <a:noFill/>
              <a:ln w="38100">
                <a:solidFill>
                  <a:srgbClr val="990033"/>
                </a:solidFill>
                <a:round/>
                <a:headEnd/>
                <a:tailEnd/>
              </a:ln>
            </p:spPr>
            <p:txBody>
              <a:bodyPr/>
              <a:lstStyle/>
              <a:p>
                <a:endParaRPr lang="en-US"/>
              </a:p>
            </p:txBody>
          </p:sp>
        </p:grpSp>
      </p:grpSp>
      <p:sp>
        <p:nvSpPr>
          <p:cNvPr id="23593" name="Text Box 41"/>
          <p:cNvSpPr txBox="1">
            <a:spLocks noChangeArrowheads="1"/>
          </p:cNvSpPr>
          <p:nvPr/>
        </p:nvSpPr>
        <p:spPr bwMode="auto">
          <a:xfrm>
            <a:off x="228600" y="3671888"/>
            <a:ext cx="5638800" cy="823912"/>
          </a:xfrm>
          <a:prstGeom prst="rect">
            <a:avLst/>
          </a:prstGeom>
          <a:noFill/>
          <a:ln w="9525">
            <a:noFill/>
            <a:miter lim="800000"/>
            <a:headEnd/>
            <a:tailEnd/>
          </a:ln>
        </p:spPr>
        <p:txBody>
          <a:bodyPr>
            <a:spAutoFit/>
          </a:bodyPr>
          <a:lstStyle/>
          <a:p>
            <a:pPr>
              <a:spcBef>
                <a:spcPct val="50000"/>
              </a:spcBef>
            </a:pPr>
            <a:r>
              <a:rPr lang="en-US" sz="4800" b="1">
                <a:solidFill>
                  <a:srgbClr val="006600"/>
                </a:solidFill>
                <a:latin typeface="Angsana New" pitchFamily="18" charset="-34"/>
              </a:rPr>
              <a:t>X</a:t>
            </a:r>
            <a:r>
              <a:rPr lang="en-US" sz="4800" b="1" baseline="-25000">
                <a:solidFill>
                  <a:srgbClr val="006600"/>
                </a:solidFill>
                <a:latin typeface="Angsana New" pitchFamily="18" charset="-34"/>
              </a:rPr>
              <a:t>1</a:t>
            </a:r>
            <a:r>
              <a:rPr lang="en-US" sz="4800" b="1">
                <a:solidFill>
                  <a:srgbClr val="006600"/>
                </a:solidFill>
                <a:latin typeface="Angsana New" pitchFamily="18" charset="-34"/>
              </a:rPr>
              <a:t> , X</a:t>
            </a:r>
            <a:r>
              <a:rPr lang="en-US" sz="4800" b="1" baseline="-25000">
                <a:solidFill>
                  <a:srgbClr val="006600"/>
                </a:solidFill>
                <a:latin typeface="Angsana New" pitchFamily="18" charset="-34"/>
              </a:rPr>
              <a:t>2</a:t>
            </a:r>
            <a:r>
              <a:rPr lang="en-US" sz="4800" b="1">
                <a:solidFill>
                  <a:srgbClr val="006600"/>
                </a:solidFill>
                <a:latin typeface="Angsana New" pitchFamily="18" charset="-34"/>
              </a:rPr>
              <a:t> , … , X</a:t>
            </a:r>
            <a:r>
              <a:rPr lang="en-US" sz="4800" b="1" baseline="-25000">
                <a:solidFill>
                  <a:srgbClr val="006600"/>
                </a:solidFill>
                <a:latin typeface="Angsana New" pitchFamily="18" charset="-34"/>
              </a:rPr>
              <a:t>n</a:t>
            </a:r>
            <a:r>
              <a:rPr lang="en-US" sz="4800" b="1">
                <a:solidFill>
                  <a:srgbClr val="006600"/>
                </a:solidFill>
                <a:latin typeface="Angsana New" pitchFamily="18" charset="-34"/>
              </a:rPr>
              <a:t> i.i.d. N (</a:t>
            </a:r>
            <a:r>
              <a:rPr lang="en-US" sz="3600" b="1">
                <a:solidFill>
                  <a:srgbClr val="006600"/>
                </a:solidFill>
                <a:latin typeface="Angsana New" pitchFamily="18" charset="-34"/>
                <a:sym typeface="Symbol" pitchFamily="18" charset="2"/>
              </a:rPr>
              <a:t></a:t>
            </a:r>
            <a:r>
              <a:rPr lang="en-US" sz="4800" b="1">
                <a:solidFill>
                  <a:srgbClr val="006600"/>
                </a:solidFill>
                <a:latin typeface="Angsana New" pitchFamily="18" charset="-34"/>
              </a:rPr>
              <a:t> , </a:t>
            </a:r>
            <a:r>
              <a:rPr lang="en-US" sz="3600" b="1">
                <a:solidFill>
                  <a:srgbClr val="006600"/>
                </a:solidFill>
                <a:latin typeface="Angsana New" pitchFamily="18" charset="-34"/>
                <a:sym typeface="Symbol" pitchFamily="18" charset="2"/>
              </a:rPr>
              <a:t></a:t>
            </a:r>
            <a:r>
              <a:rPr lang="en-US" sz="4800" b="1" baseline="30000">
                <a:solidFill>
                  <a:srgbClr val="006600"/>
                </a:solidFill>
                <a:latin typeface="Angsana New" pitchFamily="18" charset="-34"/>
                <a:sym typeface="Symbol" pitchFamily="18" charset="2"/>
              </a:rPr>
              <a:t>2</a:t>
            </a:r>
            <a:r>
              <a:rPr lang="en-US" sz="4800" b="1">
                <a:solidFill>
                  <a:srgbClr val="006600"/>
                </a:solidFill>
                <a:latin typeface="Angsana New" pitchFamily="18" charset="-34"/>
              </a:rPr>
              <a:t>) </a:t>
            </a:r>
          </a:p>
        </p:txBody>
      </p:sp>
      <p:sp>
        <p:nvSpPr>
          <p:cNvPr id="3" name="Slide Number Placeholder 2">
            <a:extLst>
              <a:ext uri="{FF2B5EF4-FFF2-40B4-BE49-F238E27FC236}">
                <a16:creationId xmlns:a16="http://schemas.microsoft.com/office/drawing/2014/main" id="{B4124685-BA25-4CFB-A5A9-FA7983F1DB06}"/>
              </a:ext>
            </a:extLst>
          </p:cNvPr>
          <p:cNvSpPr>
            <a:spLocks noGrp="1"/>
          </p:cNvSpPr>
          <p:nvPr>
            <p:ph type="sldNum" sz="quarter" idx="12"/>
          </p:nvPr>
        </p:nvSpPr>
        <p:spPr/>
        <p:txBody>
          <a:bodyPr/>
          <a:lstStyle/>
          <a:p>
            <a:pPr>
              <a:defRPr/>
            </a:pPr>
            <a:fld id="{0598EADD-7714-4E0A-AD4B-AC83F9F5DA12}" type="slidenum">
              <a:rPr lang="en-US" smtClean="0"/>
              <a:pPr>
                <a:defRPr/>
              </a:pPr>
              <a:t>26</a:t>
            </a:fld>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left)">
                                      <p:cBhvr>
                                        <p:cTn id="7" dur="3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78"/>
                                        </p:tgtEl>
                                        <p:attrNameLst>
                                          <p:attrName>style.visibility</p:attrName>
                                        </p:attrNameLst>
                                      </p:cBhvr>
                                      <p:to>
                                        <p:strVal val="visible"/>
                                      </p:to>
                                    </p:set>
                                    <p:animEffect transition="in" filter="wipe(left)">
                                      <p:cBhvr>
                                        <p:cTn id="12" dur="300"/>
                                        <p:tgtEl>
                                          <p:spTgt spid="23578"/>
                                        </p:tgtEl>
                                      </p:cBhvr>
                                    </p:animEffect>
                                  </p:childTnLst>
                                </p:cTn>
                              </p:par>
                            </p:childTnLst>
                          </p:cTn>
                        </p:par>
                        <p:par>
                          <p:cTn id="13" fill="hold">
                            <p:stCondLst>
                              <p:cond delay="30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300"/>
                                        <p:tgtEl>
                                          <p:spTgt spid="5"/>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23579"/>
                                        </p:tgtEl>
                                        <p:attrNameLst>
                                          <p:attrName>style.visibility</p:attrName>
                                        </p:attrNameLst>
                                      </p:cBhvr>
                                      <p:to>
                                        <p:strVal val="visible"/>
                                      </p:to>
                                    </p:set>
                                    <p:animEffect transition="in" filter="wheel(1)">
                                      <p:cBhvr>
                                        <p:cTn id="19" dur="300"/>
                                        <p:tgtEl>
                                          <p:spTgt spid="23579"/>
                                        </p:tgtEl>
                                      </p:cBhvr>
                                    </p:animEffect>
                                  </p:childTnLst>
                                </p:cTn>
                              </p:par>
                            </p:childTnLst>
                          </p:cTn>
                        </p:par>
                        <p:par>
                          <p:cTn id="20" fill="hold">
                            <p:stCondLst>
                              <p:cond delay="600"/>
                            </p:stCondLst>
                            <p:childTnLst>
                              <p:par>
                                <p:cTn id="21" presetID="9" presetClass="entr" presetSubtype="0" fill="hold" grpId="0" nodeType="afterEffect">
                                  <p:stCondLst>
                                    <p:cond delay="0"/>
                                  </p:stCondLst>
                                  <p:childTnLst>
                                    <p:set>
                                      <p:cBhvr>
                                        <p:cTn id="22" dur="1" fill="hold">
                                          <p:stCondLst>
                                            <p:cond delay="0"/>
                                          </p:stCondLst>
                                        </p:cTn>
                                        <p:tgtEl>
                                          <p:spTgt spid="23594"/>
                                        </p:tgtEl>
                                        <p:attrNameLst>
                                          <p:attrName>style.visibility</p:attrName>
                                        </p:attrNameLst>
                                      </p:cBhvr>
                                      <p:to>
                                        <p:strVal val="visible"/>
                                      </p:to>
                                    </p:set>
                                    <p:animEffect transition="in" filter="dissolve">
                                      <p:cBhvr>
                                        <p:cTn id="23" dur="300"/>
                                        <p:tgtEl>
                                          <p:spTgt spid="2359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3593"/>
                                        </p:tgtEl>
                                        <p:attrNameLst>
                                          <p:attrName>style.visibility</p:attrName>
                                        </p:attrNameLst>
                                      </p:cBhvr>
                                      <p:to>
                                        <p:strVal val="visible"/>
                                      </p:to>
                                    </p:set>
                                    <p:animEffect transition="in" filter="wipe(left)">
                                      <p:cBhvr>
                                        <p:cTn id="28" dur="300"/>
                                        <p:tgtEl>
                                          <p:spTgt spid="23593"/>
                                        </p:tgtEl>
                                      </p:cBhvr>
                                    </p:animEffect>
                                  </p:childTnLst>
                                </p:cTn>
                              </p:par>
                            </p:childTnLst>
                          </p:cTn>
                        </p:par>
                        <p:par>
                          <p:cTn id="29" fill="hold">
                            <p:stCondLst>
                              <p:cond delay="300"/>
                            </p:stCondLst>
                            <p:childTnLst>
                              <p:par>
                                <p:cTn id="30" presetID="22" presetClass="entr" presetSubtype="8"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3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580"/>
                                        </p:tgtEl>
                                        <p:attrNameLst>
                                          <p:attrName>style.visibility</p:attrName>
                                        </p:attrNameLst>
                                      </p:cBhvr>
                                      <p:to>
                                        <p:strVal val="visible"/>
                                      </p:to>
                                    </p:set>
                                    <p:animEffect transition="in" filter="wipe(left)">
                                      <p:cBhvr>
                                        <p:cTn id="37" dur="300"/>
                                        <p:tgtEl>
                                          <p:spTgt spid="23580"/>
                                        </p:tgtEl>
                                      </p:cBhvr>
                                    </p:animEffect>
                                  </p:childTnLst>
                                </p:cTn>
                              </p:par>
                            </p:childTnLst>
                          </p:cTn>
                        </p:par>
                        <p:par>
                          <p:cTn id="38" fill="hold">
                            <p:stCondLst>
                              <p:cond delay="300"/>
                            </p:stCondLst>
                            <p:childTnLst>
                              <p:par>
                                <p:cTn id="39" presetID="22" presetClass="entr" presetSubtype="8"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300"/>
                                        <p:tgtEl>
                                          <p:spTgt spid="7"/>
                                        </p:tgtEl>
                                      </p:cBhvr>
                                    </p:animEffect>
                                  </p:childTnLst>
                                </p:cTn>
                              </p:par>
                              <p:par>
                                <p:cTn id="42" presetID="21" presetClass="entr" presetSubtype="1" fill="hold" grpId="0" nodeType="withEffect">
                                  <p:stCondLst>
                                    <p:cond delay="0"/>
                                  </p:stCondLst>
                                  <p:childTnLst>
                                    <p:set>
                                      <p:cBhvr>
                                        <p:cTn id="43" dur="1" fill="hold">
                                          <p:stCondLst>
                                            <p:cond delay="0"/>
                                          </p:stCondLst>
                                        </p:cTn>
                                        <p:tgtEl>
                                          <p:spTgt spid="23581"/>
                                        </p:tgtEl>
                                        <p:attrNameLst>
                                          <p:attrName>style.visibility</p:attrName>
                                        </p:attrNameLst>
                                      </p:cBhvr>
                                      <p:to>
                                        <p:strVal val="visible"/>
                                      </p:to>
                                    </p:set>
                                    <p:animEffect transition="in" filter="wheel(1)">
                                      <p:cBhvr>
                                        <p:cTn id="44" dur="300"/>
                                        <p:tgtEl>
                                          <p:spTgt spid="23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94" grpId="0" animBg="1"/>
      <p:bldP spid="23555" grpId="0" build="p" autoUpdateAnimBg="0" advAuto="0"/>
      <p:bldP spid="23578" grpId="0" animBg="1"/>
      <p:bldP spid="23579" grpId="0" animBg="1"/>
      <p:bldP spid="23580" grpId="0" animBg="1"/>
      <p:bldP spid="23581" grpId="0" animBg="1"/>
      <p:bldP spid="2359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descr="ผืนผ้าใบ"/>
          <p:cNvSpPr>
            <a:spLocks noChangeArrowheads="1"/>
          </p:cNvSpPr>
          <p:nvPr/>
        </p:nvSpPr>
        <p:spPr bwMode="auto">
          <a:xfrm>
            <a:off x="123825" y="152400"/>
            <a:ext cx="8899525" cy="914400"/>
          </a:xfrm>
          <a:prstGeom prst="rect">
            <a:avLst/>
          </a:prstGeom>
          <a:noFill/>
          <a:ln w="9525">
            <a:noFill/>
            <a:miter lim="800000"/>
            <a:headEnd/>
            <a:tailEnd/>
          </a:ln>
        </p:spPr>
        <p:txBody>
          <a:bodyPr anchor="ctr"/>
          <a:lstStyle/>
          <a:p>
            <a:pPr algn="ctr">
              <a:lnSpc>
                <a:spcPct val="90000"/>
              </a:lnSpc>
            </a:pPr>
            <a:r>
              <a:rPr lang="en-US" sz="5200" b="1">
                <a:solidFill>
                  <a:srgbClr val="CC00FF"/>
                </a:solidFill>
                <a:latin typeface="Angsana New" pitchFamily="18" charset="-34"/>
              </a:rPr>
              <a:t>การแจกแจงปกติมาตรฐาน (Standard Normal)</a:t>
            </a:r>
          </a:p>
        </p:txBody>
      </p:sp>
      <p:sp>
        <p:nvSpPr>
          <p:cNvPr id="47139" name="Rectangle 35"/>
          <p:cNvSpPr>
            <a:spLocks noChangeArrowheads="1"/>
          </p:cNvSpPr>
          <p:nvPr/>
        </p:nvSpPr>
        <p:spPr bwMode="auto">
          <a:xfrm>
            <a:off x="104775" y="152400"/>
            <a:ext cx="8899525" cy="914400"/>
          </a:xfrm>
          <a:prstGeom prst="rect">
            <a:avLst/>
          </a:prstGeom>
          <a:solidFill>
            <a:schemeClr val="bg1"/>
          </a:solidFill>
          <a:ln w="9525">
            <a:noFill/>
            <a:miter lim="800000"/>
            <a:headEnd/>
            <a:tailEnd/>
          </a:ln>
        </p:spPr>
        <p:txBody>
          <a:bodyPr anchor="ctr"/>
          <a:lstStyle/>
          <a:p>
            <a:pPr algn="ctr">
              <a:lnSpc>
                <a:spcPct val="90000"/>
              </a:lnSpc>
            </a:pPr>
            <a:r>
              <a:rPr lang="en-US" sz="6000" b="1">
                <a:solidFill>
                  <a:srgbClr val="CC00FF"/>
                </a:solidFill>
                <a:latin typeface="Angsana New" pitchFamily="18" charset="-34"/>
              </a:rPr>
              <a:t>การแจกแจงที (</a:t>
            </a:r>
            <a:r>
              <a:rPr lang="en-US" sz="6000" b="1" i="1">
                <a:solidFill>
                  <a:srgbClr val="CC00FF"/>
                </a:solidFill>
                <a:latin typeface="Angsana New" pitchFamily="18" charset="-34"/>
              </a:rPr>
              <a:t>Student – t distribution</a:t>
            </a:r>
            <a:r>
              <a:rPr lang="en-US" sz="6000" b="1">
                <a:solidFill>
                  <a:srgbClr val="CC00FF"/>
                </a:solidFill>
                <a:latin typeface="Angsana New" pitchFamily="18" charset="-34"/>
              </a:rPr>
              <a:t>)</a:t>
            </a:r>
          </a:p>
        </p:txBody>
      </p:sp>
      <p:grpSp>
        <p:nvGrpSpPr>
          <p:cNvPr id="2" name="Group 47"/>
          <p:cNvGrpSpPr>
            <a:grpSpLocks/>
          </p:cNvGrpSpPr>
          <p:nvPr/>
        </p:nvGrpSpPr>
        <p:grpSpPr bwMode="auto">
          <a:xfrm>
            <a:off x="304800" y="2633663"/>
            <a:ext cx="6324600" cy="1328737"/>
            <a:chOff x="144" y="1872"/>
            <a:chExt cx="3984" cy="837"/>
          </a:xfrm>
        </p:grpSpPr>
        <p:sp>
          <p:nvSpPr>
            <p:cNvPr id="37928" name="Text Box 48" descr="ผืนผ้าใบ"/>
            <p:cNvSpPr txBox="1">
              <a:spLocks noChangeArrowheads="1"/>
            </p:cNvSpPr>
            <p:nvPr/>
          </p:nvSpPr>
          <p:spPr bwMode="auto">
            <a:xfrm>
              <a:off x="144" y="2016"/>
              <a:ext cx="3984" cy="519"/>
            </a:xfrm>
            <a:prstGeom prst="rect">
              <a:avLst/>
            </a:prstGeom>
            <a:noFill/>
            <a:ln w="9525">
              <a:noFill/>
              <a:miter lim="800000"/>
              <a:headEnd/>
              <a:tailEnd/>
            </a:ln>
          </p:spPr>
          <p:txBody>
            <a:bodyPr>
              <a:spAutoFit/>
            </a:bodyPr>
            <a:lstStyle/>
            <a:p>
              <a:pPr>
                <a:spcBef>
                  <a:spcPct val="50000"/>
                </a:spcBef>
              </a:pPr>
              <a:r>
                <a:rPr lang="en-US" sz="4800" b="1">
                  <a:solidFill>
                    <a:srgbClr val="663300"/>
                  </a:solidFill>
                  <a:latin typeface="Angsana New" pitchFamily="18" charset="-34"/>
                </a:rPr>
                <a:t>S</a:t>
              </a:r>
              <a:r>
                <a:rPr lang="en-US" sz="4800" b="1" baseline="30000">
                  <a:solidFill>
                    <a:srgbClr val="663300"/>
                  </a:solidFill>
                  <a:latin typeface="Angsana New" pitchFamily="18" charset="-34"/>
                </a:rPr>
                <a:t>2</a:t>
              </a:r>
              <a:r>
                <a:rPr lang="en-US" sz="4800" b="1">
                  <a:solidFill>
                    <a:srgbClr val="663300"/>
                  </a:solidFill>
                  <a:latin typeface="Angsana New" pitchFamily="18" charset="-34"/>
                </a:rPr>
                <a:t> = </a:t>
              </a:r>
              <a:r>
                <a:rPr lang="en-US" sz="3600" b="1">
                  <a:solidFill>
                    <a:srgbClr val="663300"/>
                  </a:solidFill>
                  <a:latin typeface="Angsana New" pitchFamily="18" charset="-34"/>
                  <a:sym typeface="Symbol" pitchFamily="18" charset="2"/>
                </a:rPr>
                <a:t></a:t>
              </a:r>
              <a:r>
                <a:rPr lang="en-US" sz="4800" b="1">
                  <a:solidFill>
                    <a:srgbClr val="663300"/>
                  </a:solidFill>
                  <a:latin typeface="Angsana New" pitchFamily="18" charset="-34"/>
                  <a:sym typeface="Symbol" pitchFamily="18" charset="2"/>
                </a:rPr>
                <a:t>(X</a:t>
              </a:r>
              <a:r>
                <a:rPr lang="en-US" sz="4800" b="1" baseline="-25000">
                  <a:solidFill>
                    <a:srgbClr val="663300"/>
                  </a:solidFill>
                  <a:latin typeface="Angsana New" pitchFamily="18" charset="-34"/>
                  <a:sym typeface="Symbol" pitchFamily="18" charset="2"/>
                </a:rPr>
                <a:t>i</a:t>
              </a:r>
              <a:r>
                <a:rPr lang="en-US" sz="4800" b="1">
                  <a:solidFill>
                    <a:srgbClr val="663300"/>
                  </a:solidFill>
                  <a:latin typeface="Angsana New" pitchFamily="18" charset="-34"/>
                  <a:sym typeface="Symbol" pitchFamily="18" charset="2"/>
                </a:rPr>
                <a:t> – X)</a:t>
              </a:r>
              <a:r>
                <a:rPr lang="en-US" sz="4800" b="1" baseline="30000">
                  <a:solidFill>
                    <a:srgbClr val="663300"/>
                  </a:solidFill>
                  <a:latin typeface="Angsana New" pitchFamily="18" charset="-34"/>
                  <a:sym typeface="Symbol" pitchFamily="18" charset="2"/>
                </a:rPr>
                <a:t>2</a:t>
              </a:r>
              <a:r>
                <a:rPr lang="en-US" sz="4800" b="1">
                  <a:solidFill>
                    <a:srgbClr val="663300"/>
                  </a:solidFill>
                  <a:latin typeface="Angsana New" pitchFamily="18" charset="-34"/>
                  <a:sym typeface="Symbol" pitchFamily="18" charset="2"/>
                </a:rPr>
                <a:t>/(n – 1)</a:t>
              </a:r>
            </a:p>
          </p:txBody>
        </p:sp>
        <p:sp>
          <p:nvSpPr>
            <p:cNvPr id="37929" name="Text Box 49"/>
            <p:cNvSpPr txBox="1">
              <a:spLocks noChangeArrowheads="1"/>
            </p:cNvSpPr>
            <p:nvPr/>
          </p:nvSpPr>
          <p:spPr bwMode="auto">
            <a:xfrm>
              <a:off x="561" y="2305"/>
              <a:ext cx="495" cy="404"/>
            </a:xfrm>
            <a:prstGeom prst="rect">
              <a:avLst/>
            </a:prstGeom>
            <a:noFill/>
            <a:ln w="9525">
              <a:noFill/>
              <a:miter lim="800000"/>
              <a:headEnd/>
              <a:tailEnd/>
            </a:ln>
          </p:spPr>
          <p:txBody>
            <a:bodyPr>
              <a:spAutoFit/>
            </a:bodyPr>
            <a:lstStyle/>
            <a:p>
              <a:pPr>
                <a:spcBef>
                  <a:spcPct val="50000"/>
                </a:spcBef>
              </a:pPr>
              <a:r>
                <a:rPr lang="en-US" sz="3600" b="1">
                  <a:solidFill>
                    <a:srgbClr val="663300"/>
                  </a:solidFill>
                  <a:latin typeface="Angsana New" pitchFamily="18" charset="-34"/>
                </a:rPr>
                <a:t>i = 1</a:t>
              </a:r>
              <a:endParaRPr lang="en-US" sz="3600" b="1">
                <a:solidFill>
                  <a:srgbClr val="663300"/>
                </a:solidFill>
                <a:latin typeface="Angsana New" pitchFamily="18" charset="-34"/>
                <a:sym typeface="Symbol" pitchFamily="18" charset="2"/>
              </a:endParaRPr>
            </a:p>
          </p:txBody>
        </p:sp>
        <p:sp>
          <p:nvSpPr>
            <p:cNvPr id="37930" name="Text Box 50"/>
            <p:cNvSpPr txBox="1">
              <a:spLocks noChangeArrowheads="1"/>
            </p:cNvSpPr>
            <p:nvPr/>
          </p:nvSpPr>
          <p:spPr bwMode="auto">
            <a:xfrm>
              <a:off x="690" y="1872"/>
              <a:ext cx="240" cy="404"/>
            </a:xfrm>
            <a:prstGeom prst="rect">
              <a:avLst/>
            </a:prstGeom>
            <a:noFill/>
            <a:ln w="9525">
              <a:noFill/>
              <a:miter lim="800000"/>
              <a:headEnd/>
              <a:tailEnd/>
            </a:ln>
          </p:spPr>
          <p:txBody>
            <a:bodyPr>
              <a:spAutoFit/>
            </a:bodyPr>
            <a:lstStyle/>
            <a:p>
              <a:pPr>
                <a:spcBef>
                  <a:spcPct val="50000"/>
                </a:spcBef>
              </a:pPr>
              <a:r>
                <a:rPr lang="en-US" sz="3600" b="1">
                  <a:solidFill>
                    <a:srgbClr val="663300"/>
                  </a:solidFill>
                  <a:latin typeface="Angsana New" pitchFamily="18" charset="-34"/>
                </a:rPr>
                <a:t>n</a:t>
              </a:r>
              <a:endParaRPr lang="en-US" sz="3600" b="1">
                <a:solidFill>
                  <a:srgbClr val="663300"/>
                </a:solidFill>
                <a:latin typeface="Angsana New" pitchFamily="18" charset="-34"/>
                <a:sym typeface="Symbol" pitchFamily="18" charset="2"/>
              </a:endParaRPr>
            </a:p>
          </p:txBody>
        </p:sp>
        <p:sp>
          <p:nvSpPr>
            <p:cNvPr id="37931" name="Line 51"/>
            <p:cNvSpPr>
              <a:spLocks noChangeShapeType="1"/>
            </p:cNvSpPr>
            <p:nvPr/>
          </p:nvSpPr>
          <p:spPr bwMode="auto">
            <a:xfrm>
              <a:off x="1497" y="2157"/>
              <a:ext cx="144" cy="0"/>
            </a:xfrm>
            <a:prstGeom prst="line">
              <a:avLst/>
            </a:prstGeom>
            <a:noFill/>
            <a:ln w="38100">
              <a:solidFill>
                <a:srgbClr val="663300"/>
              </a:solidFill>
              <a:round/>
              <a:headEnd/>
              <a:tailEnd/>
            </a:ln>
          </p:spPr>
          <p:txBody>
            <a:bodyPr/>
            <a:lstStyle/>
            <a:p>
              <a:endParaRPr lang="en-US"/>
            </a:p>
          </p:txBody>
        </p:sp>
      </p:grpSp>
      <p:sp>
        <p:nvSpPr>
          <p:cNvPr id="49161" name="Text Box 66"/>
          <p:cNvSpPr txBox="1">
            <a:spLocks noChangeArrowheads="1"/>
          </p:cNvSpPr>
          <p:nvPr/>
        </p:nvSpPr>
        <p:spPr bwMode="auto">
          <a:xfrm>
            <a:off x="228600" y="3671888"/>
            <a:ext cx="5638800" cy="823912"/>
          </a:xfrm>
          <a:prstGeom prst="rect">
            <a:avLst/>
          </a:prstGeom>
          <a:noFill/>
          <a:ln w="9525">
            <a:noFill/>
            <a:miter lim="800000"/>
            <a:headEnd/>
            <a:tailEnd/>
          </a:ln>
        </p:spPr>
        <p:txBody>
          <a:bodyPr>
            <a:spAutoFit/>
          </a:bodyPr>
          <a:lstStyle/>
          <a:p>
            <a:pPr>
              <a:spcBef>
                <a:spcPct val="50000"/>
              </a:spcBef>
            </a:pPr>
            <a:r>
              <a:rPr lang="en-US" sz="4800" b="1">
                <a:solidFill>
                  <a:srgbClr val="006600"/>
                </a:solidFill>
                <a:latin typeface="Angsana New" pitchFamily="18" charset="-34"/>
              </a:rPr>
              <a:t>X</a:t>
            </a:r>
            <a:r>
              <a:rPr lang="en-US" sz="4800" b="1" baseline="-25000">
                <a:solidFill>
                  <a:srgbClr val="006600"/>
                </a:solidFill>
                <a:latin typeface="Angsana New" pitchFamily="18" charset="-34"/>
              </a:rPr>
              <a:t>1</a:t>
            </a:r>
            <a:r>
              <a:rPr lang="en-US" sz="4800" b="1">
                <a:solidFill>
                  <a:srgbClr val="006600"/>
                </a:solidFill>
                <a:latin typeface="Angsana New" pitchFamily="18" charset="-34"/>
              </a:rPr>
              <a:t> , X</a:t>
            </a:r>
            <a:r>
              <a:rPr lang="en-US" sz="4800" b="1" baseline="-25000">
                <a:solidFill>
                  <a:srgbClr val="006600"/>
                </a:solidFill>
                <a:latin typeface="Angsana New" pitchFamily="18" charset="-34"/>
              </a:rPr>
              <a:t>2</a:t>
            </a:r>
            <a:r>
              <a:rPr lang="en-US" sz="4800" b="1">
                <a:solidFill>
                  <a:srgbClr val="006600"/>
                </a:solidFill>
                <a:latin typeface="Angsana New" pitchFamily="18" charset="-34"/>
              </a:rPr>
              <a:t> , … , X</a:t>
            </a:r>
            <a:r>
              <a:rPr lang="en-US" sz="4800" b="1" baseline="-25000">
                <a:solidFill>
                  <a:srgbClr val="006600"/>
                </a:solidFill>
                <a:latin typeface="Angsana New" pitchFamily="18" charset="-34"/>
              </a:rPr>
              <a:t>n</a:t>
            </a:r>
            <a:r>
              <a:rPr lang="en-US" sz="4800" b="1">
                <a:solidFill>
                  <a:srgbClr val="006600"/>
                </a:solidFill>
                <a:latin typeface="Angsana New" pitchFamily="18" charset="-34"/>
              </a:rPr>
              <a:t> i.i.d. N (</a:t>
            </a:r>
            <a:r>
              <a:rPr lang="en-US" sz="3600" b="1">
                <a:solidFill>
                  <a:srgbClr val="006600"/>
                </a:solidFill>
                <a:latin typeface="Angsana New" pitchFamily="18" charset="-34"/>
                <a:sym typeface="Symbol" pitchFamily="18" charset="2"/>
              </a:rPr>
              <a:t></a:t>
            </a:r>
            <a:r>
              <a:rPr lang="en-US" sz="4800" b="1">
                <a:solidFill>
                  <a:srgbClr val="006600"/>
                </a:solidFill>
                <a:latin typeface="Angsana New" pitchFamily="18" charset="-34"/>
              </a:rPr>
              <a:t> , </a:t>
            </a:r>
            <a:r>
              <a:rPr lang="en-US" sz="3600" b="1">
                <a:solidFill>
                  <a:srgbClr val="006600"/>
                </a:solidFill>
                <a:latin typeface="Angsana New" pitchFamily="18" charset="-34"/>
                <a:sym typeface="Symbol" pitchFamily="18" charset="2"/>
              </a:rPr>
              <a:t></a:t>
            </a:r>
            <a:r>
              <a:rPr lang="en-US" sz="4800" b="1" baseline="30000">
                <a:solidFill>
                  <a:srgbClr val="006600"/>
                </a:solidFill>
                <a:latin typeface="Angsana New" pitchFamily="18" charset="-34"/>
                <a:sym typeface="Symbol" pitchFamily="18" charset="2"/>
              </a:rPr>
              <a:t>2</a:t>
            </a:r>
            <a:r>
              <a:rPr lang="en-US" sz="4800" b="1">
                <a:solidFill>
                  <a:srgbClr val="006600"/>
                </a:solidFill>
                <a:latin typeface="Angsana New" pitchFamily="18" charset="-34"/>
              </a:rPr>
              <a:t>) </a:t>
            </a:r>
          </a:p>
        </p:txBody>
      </p:sp>
      <p:grpSp>
        <p:nvGrpSpPr>
          <p:cNvPr id="3" name="Group 67"/>
          <p:cNvGrpSpPr>
            <a:grpSpLocks/>
          </p:cNvGrpSpPr>
          <p:nvPr/>
        </p:nvGrpSpPr>
        <p:grpSpPr bwMode="auto">
          <a:xfrm>
            <a:off x="1479550" y="5029200"/>
            <a:ext cx="3276600" cy="1200150"/>
            <a:chOff x="144" y="1124"/>
            <a:chExt cx="2064" cy="756"/>
          </a:xfrm>
        </p:grpSpPr>
        <p:grpSp>
          <p:nvGrpSpPr>
            <p:cNvPr id="37920" name="Group 68"/>
            <p:cNvGrpSpPr>
              <a:grpSpLocks/>
            </p:cNvGrpSpPr>
            <p:nvPr/>
          </p:nvGrpSpPr>
          <p:grpSpPr bwMode="auto">
            <a:xfrm>
              <a:off x="144" y="1124"/>
              <a:ext cx="2064" cy="756"/>
              <a:chOff x="144" y="1124"/>
              <a:chExt cx="2064" cy="756"/>
            </a:xfrm>
          </p:grpSpPr>
          <p:sp>
            <p:nvSpPr>
              <p:cNvPr id="37922" name="Rectangle 69"/>
              <p:cNvSpPr>
                <a:spLocks noChangeArrowheads="1"/>
              </p:cNvSpPr>
              <p:nvPr/>
            </p:nvSpPr>
            <p:spPr bwMode="auto">
              <a:xfrm>
                <a:off x="144" y="1200"/>
                <a:ext cx="2064" cy="528"/>
              </a:xfrm>
              <a:prstGeom prst="rect">
                <a:avLst/>
              </a:prstGeom>
              <a:noFill/>
              <a:ln w="9525">
                <a:noFill/>
                <a:miter lim="800000"/>
                <a:headEnd/>
                <a:tailEnd/>
              </a:ln>
            </p:spPr>
            <p:txBody>
              <a:bodyPr/>
              <a:lstStyle/>
              <a:p>
                <a:pPr marL="457200" indent="-457200">
                  <a:tabLst>
                    <a:tab pos="457200" algn="l"/>
                  </a:tabLst>
                </a:pPr>
                <a:r>
                  <a:rPr lang="en-US" sz="5000" b="1">
                    <a:solidFill>
                      <a:srgbClr val="990033"/>
                    </a:solidFill>
                    <a:latin typeface="Angsana New" pitchFamily="18" charset="-34"/>
                  </a:rPr>
                  <a:t>X ~ N  </a:t>
                </a:r>
                <a:r>
                  <a:rPr lang="en-US" sz="4000" b="1">
                    <a:solidFill>
                      <a:srgbClr val="990033"/>
                    </a:solidFill>
                    <a:latin typeface="Angsana New" pitchFamily="18" charset="-34"/>
                    <a:sym typeface="Symbol" pitchFamily="18" charset="2"/>
                  </a:rPr>
                  <a:t></a:t>
                </a:r>
                <a:r>
                  <a:rPr lang="en-US" sz="5000" b="1">
                    <a:solidFill>
                      <a:srgbClr val="990033"/>
                    </a:solidFill>
                    <a:latin typeface="Angsana New" pitchFamily="18" charset="-34"/>
                  </a:rPr>
                  <a:t> , </a:t>
                </a:r>
              </a:p>
            </p:txBody>
          </p:sp>
          <p:grpSp>
            <p:nvGrpSpPr>
              <p:cNvPr id="37923" name="Group 70"/>
              <p:cNvGrpSpPr>
                <a:grpSpLocks/>
              </p:cNvGrpSpPr>
              <p:nvPr/>
            </p:nvGrpSpPr>
            <p:grpSpPr bwMode="auto">
              <a:xfrm>
                <a:off x="1368" y="1124"/>
                <a:ext cx="480" cy="756"/>
                <a:chOff x="1288" y="1124"/>
                <a:chExt cx="480" cy="756"/>
              </a:xfrm>
            </p:grpSpPr>
            <p:sp>
              <p:nvSpPr>
                <p:cNvPr id="37925" name="Rectangle 71"/>
                <p:cNvSpPr>
                  <a:spLocks noChangeArrowheads="1"/>
                </p:cNvSpPr>
                <p:nvPr/>
              </p:nvSpPr>
              <p:spPr bwMode="auto">
                <a:xfrm>
                  <a:off x="1288" y="1124"/>
                  <a:ext cx="480" cy="528"/>
                </a:xfrm>
                <a:prstGeom prst="rect">
                  <a:avLst/>
                </a:prstGeom>
                <a:noFill/>
                <a:ln w="9525">
                  <a:noFill/>
                  <a:miter lim="800000"/>
                  <a:headEnd/>
                  <a:tailEnd/>
                </a:ln>
              </p:spPr>
              <p:txBody>
                <a:bodyPr/>
                <a:lstStyle/>
                <a:p>
                  <a:pPr marL="457200" indent="-457200">
                    <a:tabLst>
                      <a:tab pos="457200" algn="l"/>
                    </a:tabLst>
                  </a:pPr>
                  <a:r>
                    <a:rPr lang="en-US" sz="3600" b="1">
                      <a:solidFill>
                        <a:srgbClr val="990033"/>
                      </a:solidFill>
                      <a:latin typeface="Angsana New" pitchFamily="18" charset="-34"/>
                      <a:sym typeface="Symbol" pitchFamily="18" charset="2"/>
                    </a:rPr>
                    <a:t></a:t>
                  </a:r>
                  <a:r>
                    <a:rPr lang="en-US" sz="5000" b="1" baseline="30000">
                      <a:solidFill>
                        <a:srgbClr val="990033"/>
                      </a:solidFill>
                      <a:latin typeface="Angsana New" pitchFamily="18" charset="-34"/>
                      <a:sym typeface="Symbol" pitchFamily="18" charset="2"/>
                    </a:rPr>
                    <a:t>2</a:t>
                  </a:r>
                  <a:endParaRPr lang="en-US" sz="5000" b="1">
                    <a:solidFill>
                      <a:srgbClr val="990033"/>
                    </a:solidFill>
                    <a:latin typeface="Angsana New" pitchFamily="18" charset="-34"/>
                  </a:endParaRPr>
                </a:p>
              </p:txBody>
            </p:sp>
            <p:sp>
              <p:nvSpPr>
                <p:cNvPr id="37926" name="Line 72"/>
                <p:cNvSpPr>
                  <a:spLocks noChangeShapeType="1"/>
                </p:cNvSpPr>
                <p:nvPr/>
              </p:nvSpPr>
              <p:spPr bwMode="auto">
                <a:xfrm>
                  <a:off x="1296" y="1536"/>
                  <a:ext cx="336" cy="0"/>
                </a:xfrm>
                <a:prstGeom prst="line">
                  <a:avLst/>
                </a:prstGeom>
                <a:noFill/>
                <a:ln w="38100">
                  <a:solidFill>
                    <a:srgbClr val="990033"/>
                  </a:solidFill>
                  <a:round/>
                  <a:headEnd/>
                  <a:tailEnd/>
                </a:ln>
              </p:spPr>
              <p:txBody>
                <a:bodyPr/>
                <a:lstStyle/>
                <a:p>
                  <a:endParaRPr lang="en-US"/>
                </a:p>
              </p:txBody>
            </p:sp>
            <p:sp>
              <p:nvSpPr>
                <p:cNvPr id="37927" name="Text Box 73"/>
                <p:cNvSpPr txBox="1">
                  <a:spLocks noChangeArrowheads="1"/>
                </p:cNvSpPr>
                <p:nvPr/>
              </p:nvSpPr>
              <p:spPr bwMode="auto">
                <a:xfrm>
                  <a:off x="1306" y="1361"/>
                  <a:ext cx="384" cy="519"/>
                </a:xfrm>
                <a:prstGeom prst="rect">
                  <a:avLst/>
                </a:prstGeom>
                <a:noFill/>
                <a:ln w="9525">
                  <a:noFill/>
                  <a:miter lim="800000"/>
                  <a:headEnd/>
                  <a:tailEnd/>
                </a:ln>
              </p:spPr>
              <p:txBody>
                <a:bodyPr>
                  <a:spAutoFit/>
                </a:bodyPr>
                <a:lstStyle/>
                <a:p>
                  <a:pPr>
                    <a:spcBef>
                      <a:spcPct val="50000"/>
                    </a:spcBef>
                  </a:pPr>
                  <a:r>
                    <a:rPr lang="en-US" sz="4800" b="1">
                      <a:solidFill>
                        <a:srgbClr val="990033"/>
                      </a:solidFill>
                      <a:latin typeface="Angsana New" pitchFamily="18" charset="-34"/>
                    </a:rPr>
                    <a:t>n</a:t>
                  </a:r>
                </a:p>
              </p:txBody>
            </p:sp>
          </p:grpSp>
          <p:sp>
            <p:nvSpPr>
              <p:cNvPr id="37924" name="AutoShape 74"/>
              <p:cNvSpPr>
                <a:spLocks noChangeArrowheads="1"/>
              </p:cNvSpPr>
              <p:nvPr/>
            </p:nvSpPr>
            <p:spPr bwMode="auto">
              <a:xfrm>
                <a:off x="912" y="1248"/>
                <a:ext cx="932" cy="480"/>
              </a:xfrm>
              <a:prstGeom prst="bracketPair">
                <a:avLst>
                  <a:gd name="adj" fmla="val 16667"/>
                </a:avLst>
              </a:prstGeom>
              <a:noFill/>
              <a:ln w="38100">
                <a:solidFill>
                  <a:srgbClr val="990033"/>
                </a:solidFill>
                <a:round/>
                <a:headEnd/>
                <a:tailEnd/>
              </a:ln>
            </p:spPr>
            <p:txBody>
              <a:bodyPr wrap="none" anchor="ctr"/>
              <a:lstStyle/>
              <a:p>
                <a:endParaRPr lang="en-US"/>
              </a:p>
            </p:txBody>
          </p:sp>
        </p:grpSp>
        <p:sp>
          <p:nvSpPr>
            <p:cNvPr id="37921" name="Line 75"/>
            <p:cNvSpPr>
              <a:spLocks noChangeShapeType="1"/>
            </p:cNvSpPr>
            <p:nvPr/>
          </p:nvSpPr>
          <p:spPr bwMode="auto">
            <a:xfrm>
              <a:off x="202" y="1336"/>
              <a:ext cx="192" cy="0"/>
            </a:xfrm>
            <a:prstGeom prst="line">
              <a:avLst/>
            </a:prstGeom>
            <a:noFill/>
            <a:ln w="38100">
              <a:solidFill>
                <a:srgbClr val="990033"/>
              </a:solidFill>
              <a:round/>
              <a:headEnd/>
              <a:tailEnd/>
            </a:ln>
          </p:spPr>
          <p:txBody>
            <a:bodyPr/>
            <a:lstStyle/>
            <a:p>
              <a:endParaRPr lang="en-US"/>
            </a:p>
          </p:txBody>
        </p:sp>
      </p:grpSp>
      <p:sp>
        <p:nvSpPr>
          <p:cNvPr id="49163" name="AutoShape 76"/>
          <p:cNvSpPr>
            <a:spLocks noChangeArrowheads="1"/>
          </p:cNvSpPr>
          <p:nvPr/>
        </p:nvSpPr>
        <p:spPr bwMode="auto">
          <a:xfrm>
            <a:off x="838200" y="4724400"/>
            <a:ext cx="3810000" cy="17526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3943 h 21600"/>
              <a:gd name="T14" fmla="*/ 19011 w 21600"/>
              <a:gd name="T15" fmla="*/ 17657 h 21600"/>
            </a:gdLst>
            <a:ahLst/>
            <a:cxnLst>
              <a:cxn ang="T8">
                <a:pos x="T0" y="T1"/>
              </a:cxn>
              <a:cxn ang="T9">
                <a:pos x="T2" y="T3"/>
              </a:cxn>
              <a:cxn ang="T10">
                <a:pos x="T4" y="T5"/>
              </a:cxn>
              <a:cxn ang="T11">
                <a:pos x="T6" y="T7"/>
              </a:cxn>
            </a:cxnLst>
            <a:rect l="T12" t="T13" r="T14" b="T15"/>
            <a:pathLst>
              <a:path w="21600" h="21600">
                <a:moveTo>
                  <a:pt x="17523" y="0"/>
                </a:moveTo>
                <a:lnTo>
                  <a:pt x="17523" y="3943"/>
                </a:lnTo>
                <a:lnTo>
                  <a:pt x="3375" y="3943"/>
                </a:lnTo>
                <a:lnTo>
                  <a:pt x="3375" y="17657"/>
                </a:lnTo>
                <a:lnTo>
                  <a:pt x="17523" y="17657"/>
                </a:lnTo>
                <a:lnTo>
                  <a:pt x="17523" y="21600"/>
                </a:lnTo>
                <a:lnTo>
                  <a:pt x="21600" y="10800"/>
                </a:lnTo>
                <a:close/>
              </a:path>
              <a:path w="21600" h="21600">
                <a:moveTo>
                  <a:pt x="1350" y="3943"/>
                </a:moveTo>
                <a:lnTo>
                  <a:pt x="1350" y="17657"/>
                </a:lnTo>
                <a:lnTo>
                  <a:pt x="2700" y="17657"/>
                </a:lnTo>
                <a:lnTo>
                  <a:pt x="2700" y="3943"/>
                </a:lnTo>
                <a:close/>
              </a:path>
              <a:path w="21600" h="21600">
                <a:moveTo>
                  <a:pt x="0" y="3943"/>
                </a:moveTo>
                <a:lnTo>
                  <a:pt x="0" y="17657"/>
                </a:lnTo>
                <a:lnTo>
                  <a:pt x="675" y="17657"/>
                </a:lnTo>
                <a:lnTo>
                  <a:pt x="675" y="3943"/>
                </a:lnTo>
                <a:close/>
              </a:path>
            </a:pathLst>
          </a:custGeom>
          <a:noFill/>
          <a:ln w="38100">
            <a:solidFill>
              <a:srgbClr val="990033"/>
            </a:solidFill>
            <a:miter lim="800000"/>
            <a:headEnd/>
            <a:tailEnd/>
          </a:ln>
        </p:spPr>
        <p:txBody>
          <a:bodyPr wrap="none" anchor="ctr"/>
          <a:lstStyle/>
          <a:p>
            <a:pPr algn="ctr"/>
            <a:endParaRPr lang="en-US">
              <a:solidFill>
                <a:srgbClr val="0000FF"/>
              </a:solidFill>
            </a:endParaRPr>
          </a:p>
        </p:txBody>
      </p:sp>
      <p:sp>
        <p:nvSpPr>
          <p:cNvPr id="49164" name="AutoShape 77"/>
          <p:cNvSpPr>
            <a:spLocks noChangeArrowheads="1"/>
          </p:cNvSpPr>
          <p:nvPr/>
        </p:nvSpPr>
        <p:spPr bwMode="auto">
          <a:xfrm>
            <a:off x="4911725" y="4702175"/>
            <a:ext cx="3546475" cy="1736725"/>
          </a:xfrm>
          <a:prstGeom prst="roundRect">
            <a:avLst>
              <a:gd name="adj" fmla="val 16667"/>
            </a:avLst>
          </a:prstGeom>
          <a:noFill/>
          <a:ln w="38100">
            <a:solidFill>
              <a:srgbClr val="990033"/>
            </a:solidFill>
            <a:round/>
            <a:headEnd/>
            <a:tailEnd/>
          </a:ln>
        </p:spPr>
        <p:txBody>
          <a:bodyPr wrap="none" anchor="ctr"/>
          <a:lstStyle/>
          <a:p>
            <a:endParaRPr lang="en-US"/>
          </a:p>
        </p:txBody>
      </p:sp>
      <p:grpSp>
        <p:nvGrpSpPr>
          <p:cNvPr id="6" name="Group 78"/>
          <p:cNvGrpSpPr>
            <a:grpSpLocks/>
          </p:cNvGrpSpPr>
          <p:nvPr/>
        </p:nvGrpSpPr>
        <p:grpSpPr bwMode="auto">
          <a:xfrm>
            <a:off x="5108575" y="4845050"/>
            <a:ext cx="3282950" cy="1476375"/>
            <a:chOff x="3218" y="2478"/>
            <a:chExt cx="2068" cy="930"/>
          </a:xfrm>
        </p:grpSpPr>
        <p:sp>
          <p:nvSpPr>
            <p:cNvPr id="37912" name="Text Box 79"/>
            <p:cNvSpPr txBox="1">
              <a:spLocks noChangeArrowheads="1"/>
            </p:cNvSpPr>
            <p:nvPr/>
          </p:nvSpPr>
          <p:spPr bwMode="auto">
            <a:xfrm>
              <a:off x="4038" y="2658"/>
              <a:ext cx="1248" cy="519"/>
            </a:xfrm>
            <a:prstGeom prst="rect">
              <a:avLst/>
            </a:prstGeom>
            <a:noFill/>
            <a:ln w="9525">
              <a:noFill/>
              <a:miter lim="800000"/>
              <a:headEnd/>
              <a:tailEnd/>
            </a:ln>
          </p:spPr>
          <p:txBody>
            <a:bodyPr>
              <a:spAutoFit/>
            </a:bodyPr>
            <a:lstStyle/>
            <a:p>
              <a:pPr>
                <a:spcBef>
                  <a:spcPct val="50000"/>
                </a:spcBef>
              </a:pPr>
              <a:r>
                <a:rPr lang="en-US" sz="4800" b="1">
                  <a:solidFill>
                    <a:srgbClr val="990033"/>
                  </a:solidFill>
                  <a:latin typeface="Angsana New" pitchFamily="18" charset="-34"/>
                </a:rPr>
                <a:t>~  N(0 , 1)</a:t>
              </a:r>
            </a:p>
          </p:txBody>
        </p:sp>
        <p:grpSp>
          <p:nvGrpSpPr>
            <p:cNvPr id="37913" name="Group 80"/>
            <p:cNvGrpSpPr>
              <a:grpSpLocks/>
            </p:cNvGrpSpPr>
            <p:nvPr/>
          </p:nvGrpSpPr>
          <p:grpSpPr bwMode="auto">
            <a:xfrm>
              <a:off x="3218" y="2478"/>
              <a:ext cx="1006" cy="930"/>
              <a:chOff x="3168" y="2400"/>
              <a:chExt cx="1006" cy="930"/>
            </a:xfrm>
          </p:grpSpPr>
          <p:sp>
            <p:nvSpPr>
              <p:cNvPr id="37914" name="Rectangle 81"/>
              <p:cNvSpPr>
                <a:spLocks noChangeArrowheads="1"/>
              </p:cNvSpPr>
              <p:nvPr/>
            </p:nvSpPr>
            <p:spPr bwMode="auto">
              <a:xfrm>
                <a:off x="3214" y="2400"/>
                <a:ext cx="960" cy="480"/>
              </a:xfrm>
              <a:prstGeom prst="rect">
                <a:avLst/>
              </a:prstGeom>
              <a:noFill/>
              <a:ln w="9525">
                <a:noFill/>
                <a:miter lim="800000"/>
                <a:headEnd/>
                <a:tailEnd/>
              </a:ln>
            </p:spPr>
            <p:txBody>
              <a:bodyPr/>
              <a:lstStyle/>
              <a:p>
                <a:pPr>
                  <a:tabLst>
                    <a:tab pos="457200" algn="l"/>
                  </a:tabLst>
                </a:pPr>
                <a:r>
                  <a:rPr lang="en-US" sz="4800" b="1">
                    <a:solidFill>
                      <a:srgbClr val="990033"/>
                    </a:solidFill>
                    <a:latin typeface="Angsana New" pitchFamily="18" charset="-34"/>
                    <a:sym typeface="Symbol" pitchFamily="18" charset="2"/>
                  </a:rPr>
                  <a:t>X –</a:t>
                </a:r>
                <a:r>
                  <a:rPr lang="en-US" sz="3600" b="1">
                    <a:solidFill>
                      <a:srgbClr val="990033"/>
                    </a:solidFill>
                    <a:latin typeface="Angsana New" pitchFamily="18" charset="-34"/>
                    <a:sym typeface="Symbol" pitchFamily="18" charset="2"/>
                  </a:rPr>
                  <a:t> </a:t>
                </a:r>
                <a:endParaRPr lang="en-US" sz="5000" b="1">
                  <a:solidFill>
                    <a:srgbClr val="990033"/>
                  </a:solidFill>
                  <a:latin typeface="Angsana New" pitchFamily="18" charset="-34"/>
                  <a:sym typeface="Symbol" pitchFamily="18" charset="2"/>
                </a:endParaRPr>
              </a:p>
            </p:txBody>
          </p:sp>
          <p:sp>
            <p:nvSpPr>
              <p:cNvPr id="37915" name="Line 82"/>
              <p:cNvSpPr>
                <a:spLocks noChangeShapeType="1"/>
              </p:cNvSpPr>
              <p:nvPr/>
            </p:nvSpPr>
            <p:spPr bwMode="auto">
              <a:xfrm>
                <a:off x="3168" y="2852"/>
                <a:ext cx="768" cy="0"/>
              </a:xfrm>
              <a:prstGeom prst="line">
                <a:avLst/>
              </a:prstGeom>
              <a:noFill/>
              <a:ln w="38100">
                <a:solidFill>
                  <a:srgbClr val="990033"/>
                </a:solidFill>
                <a:round/>
                <a:headEnd/>
                <a:tailEnd/>
              </a:ln>
            </p:spPr>
            <p:txBody>
              <a:bodyPr/>
              <a:lstStyle/>
              <a:p>
                <a:endParaRPr lang="en-US"/>
              </a:p>
            </p:txBody>
          </p:sp>
          <p:grpSp>
            <p:nvGrpSpPr>
              <p:cNvPr id="37916" name="Group 83"/>
              <p:cNvGrpSpPr>
                <a:grpSpLocks/>
              </p:cNvGrpSpPr>
              <p:nvPr/>
            </p:nvGrpSpPr>
            <p:grpSpPr bwMode="auto">
              <a:xfrm>
                <a:off x="3168" y="2802"/>
                <a:ext cx="816" cy="528"/>
                <a:chOff x="3216" y="2886"/>
                <a:chExt cx="816" cy="528"/>
              </a:xfrm>
            </p:grpSpPr>
            <p:sp>
              <p:nvSpPr>
                <p:cNvPr id="37918" name="Rectangle 84"/>
                <p:cNvSpPr>
                  <a:spLocks noChangeArrowheads="1"/>
                </p:cNvSpPr>
                <p:nvPr/>
              </p:nvSpPr>
              <p:spPr bwMode="auto">
                <a:xfrm>
                  <a:off x="3216" y="2886"/>
                  <a:ext cx="816" cy="528"/>
                </a:xfrm>
                <a:prstGeom prst="rect">
                  <a:avLst/>
                </a:prstGeom>
                <a:noFill/>
                <a:ln w="9525">
                  <a:noFill/>
                  <a:miter lim="800000"/>
                  <a:headEnd/>
                  <a:tailEnd/>
                </a:ln>
              </p:spPr>
              <p:txBody>
                <a:bodyPr/>
                <a:lstStyle/>
                <a:p>
                  <a:pPr>
                    <a:tabLst>
                      <a:tab pos="457200" algn="l"/>
                    </a:tabLst>
                  </a:pPr>
                  <a:r>
                    <a:rPr lang="en-US" sz="3600" b="1">
                      <a:solidFill>
                        <a:srgbClr val="990033"/>
                      </a:solidFill>
                      <a:latin typeface="Angsana New" pitchFamily="18" charset="-34"/>
                      <a:sym typeface="Symbol" pitchFamily="18" charset="2"/>
                    </a:rPr>
                    <a:t></a:t>
                  </a:r>
                  <a:r>
                    <a:rPr lang="en-US" sz="4800" b="1">
                      <a:solidFill>
                        <a:srgbClr val="990033"/>
                      </a:solidFill>
                      <a:latin typeface="Angsana New" pitchFamily="18" charset="-34"/>
                      <a:sym typeface="Symbol" pitchFamily="18" charset="2"/>
                    </a:rPr>
                    <a:t>/</a:t>
                  </a:r>
                  <a:r>
                    <a:rPr lang="en-US" sz="3200" b="1">
                      <a:solidFill>
                        <a:srgbClr val="990033"/>
                      </a:solidFill>
                      <a:latin typeface="Angsana New" pitchFamily="18" charset="-34"/>
                      <a:sym typeface="Symbol" pitchFamily="18" charset="2"/>
                    </a:rPr>
                    <a:t></a:t>
                  </a:r>
                  <a:r>
                    <a:rPr lang="en-US" sz="4800" b="1">
                      <a:solidFill>
                        <a:srgbClr val="990033"/>
                      </a:solidFill>
                      <a:latin typeface="Angsana New" pitchFamily="18" charset="-34"/>
                      <a:sym typeface="Symbol" pitchFamily="18" charset="2"/>
                    </a:rPr>
                    <a:t>n</a:t>
                  </a:r>
                </a:p>
              </p:txBody>
            </p:sp>
            <p:sp>
              <p:nvSpPr>
                <p:cNvPr id="37919" name="Line 85"/>
                <p:cNvSpPr>
                  <a:spLocks noChangeShapeType="1"/>
                </p:cNvSpPr>
                <p:nvPr/>
              </p:nvSpPr>
              <p:spPr bwMode="auto">
                <a:xfrm>
                  <a:off x="3647" y="3012"/>
                  <a:ext cx="240" cy="0"/>
                </a:xfrm>
                <a:prstGeom prst="line">
                  <a:avLst/>
                </a:prstGeom>
                <a:noFill/>
                <a:ln w="28575">
                  <a:solidFill>
                    <a:srgbClr val="990033"/>
                  </a:solidFill>
                  <a:round/>
                  <a:headEnd/>
                  <a:tailEnd/>
                </a:ln>
              </p:spPr>
              <p:txBody>
                <a:bodyPr/>
                <a:lstStyle/>
                <a:p>
                  <a:endParaRPr lang="en-US"/>
                </a:p>
              </p:txBody>
            </p:sp>
          </p:grpSp>
          <p:sp>
            <p:nvSpPr>
              <p:cNvPr id="37917" name="Line 86"/>
              <p:cNvSpPr>
                <a:spLocks noChangeShapeType="1"/>
              </p:cNvSpPr>
              <p:nvPr/>
            </p:nvSpPr>
            <p:spPr bwMode="auto">
              <a:xfrm>
                <a:off x="3284" y="2516"/>
                <a:ext cx="144" cy="0"/>
              </a:xfrm>
              <a:prstGeom prst="line">
                <a:avLst/>
              </a:prstGeom>
              <a:noFill/>
              <a:ln w="38100">
                <a:solidFill>
                  <a:srgbClr val="990033"/>
                </a:solidFill>
                <a:round/>
                <a:headEnd/>
                <a:tailEnd/>
              </a:ln>
            </p:spPr>
            <p:txBody>
              <a:bodyPr/>
              <a:lstStyle/>
              <a:p>
                <a:endParaRPr lang="en-US"/>
              </a:p>
            </p:txBody>
          </p:sp>
        </p:grpSp>
      </p:grpSp>
      <p:sp>
        <p:nvSpPr>
          <p:cNvPr id="47193" name="AutoShape 89"/>
          <p:cNvSpPr>
            <a:spLocks noChangeArrowheads="1"/>
          </p:cNvSpPr>
          <p:nvPr/>
        </p:nvSpPr>
        <p:spPr bwMode="auto">
          <a:xfrm>
            <a:off x="204788" y="1062038"/>
            <a:ext cx="4176712" cy="1431925"/>
          </a:xfrm>
          <a:prstGeom prst="roundRect">
            <a:avLst>
              <a:gd name="adj" fmla="val 16667"/>
            </a:avLst>
          </a:prstGeom>
          <a:noFill/>
          <a:ln w="38100">
            <a:solidFill>
              <a:srgbClr val="0066FF"/>
            </a:solidFill>
            <a:round/>
            <a:headEnd/>
            <a:tailEnd/>
          </a:ln>
        </p:spPr>
        <p:txBody>
          <a:bodyPr wrap="none" anchor="ctr"/>
          <a:lstStyle/>
          <a:p>
            <a:endParaRPr lang="en-US"/>
          </a:p>
        </p:txBody>
      </p:sp>
      <p:grpSp>
        <p:nvGrpSpPr>
          <p:cNvPr id="9" name="Group 90"/>
          <p:cNvGrpSpPr>
            <a:grpSpLocks/>
          </p:cNvGrpSpPr>
          <p:nvPr/>
        </p:nvGrpSpPr>
        <p:grpSpPr bwMode="auto">
          <a:xfrm>
            <a:off x="750888" y="1062038"/>
            <a:ext cx="3282950" cy="1476375"/>
            <a:chOff x="3218" y="2478"/>
            <a:chExt cx="2068" cy="930"/>
          </a:xfrm>
        </p:grpSpPr>
        <p:sp>
          <p:nvSpPr>
            <p:cNvPr id="37904" name="Text Box 91"/>
            <p:cNvSpPr txBox="1">
              <a:spLocks noChangeArrowheads="1"/>
            </p:cNvSpPr>
            <p:nvPr/>
          </p:nvSpPr>
          <p:spPr bwMode="auto">
            <a:xfrm>
              <a:off x="4038" y="2658"/>
              <a:ext cx="1248" cy="519"/>
            </a:xfrm>
            <a:prstGeom prst="rect">
              <a:avLst/>
            </a:prstGeom>
            <a:noFill/>
            <a:ln w="9525">
              <a:noFill/>
              <a:miter lim="800000"/>
              <a:headEnd/>
              <a:tailEnd/>
            </a:ln>
          </p:spPr>
          <p:txBody>
            <a:bodyPr>
              <a:spAutoFit/>
            </a:bodyPr>
            <a:lstStyle/>
            <a:p>
              <a:pPr>
                <a:spcBef>
                  <a:spcPct val="50000"/>
                </a:spcBef>
              </a:pPr>
              <a:r>
                <a:rPr lang="en-US" sz="4800" b="1">
                  <a:solidFill>
                    <a:srgbClr val="0066FF"/>
                  </a:solidFill>
                  <a:latin typeface="Angsana New" pitchFamily="18" charset="-34"/>
                </a:rPr>
                <a:t>~  t(n – 1)</a:t>
              </a:r>
            </a:p>
          </p:txBody>
        </p:sp>
        <p:grpSp>
          <p:nvGrpSpPr>
            <p:cNvPr id="37905" name="Group 92"/>
            <p:cNvGrpSpPr>
              <a:grpSpLocks/>
            </p:cNvGrpSpPr>
            <p:nvPr/>
          </p:nvGrpSpPr>
          <p:grpSpPr bwMode="auto">
            <a:xfrm>
              <a:off x="3218" y="2478"/>
              <a:ext cx="1006" cy="930"/>
              <a:chOff x="3168" y="2400"/>
              <a:chExt cx="1006" cy="930"/>
            </a:xfrm>
          </p:grpSpPr>
          <p:sp>
            <p:nvSpPr>
              <p:cNvPr id="37906" name="Rectangle 93"/>
              <p:cNvSpPr>
                <a:spLocks noChangeArrowheads="1"/>
              </p:cNvSpPr>
              <p:nvPr/>
            </p:nvSpPr>
            <p:spPr bwMode="auto">
              <a:xfrm>
                <a:off x="3214" y="2400"/>
                <a:ext cx="960" cy="480"/>
              </a:xfrm>
              <a:prstGeom prst="rect">
                <a:avLst/>
              </a:prstGeom>
              <a:noFill/>
              <a:ln w="9525">
                <a:noFill/>
                <a:miter lim="800000"/>
                <a:headEnd/>
                <a:tailEnd/>
              </a:ln>
            </p:spPr>
            <p:txBody>
              <a:bodyPr/>
              <a:lstStyle/>
              <a:p>
                <a:pPr>
                  <a:tabLst>
                    <a:tab pos="457200" algn="l"/>
                  </a:tabLst>
                </a:pPr>
                <a:r>
                  <a:rPr lang="en-US" sz="4800" b="1">
                    <a:solidFill>
                      <a:srgbClr val="0066FF"/>
                    </a:solidFill>
                    <a:latin typeface="Angsana New" pitchFamily="18" charset="-34"/>
                    <a:sym typeface="Symbol" pitchFamily="18" charset="2"/>
                  </a:rPr>
                  <a:t>X –</a:t>
                </a:r>
                <a:r>
                  <a:rPr lang="en-US" sz="3600" b="1">
                    <a:solidFill>
                      <a:srgbClr val="0066FF"/>
                    </a:solidFill>
                    <a:latin typeface="Angsana New" pitchFamily="18" charset="-34"/>
                    <a:sym typeface="Symbol" pitchFamily="18" charset="2"/>
                  </a:rPr>
                  <a:t> </a:t>
                </a:r>
                <a:endParaRPr lang="en-US" sz="5000" b="1">
                  <a:solidFill>
                    <a:srgbClr val="0066FF"/>
                  </a:solidFill>
                  <a:latin typeface="Angsana New" pitchFamily="18" charset="-34"/>
                  <a:sym typeface="Symbol" pitchFamily="18" charset="2"/>
                </a:endParaRPr>
              </a:p>
            </p:txBody>
          </p:sp>
          <p:sp>
            <p:nvSpPr>
              <p:cNvPr id="37907" name="Line 94"/>
              <p:cNvSpPr>
                <a:spLocks noChangeShapeType="1"/>
              </p:cNvSpPr>
              <p:nvPr/>
            </p:nvSpPr>
            <p:spPr bwMode="auto">
              <a:xfrm>
                <a:off x="3168" y="2852"/>
                <a:ext cx="768" cy="0"/>
              </a:xfrm>
              <a:prstGeom prst="line">
                <a:avLst/>
              </a:prstGeom>
              <a:noFill/>
              <a:ln w="38100">
                <a:solidFill>
                  <a:srgbClr val="0066FF"/>
                </a:solidFill>
                <a:round/>
                <a:headEnd/>
                <a:tailEnd/>
              </a:ln>
            </p:spPr>
            <p:txBody>
              <a:bodyPr/>
              <a:lstStyle/>
              <a:p>
                <a:endParaRPr lang="en-US"/>
              </a:p>
            </p:txBody>
          </p:sp>
          <p:grpSp>
            <p:nvGrpSpPr>
              <p:cNvPr id="37908" name="Group 95"/>
              <p:cNvGrpSpPr>
                <a:grpSpLocks/>
              </p:cNvGrpSpPr>
              <p:nvPr/>
            </p:nvGrpSpPr>
            <p:grpSpPr bwMode="auto">
              <a:xfrm>
                <a:off x="3168" y="2802"/>
                <a:ext cx="816" cy="528"/>
                <a:chOff x="3216" y="2886"/>
                <a:chExt cx="816" cy="528"/>
              </a:xfrm>
            </p:grpSpPr>
            <p:sp>
              <p:nvSpPr>
                <p:cNvPr id="37910" name="Rectangle 96"/>
                <p:cNvSpPr>
                  <a:spLocks noChangeArrowheads="1"/>
                </p:cNvSpPr>
                <p:nvPr/>
              </p:nvSpPr>
              <p:spPr bwMode="auto">
                <a:xfrm>
                  <a:off x="3216" y="2886"/>
                  <a:ext cx="816" cy="528"/>
                </a:xfrm>
                <a:prstGeom prst="rect">
                  <a:avLst/>
                </a:prstGeom>
                <a:noFill/>
                <a:ln w="9525">
                  <a:noFill/>
                  <a:miter lim="800000"/>
                  <a:headEnd/>
                  <a:tailEnd/>
                </a:ln>
              </p:spPr>
              <p:txBody>
                <a:bodyPr/>
                <a:lstStyle/>
                <a:p>
                  <a:pPr>
                    <a:tabLst>
                      <a:tab pos="457200" algn="l"/>
                    </a:tabLst>
                  </a:pPr>
                  <a:r>
                    <a:rPr lang="en-US" sz="4800" b="1">
                      <a:solidFill>
                        <a:srgbClr val="0066FF"/>
                      </a:solidFill>
                      <a:latin typeface="Angsana New" pitchFamily="18" charset="-34"/>
                      <a:sym typeface="Symbol" pitchFamily="18" charset="2"/>
                    </a:rPr>
                    <a:t>S</a:t>
                  </a:r>
                  <a:r>
                    <a:rPr lang="en-US" sz="1800" b="1">
                      <a:solidFill>
                        <a:srgbClr val="0066FF"/>
                      </a:solidFill>
                      <a:latin typeface="Angsana New" pitchFamily="18" charset="-34"/>
                      <a:sym typeface="Symbol" pitchFamily="18" charset="2"/>
                    </a:rPr>
                    <a:t> </a:t>
                  </a:r>
                  <a:r>
                    <a:rPr lang="en-US" sz="4800" b="1">
                      <a:solidFill>
                        <a:srgbClr val="0066FF"/>
                      </a:solidFill>
                      <a:latin typeface="Angsana New" pitchFamily="18" charset="-34"/>
                      <a:sym typeface="Symbol" pitchFamily="18" charset="2"/>
                    </a:rPr>
                    <a:t>/</a:t>
                  </a:r>
                  <a:r>
                    <a:rPr lang="en-US" sz="3200" b="1">
                      <a:solidFill>
                        <a:srgbClr val="0066FF"/>
                      </a:solidFill>
                      <a:latin typeface="Angsana New" pitchFamily="18" charset="-34"/>
                      <a:sym typeface="Symbol" pitchFamily="18" charset="2"/>
                    </a:rPr>
                    <a:t></a:t>
                  </a:r>
                  <a:r>
                    <a:rPr lang="en-US" sz="4800" b="1">
                      <a:solidFill>
                        <a:srgbClr val="0066FF"/>
                      </a:solidFill>
                      <a:latin typeface="Angsana New" pitchFamily="18" charset="-34"/>
                      <a:sym typeface="Symbol" pitchFamily="18" charset="2"/>
                    </a:rPr>
                    <a:t>n</a:t>
                  </a:r>
                </a:p>
              </p:txBody>
            </p:sp>
            <p:sp>
              <p:nvSpPr>
                <p:cNvPr id="37911" name="Line 97"/>
                <p:cNvSpPr>
                  <a:spLocks noChangeShapeType="1"/>
                </p:cNvSpPr>
                <p:nvPr/>
              </p:nvSpPr>
              <p:spPr bwMode="auto">
                <a:xfrm>
                  <a:off x="3635" y="3017"/>
                  <a:ext cx="240" cy="0"/>
                </a:xfrm>
                <a:prstGeom prst="line">
                  <a:avLst/>
                </a:prstGeom>
                <a:noFill/>
                <a:ln w="28575">
                  <a:solidFill>
                    <a:srgbClr val="0066FF"/>
                  </a:solidFill>
                  <a:round/>
                  <a:headEnd/>
                  <a:tailEnd/>
                </a:ln>
              </p:spPr>
              <p:txBody>
                <a:bodyPr/>
                <a:lstStyle/>
                <a:p>
                  <a:endParaRPr lang="en-US"/>
                </a:p>
              </p:txBody>
            </p:sp>
          </p:grpSp>
          <p:sp>
            <p:nvSpPr>
              <p:cNvPr id="37909" name="Line 98"/>
              <p:cNvSpPr>
                <a:spLocks noChangeShapeType="1"/>
              </p:cNvSpPr>
              <p:nvPr/>
            </p:nvSpPr>
            <p:spPr bwMode="auto">
              <a:xfrm>
                <a:off x="3284" y="2516"/>
                <a:ext cx="144" cy="0"/>
              </a:xfrm>
              <a:prstGeom prst="line">
                <a:avLst/>
              </a:prstGeom>
              <a:noFill/>
              <a:ln w="38100">
                <a:solidFill>
                  <a:srgbClr val="0066FF"/>
                </a:solidFill>
                <a:round/>
                <a:headEnd/>
                <a:tailEnd/>
              </a:ln>
            </p:spPr>
            <p:txBody>
              <a:bodyPr/>
              <a:lstStyle/>
              <a:p>
                <a:endParaRPr lang="en-US"/>
              </a:p>
            </p:txBody>
          </p:sp>
        </p:grpSp>
      </p:grpSp>
      <p:pic>
        <p:nvPicPr>
          <p:cNvPr id="50" name="Picture 2" descr="Student t pdf.svg">
            <a:hlinkClick r:id="rId2"/>
          </p:cNvPr>
          <p:cNvPicPr>
            <a:picLocks noChangeAspect="1" noChangeArrowheads="1"/>
          </p:cNvPicPr>
          <p:nvPr/>
        </p:nvPicPr>
        <p:blipFill>
          <a:blip r:embed="rId3"/>
          <a:srcRect/>
          <a:stretch>
            <a:fillRect/>
          </a:stretch>
        </p:blipFill>
        <p:spPr bwMode="auto">
          <a:xfrm>
            <a:off x="4800600" y="914400"/>
            <a:ext cx="3733800" cy="2987675"/>
          </a:xfrm>
          <a:prstGeom prst="rect">
            <a:avLst/>
          </a:prstGeom>
          <a:noFill/>
          <a:ln w="9525">
            <a:noFill/>
            <a:miter lim="800000"/>
            <a:headEnd/>
            <a:tailEnd/>
          </a:ln>
        </p:spPr>
      </p:pic>
      <p:sp>
        <p:nvSpPr>
          <p:cNvPr id="51" name="Oval 50"/>
          <p:cNvSpPr/>
          <p:nvPr/>
        </p:nvSpPr>
        <p:spPr>
          <a:xfrm>
            <a:off x="695325" y="1887538"/>
            <a:ext cx="4572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2" name="Oval 51"/>
          <p:cNvSpPr/>
          <p:nvPr/>
        </p:nvSpPr>
        <p:spPr>
          <a:xfrm>
            <a:off x="5105400" y="5683250"/>
            <a:ext cx="457200" cy="457200"/>
          </a:xfrm>
          <a:prstGeom prst="ellipse">
            <a:avLst/>
          </a:prstGeom>
          <a:no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4" name="Freeform 53"/>
          <p:cNvSpPr/>
          <p:nvPr/>
        </p:nvSpPr>
        <p:spPr>
          <a:xfrm>
            <a:off x="1165225" y="2160588"/>
            <a:ext cx="3917950" cy="3675062"/>
          </a:xfrm>
          <a:custGeom>
            <a:avLst/>
            <a:gdLst>
              <a:gd name="connsiteX0" fmla="*/ 0 w 3917576"/>
              <a:gd name="connsiteY0" fmla="*/ 0 h 3675530"/>
              <a:gd name="connsiteX1" fmla="*/ 3039035 w 3917576"/>
              <a:gd name="connsiteY1" fmla="*/ 1595718 h 3675530"/>
              <a:gd name="connsiteX2" fmla="*/ 2034988 w 3917576"/>
              <a:gd name="connsiteY2" fmla="*/ 2214282 h 3675530"/>
              <a:gd name="connsiteX3" fmla="*/ 3917576 w 3917576"/>
              <a:gd name="connsiteY3" fmla="*/ 3675530 h 3675530"/>
            </a:gdLst>
            <a:ahLst/>
            <a:cxnLst>
              <a:cxn ang="0">
                <a:pos x="connsiteX0" y="connsiteY0"/>
              </a:cxn>
              <a:cxn ang="0">
                <a:pos x="connsiteX1" y="connsiteY1"/>
              </a:cxn>
              <a:cxn ang="0">
                <a:pos x="connsiteX2" y="connsiteY2"/>
              </a:cxn>
              <a:cxn ang="0">
                <a:pos x="connsiteX3" y="connsiteY3"/>
              </a:cxn>
            </a:cxnLst>
            <a:rect l="l" t="t" r="r" b="b"/>
            <a:pathLst>
              <a:path w="3917576" h="3675530">
                <a:moveTo>
                  <a:pt x="0" y="0"/>
                </a:moveTo>
                <a:cubicBezTo>
                  <a:pt x="1349935" y="613335"/>
                  <a:pt x="2699870" y="1226671"/>
                  <a:pt x="3039035" y="1595718"/>
                </a:cubicBezTo>
                <a:cubicBezTo>
                  <a:pt x="3378200" y="1964765"/>
                  <a:pt x="1888565" y="1867647"/>
                  <a:pt x="2034988" y="2214282"/>
                </a:cubicBezTo>
                <a:cubicBezTo>
                  <a:pt x="2181412" y="2560917"/>
                  <a:pt x="3049494" y="3118223"/>
                  <a:pt x="3917576" y="3675530"/>
                </a:cubicBezTo>
              </a:path>
            </a:pathLst>
          </a:custGeom>
          <a:ln w="38100">
            <a:solidFill>
              <a:srgbClr val="7030A0"/>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4" name="Slide Number Placeholder 3">
            <a:extLst>
              <a:ext uri="{FF2B5EF4-FFF2-40B4-BE49-F238E27FC236}">
                <a16:creationId xmlns:a16="http://schemas.microsoft.com/office/drawing/2014/main" id="{40C5E3AE-9F83-4594-9637-5BC6A684C793}"/>
              </a:ext>
            </a:extLst>
          </p:cNvPr>
          <p:cNvSpPr>
            <a:spLocks noGrp="1"/>
          </p:cNvSpPr>
          <p:nvPr>
            <p:ph type="sldNum" sz="quarter" idx="12"/>
          </p:nvPr>
        </p:nvSpPr>
        <p:spPr/>
        <p:txBody>
          <a:bodyPr/>
          <a:lstStyle/>
          <a:p>
            <a:pPr>
              <a:defRPr/>
            </a:pPr>
            <a:fld id="{0598EADD-7714-4E0A-AD4B-AC83F9F5DA12}" type="slidenum">
              <a:rPr lang="en-US" smtClean="0"/>
              <a:pPr>
                <a:defRPr/>
              </a:pPr>
              <a:t>27</a:t>
            </a:fld>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300"/>
                                        <p:tgtEl>
                                          <p:spTgt spid="9"/>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47193"/>
                                        </p:tgtEl>
                                        <p:attrNameLst>
                                          <p:attrName>style.visibility</p:attrName>
                                        </p:attrNameLst>
                                      </p:cBhvr>
                                      <p:to>
                                        <p:strVal val="visible"/>
                                      </p:to>
                                    </p:set>
                                    <p:animEffect transition="in" filter="wheel(1)">
                                      <p:cBhvr>
                                        <p:cTn id="10" dur="300"/>
                                        <p:tgtEl>
                                          <p:spTgt spid="47193"/>
                                        </p:tgtEl>
                                      </p:cBhvr>
                                    </p:animEffect>
                                  </p:childTnLst>
                                </p:cTn>
                              </p:par>
                            </p:childTnLst>
                          </p:cTn>
                        </p:par>
                        <p:par>
                          <p:cTn id="11" fill="hold">
                            <p:stCondLst>
                              <p:cond delay="300"/>
                            </p:stCondLst>
                            <p:childTnLst>
                              <p:par>
                                <p:cTn id="12" presetID="22" presetClass="entr" presetSubtype="8"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300"/>
                                        <p:tgtEl>
                                          <p:spTgt spid="2"/>
                                        </p:tgtEl>
                                      </p:cBhvr>
                                    </p:animEffect>
                                  </p:childTnLst>
                                </p:cTn>
                              </p:par>
                            </p:childTnLst>
                          </p:cTn>
                        </p:par>
                        <p:par>
                          <p:cTn id="15" fill="hold">
                            <p:stCondLst>
                              <p:cond delay="600"/>
                            </p:stCondLst>
                            <p:childTnLst>
                              <p:par>
                                <p:cTn id="16" presetID="9" presetClass="entr" presetSubtype="0" fill="hold" grpId="0" nodeType="afterEffect">
                                  <p:stCondLst>
                                    <p:cond delay="0"/>
                                  </p:stCondLst>
                                  <p:childTnLst>
                                    <p:set>
                                      <p:cBhvr>
                                        <p:cTn id="17" dur="1" fill="hold">
                                          <p:stCondLst>
                                            <p:cond delay="0"/>
                                          </p:stCondLst>
                                        </p:cTn>
                                        <p:tgtEl>
                                          <p:spTgt spid="47139"/>
                                        </p:tgtEl>
                                        <p:attrNameLst>
                                          <p:attrName>style.visibility</p:attrName>
                                        </p:attrNameLst>
                                      </p:cBhvr>
                                      <p:to>
                                        <p:strVal val="visible"/>
                                      </p:to>
                                    </p:set>
                                    <p:animEffect transition="in" filter="dissolve">
                                      <p:cBhvr>
                                        <p:cTn id="18" dur="300"/>
                                        <p:tgtEl>
                                          <p:spTgt spid="47139"/>
                                        </p:tgtEl>
                                      </p:cBhvr>
                                    </p:animEffect>
                                  </p:childTnLst>
                                </p:cTn>
                              </p:par>
                            </p:childTnLst>
                          </p:cTn>
                        </p:par>
                        <p:par>
                          <p:cTn id="19" fill="hold">
                            <p:stCondLst>
                              <p:cond delay="900"/>
                            </p:stCondLst>
                            <p:childTnLst>
                              <p:par>
                                <p:cTn id="20" presetID="9" presetClass="entr" presetSubtype="0" fill="hold" nodeType="after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dissolve">
                                      <p:cBhvr>
                                        <p:cTn id="22" dur="300"/>
                                        <p:tgtEl>
                                          <p:spTgt spid="50"/>
                                        </p:tgtEl>
                                      </p:cBhvr>
                                    </p:animEffect>
                                  </p:childTnLst>
                                </p:cTn>
                              </p:par>
                            </p:childTnLst>
                          </p:cTn>
                        </p:par>
                        <p:par>
                          <p:cTn id="23" fill="hold">
                            <p:stCondLst>
                              <p:cond delay="1200"/>
                            </p:stCondLst>
                            <p:childTnLst>
                              <p:par>
                                <p:cTn id="24" presetID="21" presetClass="entr" presetSubtype="1" fill="hold" grpId="0" nodeType="afterEffect">
                                  <p:stCondLst>
                                    <p:cond delay="0"/>
                                  </p:stCondLst>
                                  <p:childTnLst>
                                    <p:set>
                                      <p:cBhvr>
                                        <p:cTn id="25" dur="1" fill="hold">
                                          <p:stCondLst>
                                            <p:cond delay="0"/>
                                          </p:stCondLst>
                                        </p:cTn>
                                        <p:tgtEl>
                                          <p:spTgt spid="51"/>
                                        </p:tgtEl>
                                        <p:attrNameLst>
                                          <p:attrName>style.visibility</p:attrName>
                                        </p:attrNameLst>
                                      </p:cBhvr>
                                      <p:to>
                                        <p:strVal val="visible"/>
                                      </p:to>
                                    </p:set>
                                    <p:animEffect transition="in" filter="wheel(1)">
                                      <p:cBhvr>
                                        <p:cTn id="26" dur="300"/>
                                        <p:tgtEl>
                                          <p:spTgt spid="51"/>
                                        </p:tgtEl>
                                      </p:cBhvr>
                                    </p:animEffect>
                                  </p:childTnLst>
                                </p:cTn>
                              </p:par>
                              <p:par>
                                <p:cTn id="27" presetID="21" presetClass="entr" presetSubtype="1"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wheel(1)">
                                      <p:cBhvr>
                                        <p:cTn id="29" dur="300"/>
                                        <p:tgtEl>
                                          <p:spTgt spid="52"/>
                                        </p:tgtEl>
                                      </p:cBhvr>
                                    </p:animEffect>
                                  </p:childTnLst>
                                </p:cTn>
                              </p:par>
                            </p:childTnLst>
                          </p:cTn>
                        </p:par>
                        <p:par>
                          <p:cTn id="30" fill="hold">
                            <p:stCondLst>
                              <p:cond delay="1500"/>
                            </p:stCondLst>
                            <p:childTnLst>
                              <p:par>
                                <p:cTn id="31" presetID="22" presetClass="entr" presetSubtype="4" fill="hold" grpId="0" nodeType="after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wipe(down)">
                                      <p:cBhvr>
                                        <p:cTn id="33" dur="300"/>
                                        <p:tgtEl>
                                          <p:spTgt spid="54"/>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xit" presetSubtype="0" fill="hold" grpId="0" nodeType="clickEffect">
                                  <p:stCondLst>
                                    <p:cond delay="0"/>
                                  </p:stCondLst>
                                  <p:childTnLst>
                                    <p:animEffect transition="out" filter="dissolve">
                                      <p:cBhvr>
                                        <p:cTn id="37" dur="300"/>
                                        <p:tgtEl>
                                          <p:spTgt spid="49161"/>
                                        </p:tgtEl>
                                      </p:cBhvr>
                                    </p:animEffect>
                                    <p:set>
                                      <p:cBhvr>
                                        <p:cTn id="38" dur="1" fill="hold">
                                          <p:stCondLst>
                                            <p:cond delay="299"/>
                                          </p:stCondLst>
                                        </p:cTn>
                                        <p:tgtEl>
                                          <p:spTgt spid="49161"/>
                                        </p:tgtEl>
                                        <p:attrNameLst>
                                          <p:attrName>style.visibility</p:attrName>
                                        </p:attrNameLst>
                                      </p:cBhvr>
                                      <p:to>
                                        <p:strVal val="hidden"/>
                                      </p:to>
                                    </p:set>
                                  </p:childTnLst>
                                </p:cTn>
                              </p:par>
                              <p:par>
                                <p:cTn id="39" presetID="9" presetClass="exit" presetSubtype="0" fill="hold" nodeType="withEffect">
                                  <p:stCondLst>
                                    <p:cond delay="0"/>
                                  </p:stCondLst>
                                  <p:childTnLst>
                                    <p:animEffect transition="out" filter="dissolve">
                                      <p:cBhvr>
                                        <p:cTn id="40" dur="300"/>
                                        <p:tgtEl>
                                          <p:spTgt spid="3"/>
                                        </p:tgtEl>
                                      </p:cBhvr>
                                    </p:animEffect>
                                    <p:set>
                                      <p:cBhvr>
                                        <p:cTn id="41" dur="1" fill="hold">
                                          <p:stCondLst>
                                            <p:cond delay="299"/>
                                          </p:stCondLst>
                                        </p:cTn>
                                        <p:tgtEl>
                                          <p:spTgt spid="3"/>
                                        </p:tgtEl>
                                        <p:attrNameLst>
                                          <p:attrName>style.visibility</p:attrName>
                                        </p:attrNameLst>
                                      </p:cBhvr>
                                      <p:to>
                                        <p:strVal val="hidden"/>
                                      </p:to>
                                    </p:set>
                                  </p:childTnLst>
                                </p:cTn>
                              </p:par>
                              <p:par>
                                <p:cTn id="42" presetID="9" presetClass="exit" presetSubtype="0" fill="hold" grpId="0" nodeType="withEffect">
                                  <p:stCondLst>
                                    <p:cond delay="0"/>
                                  </p:stCondLst>
                                  <p:childTnLst>
                                    <p:animEffect transition="out" filter="dissolve">
                                      <p:cBhvr>
                                        <p:cTn id="43" dur="300"/>
                                        <p:tgtEl>
                                          <p:spTgt spid="49163"/>
                                        </p:tgtEl>
                                      </p:cBhvr>
                                    </p:animEffect>
                                    <p:set>
                                      <p:cBhvr>
                                        <p:cTn id="44" dur="1" fill="hold">
                                          <p:stCondLst>
                                            <p:cond delay="299"/>
                                          </p:stCondLst>
                                        </p:cTn>
                                        <p:tgtEl>
                                          <p:spTgt spid="49163"/>
                                        </p:tgtEl>
                                        <p:attrNameLst>
                                          <p:attrName>style.visibility</p:attrName>
                                        </p:attrNameLst>
                                      </p:cBhvr>
                                      <p:to>
                                        <p:strVal val="hidden"/>
                                      </p:to>
                                    </p:set>
                                  </p:childTnLst>
                                </p:cTn>
                              </p:par>
                              <p:par>
                                <p:cTn id="45" presetID="9" presetClass="exit" presetSubtype="0" fill="hold" grpId="0" nodeType="withEffect">
                                  <p:stCondLst>
                                    <p:cond delay="0"/>
                                  </p:stCondLst>
                                  <p:childTnLst>
                                    <p:animEffect transition="out" filter="dissolve">
                                      <p:cBhvr>
                                        <p:cTn id="46" dur="300"/>
                                        <p:tgtEl>
                                          <p:spTgt spid="49164"/>
                                        </p:tgtEl>
                                      </p:cBhvr>
                                    </p:animEffect>
                                    <p:set>
                                      <p:cBhvr>
                                        <p:cTn id="47" dur="1" fill="hold">
                                          <p:stCondLst>
                                            <p:cond delay="299"/>
                                          </p:stCondLst>
                                        </p:cTn>
                                        <p:tgtEl>
                                          <p:spTgt spid="49164"/>
                                        </p:tgtEl>
                                        <p:attrNameLst>
                                          <p:attrName>style.visibility</p:attrName>
                                        </p:attrNameLst>
                                      </p:cBhvr>
                                      <p:to>
                                        <p:strVal val="hidden"/>
                                      </p:to>
                                    </p:set>
                                  </p:childTnLst>
                                </p:cTn>
                              </p:par>
                              <p:par>
                                <p:cTn id="48" presetID="9" presetClass="exit" presetSubtype="0" fill="hold" nodeType="withEffect">
                                  <p:stCondLst>
                                    <p:cond delay="0"/>
                                  </p:stCondLst>
                                  <p:childTnLst>
                                    <p:animEffect transition="out" filter="dissolve">
                                      <p:cBhvr>
                                        <p:cTn id="49" dur="300"/>
                                        <p:tgtEl>
                                          <p:spTgt spid="6"/>
                                        </p:tgtEl>
                                      </p:cBhvr>
                                    </p:animEffect>
                                    <p:set>
                                      <p:cBhvr>
                                        <p:cTn id="50" dur="1" fill="hold">
                                          <p:stCondLst>
                                            <p:cond delay="299"/>
                                          </p:stCondLst>
                                        </p:cTn>
                                        <p:tgtEl>
                                          <p:spTgt spid="6"/>
                                        </p:tgtEl>
                                        <p:attrNameLst>
                                          <p:attrName>style.visibility</p:attrName>
                                        </p:attrNameLst>
                                      </p:cBhvr>
                                      <p:to>
                                        <p:strVal val="hidden"/>
                                      </p:to>
                                    </p:set>
                                  </p:childTnLst>
                                </p:cTn>
                              </p:par>
                              <p:par>
                                <p:cTn id="51" presetID="9" presetClass="exit" presetSubtype="0" fill="hold" grpId="1" nodeType="withEffect">
                                  <p:stCondLst>
                                    <p:cond delay="0"/>
                                  </p:stCondLst>
                                  <p:childTnLst>
                                    <p:animEffect transition="out" filter="dissolve">
                                      <p:cBhvr>
                                        <p:cTn id="52" dur="300"/>
                                        <p:tgtEl>
                                          <p:spTgt spid="51"/>
                                        </p:tgtEl>
                                      </p:cBhvr>
                                    </p:animEffect>
                                    <p:set>
                                      <p:cBhvr>
                                        <p:cTn id="53" dur="1" fill="hold">
                                          <p:stCondLst>
                                            <p:cond delay="299"/>
                                          </p:stCondLst>
                                        </p:cTn>
                                        <p:tgtEl>
                                          <p:spTgt spid="51"/>
                                        </p:tgtEl>
                                        <p:attrNameLst>
                                          <p:attrName>style.visibility</p:attrName>
                                        </p:attrNameLst>
                                      </p:cBhvr>
                                      <p:to>
                                        <p:strVal val="hidden"/>
                                      </p:to>
                                    </p:set>
                                  </p:childTnLst>
                                </p:cTn>
                              </p:par>
                              <p:par>
                                <p:cTn id="54" presetID="9" presetClass="exit" presetSubtype="0" fill="hold" grpId="1" nodeType="withEffect">
                                  <p:stCondLst>
                                    <p:cond delay="0"/>
                                  </p:stCondLst>
                                  <p:childTnLst>
                                    <p:animEffect transition="out" filter="dissolve">
                                      <p:cBhvr>
                                        <p:cTn id="55" dur="300"/>
                                        <p:tgtEl>
                                          <p:spTgt spid="54"/>
                                        </p:tgtEl>
                                      </p:cBhvr>
                                    </p:animEffect>
                                    <p:set>
                                      <p:cBhvr>
                                        <p:cTn id="56" dur="1" fill="hold">
                                          <p:stCondLst>
                                            <p:cond delay="299"/>
                                          </p:stCondLst>
                                        </p:cTn>
                                        <p:tgtEl>
                                          <p:spTgt spid="54"/>
                                        </p:tgtEl>
                                        <p:attrNameLst>
                                          <p:attrName>style.visibility</p:attrName>
                                        </p:attrNameLst>
                                      </p:cBhvr>
                                      <p:to>
                                        <p:strVal val="hidden"/>
                                      </p:to>
                                    </p:set>
                                  </p:childTnLst>
                                </p:cTn>
                              </p:par>
                              <p:par>
                                <p:cTn id="57" presetID="9" presetClass="exit" presetSubtype="0" fill="hold" grpId="1" nodeType="withEffect">
                                  <p:stCondLst>
                                    <p:cond delay="0"/>
                                  </p:stCondLst>
                                  <p:childTnLst>
                                    <p:animEffect transition="out" filter="dissolve">
                                      <p:cBhvr>
                                        <p:cTn id="58" dur="300"/>
                                        <p:tgtEl>
                                          <p:spTgt spid="52"/>
                                        </p:tgtEl>
                                      </p:cBhvr>
                                    </p:animEffect>
                                    <p:set>
                                      <p:cBhvr>
                                        <p:cTn id="59" dur="1" fill="hold">
                                          <p:stCondLst>
                                            <p:cond delay="299"/>
                                          </p:stCondLst>
                                        </p:cTn>
                                        <p:tgtEl>
                                          <p:spTgt spid="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39" grpId="0" animBg="1"/>
      <p:bldP spid="49161" grpId="0"/>
      <p:bldP spid="49163" grpId="0" animBg="1"/>
      <p:bldP spid="49164" grpId="0" animBg="1"/>
      <p:bldP spid="47193" grpId="0" animBg="1"/>
      <p:bldP spid="51" grpId="0" animBg="1"/>
      <p:bldP spid="51" grpId="1" animBg="1"/>
      <p:bldP spid="52" grpId="0" animBg="1"/>
      <p:bldP spid="52" grpId="1" animBg="1"/>
      <p:bldP spid="54" grpId="0" animBg="1"/>
      <p:bldP spid="54"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descr="ผืนผ้าใบ"/>
          <p:cNvSpPr>
            <a:spLocks noChangeArrowheads="1"/>
          </p:cNvSpPr>
          <p:nvPr/>
        </p:nvSpPr>
        <p:spPr bwMode="auto">
          <a:xfrm>
            <a:off x="123825" y="152400"/>
            <a:ext cx="8899525" cy="914400"/>
          </a:xfrm>
          <a:prstGeom prst="rect">
            <a:avLst/>
          </a:prstGeom>
          <a:noFill/>
          <a:ln w="9525">
            <a:noFill/>
            <a:miter lim="800000"/>
            <a:headEnd/>
            <a:tailEnd/>
          </a:ln>
        </p:spPr>
        <p:txBody>
          <a:bodyPr anchor="ctr"/>
          <a:lstStyle/>
          <a:p>
            <a:pPr algn="ctr">
              <a:lnSpc>
                <a:spcPct val="90000"/>
              </a:lnSpc>
            </a:pPr>
            <a:r>
              <a:rPr lang="en-US" sz="5200" b="1">
                <a:solidFill>
                  <a:srgbClr val="CC00FF"/>
                </a:solidFill>
                <a:latin typeface="Angsana New" pitchFamily="18" charset="-34"/>
              </a:rPr>
              <a:t>การแจกแจงปกติมาตรฐาน (Standard Normal)</a:t>
            </a:r>
          </a:p>
        </p:txBody>
      </p:sp>
      <p:sp>
        <p:nvSpPr>
          <p:cNvPr id="38915" name="Rectangle 35"/>
          <p:cNvSpPr>
            <a:spLocks noChangeArrowheads="1"/>
          </p:cNvSpPr>
          <p:nvPr/>
        </p:nvSpPr>
        <p:spPr bwMode="auto">
          <a:xfrm>
            <a:off x="104775" y="152400"/>
            <a:ext cx="8899525" cy="914400"/>
          </a:xfrm>
          <a:prstGeom prst="rect">
            <a:avLst/>
          </a:prstGeom>
          <a:solidFill>
            <a:schemeClr val="bg1"/>
          </a:solidFill>
          <a:ln w="9525">
            <a:noFill/>
            <a:miter lim="800000"/>
            <a:headEnd/>
            <a:tailEnd/>
          </a:ln>
        </p:spPr>
        <p:txBody>
          <a:bodyPr anchor="ctr"/>
          <a:lstStyle/>
          <a:p>
            <a:pPr algn="ctr">
              <a:lnSpc>
                <a:spcPct val="90000"/>
              </a:lnSpc>
            </a:pPr>
            <a:r>
              <a:rPr lang="en-US" sz="6000" b="1">
                <a:solidFill>
                  <a:srgbClr val="CC00FF"/>
                </a:solidFill>
                <a:latin typeface="Angsana New" pitchFamily="18" charset="-34"/>
              </a:rPr>
              <a:t>การแจกแจงที (</a:t>
            </a:r>
            <a:r>
              <a:rPr lang="en-US" sz="6000" b="1" i="1">
                <a:solidFill>
                  <a:srgbClr val="CC00FF"/>
                </a:solidFill>
                <a:latin typeface="Angsana New" pitchFamily="18" charset="-34"/>
              </a:rPr>
              <a:t>Student – t distribution</a:t>
            </a:r>
            <a:r>
              <a:rPr lang="en-US" sz="6000" b="1">
                <a:solidFill>
                  <a:srgbClr val="CC00FF"/>
                </a:solidFill>
                <a:latin typeface="Angsana New" pitchFamily="18" charset="-34"/>
              </a:rPr>
              <a:t>)</a:t>
            </a:r>
          </a:p>
        </p:txBody>
      </p:sp>
      <p:grpSp>
        <p:nvGrpSpPr>
          <p:cNvPr id="38916" name="Group 47"/>
          <p:cNvGrpSpPr>
            <a:grpSpLocks/>
          </p:cNvGrpSpPr>
          <p:nvPr/>
        </p:nvGrpSpPr>
        <p:grpSpPr bwMode="auto">
          <a:xfrm>
            <a:off x="304800" y="2633663"/>
            <a:ext cx="6324600" cy="1328737"/>
            <a:chOff x="144" y="1872"/>
            <a:chExt cx="3984" cy="837"/>
          </a:xfrm>
        </p:grpSpPr>
        <p:sp>
          <p:nvSpPr>
            <p:cNvPr id="38934" name="Text Box 48" descr="ผืนผ้าใบ"/>
            <p:cNvSpPr txBox="1">
              <a:spLocks noChangeArrowheads="1"/>
            </p:cNvSpPr>
            <p:nvPr/>
          </p:nvSpPr>
          <p:spPr bwMode="auto">
            <a:xfrm>
              <a:off x="144" y="2016"/>
              <a:ext cx="3984" cy="519"/>
            </a:xfrm>
            <a:prstGeom prst="rect">
              <a:avLst/>
            </a:prstGeom>
            <a:noFill/>
            <a:ln w="9525">
              <a:noFill/>
              <a:miter lim="800000"/>
              <a:headEnd/>
              <a:tailEnd/>
            </a:ln>
          </p:spPr>
          <p:txBody>
            <a:bodyPr>
              <a:spAutoFit/>
            </a:bodyPr>
            <a:lstStyle/>
            <a:p>
              <a:pPr>
                <a:spcBef>
                  <a:spcPct val="50000"/>
                </a:spcBef>
              </a:pPr>
              <a:r>
                <a:rPr lang="en-US" sz="4800" b="1">
                  <a:solidFill>
                    <a:srgbClr val="663300"/>
                  </a:solidFill>
                  <a:latin typeface="Angsana New" pitchFamily="18" charset="-34"/>
                </a:rPr>
                <a:t>S</a:t>
              </a:r>
              <a:r>
                <a:rPr lang="en-US" sz="4800" b="1" baseline="30000">
                  <a:solidFill>
                    <a:srgbClr val="663300"/>
                  </a:solidFill>
                  <a:latin typeface="Angsana New" pitchFamily="18" charset="-34"/>
                </a:rPr>
                <a:t>2</a:t>
              </a:r>
              <a:r>
                <a:rPr lang="en-US" sz="4800" b="1">
                  <a:solidFill>
                    <a:srgbClr val="663300"/>
                  </a:solidFill>
                  <a:latin typeface="Angsana New" pitchFamily="18" charset="-34"/>
                </a:rPr>
                <a:t> = </a:t>
              </a:r>
              <a:r>
                <a:rPr lang="en-US" sz="3600" b="1">
                  <a:solidFill>
                    <a:srgbClr val="663300"/>
                  </a:solidFill>
                  <a:latin typeface="Angsana New" pitchFamily="18" charset="-34"/>
                  <a:sym typeface="Symbol" pitchFamily="18" charset="2"/>
                </a:rPr>
                <a:t></a:t>
              </a:r>
              <a:r>
                <a:rPr lang="en-US" sz="4800" b="1">
                  <a:solidFill>
                    <a:srgbClr val="663300"/>
                  </a:solidFill>
                  <a:latin typeface="Angsana New" pitchFamily="18" charset="-34"/>
                  <a:sym typeface="Symbol" pitchFamily="18" charset="2"/>
                </a:rPr>
                <a:t>(X</a:t>
              </a:r>
              <a:r>
                <a:rPr lang="en-US" sz="4800" b="1" baseline="-25000">
                  <a:solidFill>
                    <a:srgbClr val="663300"/>
                  </a:solidFill>
                  <a:latin typeface="Angsana New" pitchFamily="18" charset="-34"/>
                  <a:sym typeface="Symbol" pitchFamily="18" charset="2"/>
                </a:rPr>
                <a:t>i</a:t>
              </a:r>
              <a:r>
                <a:rPr lang="en-US" sz="4800" b="1">
                  <a:solidFill>
                    <a:srgbClr val="663300"/>
                  </a:solidFill>
                  <a:latin typeface="Angsana New" pitchFamily="18" charset="-34"/>
                  <a:sym typeface="Symbol" pitchFamily="18" charset="2"/>
                </a:rPr>
                <a:t> – X)</a:t>
              </a:r>
              <a:r>
                <a:rPr lang="en-US" sz="4800" b="1" baseline="30000">
                  <a:solidFill>
                    <a:srgbClr val="663300"/>
                  </a:solidFill>
                  <a:latin typeface="Angsana New" pitchFamily="18" charset="-34"/>
                  <a:sym typeface="Symbol" pitchFamily="18" charset="2"/>
                </a:rPr>
                <a:t>2</a:t>
              </a:r>
              <a:r>
                <a:rPr lang="en-US" sz="4800" b="1">
                  <a:solidFill>
                    <a:srgbClr val="663300"/>
                  </a:solidFill>
                  <a:latin typeface="Angsana New" pitchFamily="18" charset="-34"/>
                  <a:sym typeface="Symbol" pitchFamily="18" charset="2"/>
                </a:rPr>
                <a:t>/(n – 1)</a:t>
              </a:r>
            </a:p>
          </p:txBody>
        </p:sp>
        <p:sp>
          <p:nvSpPr>
            <p:cNvPr id="38935" name="Text Box 49"/>
            <p:cNvSpPr txBox="1">
              <a:spLocks noChangeArrowheads="1"/>
            </p:cNvSpPr>
            <p:nvPr/>
          </p:nvSpPr>
          <p:spPr bwMode="auto">
            <a:xfrm>
              <a:off x="561" y="2305"/>
              <a:ext cx="495" cy="404"/>
            </a:xfrm>
            <a:prstGeom prst="rect">
              <a:avLst/>
            </a:prstGeom>
            <a:noFill/>
            <a:ln w="9525">
              <a:noFill/>
              <a:miter lim="800000"/>
              <a:headEnd/>
              <a:tailEnd/>
            </a:ln>
          </p:spPr>
          <p:txBody>
            <a:bodyPr>
              <a:spAutoFit/>
            </a:bodyPr>
            <a:lstStyle/>
            <a:p>
              <a:pPr>
                <a:spcBef>
                  <a:spcPct val="50000"/>
                </a:spcBef>
              </a:pPr>
              <a:r>
                <a:rPr lang="en-US" sz="3600" b="1">
                  <a:solidFill>
                    <a:srgbClr val="663300"/>
                  </a:solidFill>
                  <a:latin typeface="Angsana New" pitchFamily="18" charset="-34"/>
                </a:rPr>
                <a:t>i = 1</a:t>
              </a:r>
              <a:endParaRPr lang="en-US" sz="3600" b="1">
                <a:solidFill>
                  <a:srgbClr val="663300"/>
                </a:solidFill>
                <a:latin typeface="Angsana New" pitchFamily="18" charset="-34"/>
                <a:sym typeface="Symbol" pitchFamily="18" charset="2"/>
              </a:endParaRPr>
            </a:p>
          </p:txBody>
        </p:sp>
        <p:sp>
          <p:nvSpPr>
            <p:cNvPr id="38936" name="Text Box 50"/>
            <p:cNvSpPr txBox="1">
              <a:spLocks noChangeArrowheads="1"/>
            </p:cNvSpPr>
            <p:nvPr/>
          </p:nvSpPr>
          <p:spPr bwMode="auto">
            <a:xfrm>
              <a:off x="690" y="1872"/>
              <a:ext cx="240" cy="404"/>
            </a:xfrm>
            <a:prstGeom prst="rect">
              <a:avLst/>
            </a:prstGeom>
            <a:noFill/>
            <a:ln w="9525">
              <a:noFill/>
              <a:miter lim="800000"/>
              <a:headEnd/>
              <a:tailEnd/>
            </a:ln>
          </p:spPr>
          <p:txBody>
            <a:bodyPr>
              <a:spAutoFit/>
            </a:bodyPr>
            <a:lstStyle/>
            <a:p>
              <a:pPr>
                <a:spcBef>
                  <a:spcPct val="50000"/>
                </a:spcBef>
              </a:pPr>
              <a:r>
                <a:rPr lang="en-US" sz="3600" b="1">
                  <a:solidFill>
                    <a:srgbClr val="663300"/>
                  </a:solidFill>
                  <a:latin typeface="Angsana New" pitchFamily="18" charset="-34"/>
                </a:rPr>
                <a:t>n</a:t>
              </a:r>
              <a:endParaRPr lang="en-US" sz="3600" b="1">
                <a:solidFill>
                  <a:srgbClr val="663300"/>
                </a:solidFill>
                <a:latin typeface="Angsana New" pitchFamily="18" charset="-34"/>
                <a:sym typeface="Symbol" pitchFamily="18" charset="2"/>
              </a:endParaRPr>
            </a:p>
          </p:txBody>
        </p:sp>
        <p:sp>
          <p:nvSpPr>
            <p:cNvPr id="38937" name="Line 51"/>
            <p:cNvSpPr>
              <a:spLocks noChangeShapeType="1"/>
            </p:cNvSpPr>
            <p:nvPr/>
          </p:nvSpPr>
          <p:spPr bwMode="auto">
            <a:xfrm>
              <a:off x="1497" y="2157"/>
              <a:ext cx="144" cy="0"/>
            </a:xfrm>
            <a:prstGeom prst="line">
              <a:avLst/>
            </a:prstGeom>
            <a:noFill/>
            <a:ln w="38100">
              <a:solidFill>
                <a:srgbClr val="663300"/>
              </a:solidFill>
              <a:round/>
              <a:headEnd/>
              <a:tailEnd/>
            </a:ln>
          </p:spPr>
          <p:txBody>
            <a:bodyPr/>
            <a:lstStyle/>
            <a:p>
              <a:endParaRPr lang="en-US"/>
            </a:p>
          </p:txBody>
        </p:sp>
      </p:grpSp>
      <p:sp>
        <p:nvSpPr>
          <p:cNvPr id="38917" name="AutoShape 89"/>
          <p:cNvSpPr>
            <a:spLocks noChangeArrowheads="1"/>
          </p:cNvSpPr>
          <p:nvPr/>
        </p:nvSpPr>
        <p:spPr bwMode="auto">
          <a:xfrm>
            <a:off x="204788" y="1062038"/>
            <a:ext cx="4176712" cy="1431925"/>
          </a:xfrm>
          <a:prstGeom prst="roundRect">
            <a:avLst>
              <a:gd name="adj" fmla="val 16667"/>
            </a:avLst>
          </a:prstGeom>
          <a:noFill/>
          <a:ln w="38100">
            <a:solidFill>
              <a:srgbClr val="0066FF"/>
            </a:solidFill>
            <a:round/>
            <a:headEnd/>
            <a:tailEnd/>
          </a:ln>
        </p:spPr>
        <p:txBody>
          <a:bodyPr wrap="none" anchor="ctr"/>
          <a:lstStyle/>
          <a:p>
            <a:endParaRPr lang="en-US"/>
          </a:p>
        </p:txBody>
      </p:sp>
      <p:grpSp>
        <p:nvGrpSpPr>
          <p:cNvPr id="38918" name="Group 90"/>
          <p:cNvGrpSpPr>
            <a:grpSpLocks/>
          </p:cNvGrpSpPr>
          <p:nvPr/>
        </p:nvGrpSpPr>
        <p:grpSpPr bwMode="auto">
          <a:xfrm>
            <a:off x="750888" y="1062038"/>
            <a:ext cx="3282950" cy="1476375"/>
            <a:chOff x="3218" y="2478"/>
            <a:chExt cx="2068" cy="930"/>
          </a:xfrm>
        </p:grpSpPr>
        <p:sp>
          <p:nvSpPr>
            <p:cNvPr id="38926" name="Text Box 91"/>
            <p:cNvSpPr txBox="1">
              <a:spLocks noChangeArrowheads="1"/>
            </p:cNvSpPr>
            <p:nvPr/>
          </p:nvSpPr>
          <p:spPr bwMode="auto">
            <a:xfrm>
              <a:off x="4038" y="2658"/>
              <a:ext cx="1248" cy="519"/>
            </a:xfrm>
            <a:prstGeom prst="rect">
              <a:avLst/>
            </a:prstGeom>
            <a:noFill/>
            <a:ln w="9525">
              <a:noFill/>
              <a:miter lim="800000"/>
              <a:headEnd/>
              <a:tailEnd/>
            </a:ln>
          </p:spPr>
          <p:txBody>
            <a:bodyPr>
              <a:spAutoFit/>
            </a:bodyPr>
            <a:lstStyle/>
            <a:p>
              <a:pPr>
                <a:spcBef>
                  <a:spcPct val="50000"/>
                </a:spcBef>
              </a:pPr>
              <a:r>
                <a:rPr lang="en-US" sz="4800" b="1">
                  <a:solidFill>
                    <a:srgbClr val="0066FF"/>
                  </a:solidFill>
                  <a:latin typeface="Angsana New" pitchFamily="18" charset="-34"/>
                </a:rPr>
                <a:t>~  t(n – 1)</a:t>
              </a:r>
            </a:p>
          </p:txBody>
        </p:sp>
        <p:grpSp>
          <p:nvGrpSpPr>
            <p:cNvPr id="38927" name="Group 92"/>
            <p:cNvGrpSpPr>
              <a:grpSpLocks/>
            </p:cNvGrpSpPr>
            <p:nvPr/>
          </p:nvGrpSpPr>
          <p:grpSpPr bwMode="auto">
            <a:xfrm>
              <a:off x="3218" y="2478"/>
              <a:ext cx="1006" cy="930"/>
              <a:chOff x="3168" y="2400"/>
              <a:chExt cx="1006" cy="930"/>
            </a:xfrm>
          </p:grpSpPr>
          <p:sp>
            <p:nvSpPr>
              <p:cNvPr id="38928" name="Rectangle 93"/>
              <p:cNvSpPr>
                <a:spLocks noChangeArrowheads="1"/>
              </p:cNvSpPr>
              <p:nvPr/>
            </p:nvSpPr>
            <p:spPr bwMode="auto">
              <a:xfrm>
                <a:off x="3214" y="2400"/>
                <a:ext cx="960" cy="480"/>
              </a:xfrm>
              <a:prstGeom prst="rect">
                <a:avLst/>
              </a:prstGeom>
              <a:noFill/>
              <a:ln w="9525">
                <a:noFill/>
                <a:miter lim="800000"/>
                <a:headEnd/>
                <a:tailEnd/>
              </a:ln>
            </p:spPr>
            <p:txBody>
              <a:bodyPr/>
              <a:lstStyle/>
              <a:p>
                <a:pPr>
                  <a:tabLst>
                    <a:tab pos="457200" algn="l"/>
                  </a:tabLst>
                </a:pPr>
                <a:r>
                  <a:rPr lang="en-US" sz="4800" b="1">
                    <a:solidFill>
                      <a:srgbClr val="0066FF"/>
                    </a:solidFill>
                    <a:latin typeface="Angsana New" pitchFamily="18" charset="-34"/>
                    <a:sym typeface="Symbol" pitchFamily="18" charset="2"/>
                  </a:rPr>
                  <a:t>X –</a:t>
                </a:r>
                <a:r>
                  <a:rPr lang="en-US" sz="3600" b="1">
                    <a:solidFill>
                      <a:srgbClr val="0066FF"/>
                    </a:solidFill>
                    <a:latin typeface="Angsana New" pitchFamily="18" charset="-34"/>
                    <a:sym typeface="Symbol" pitchFamily="18" charset="2"/>
                  </a:rPr>
                  <a:t> </a:t>
                </a:r>
                <a:endParaRPr lang="en-US" sz="5000" b="1">
                  <a:solidFill>
                    <a:srgbClr val="0066FF"/>
                  </a:solidFill>
                  <a:latin typeface="Angsana New" pitchFamily="18" charset="-34"/>
                  <a:sym typeface="Symbol" pitchFamily="18" charset="2"/>
                </a:endParaRPr>
              </a:p>
            </p:txBody>
          </p:sp>
          <p:sp>
            <p:nvSpPr>
              <p:cNvPr id="38929" name="Line 94"/>
              <p:cNvSpPr>
                <a:spLocks noChangeShapeType="1"/>
              </p:cNvSpPr>
              <p:nvPr/>
            </p:nvSpPr>
            <p:spPr bwMode="auto">
              <a:xfrm>
                <a:off x="3168" y="2852"/>
                <a:ext cx="768" cy="0"/>
              </a:xfrm>
              <a:prstGeom prst="line">
                <a:avLst/>
              </a:prstGeom>
              <a:noFill/>
              <a:ln w="38100">
                <a:solidFill>
                  <a:srgbClr val="0066FF"/>
                </a:solidFill>
                <a:round/>
                <a:headEnd/>
                <a:tailEnd/>
              </a:ln>
            </p:spPr>
            <p:txBody>
              <a:bodyPr/>
              <a:lstStyle/>
              <a:p>
                <a:endParaRPr lang="en-US"/>
              </a:p>
            </p:txBody>
          </p:sp>
          <p:grpSp>
            <p:nvGrpSpPr>
              <p:cNvPr id="38930" name="Group 95"/>
              <p:cNvGrpSpPr>
                <a:grpSpLocks/>
              </p:cNvGrpSpPr>
              <p:nvPr/>
            </p:nvGrpSpPr>
            <p:grpSpPr bwMode="auto">
              <a:xfrm>
                <a:off x="3168" y="2802"/>
                <a:ext cx="816" cy="528"/>
                <a:chOff x="3216" y="2886"/>
                <a:chExt cx="816" cy="528"/>
              </a:xfrm>
            </p:grpSpPr>
            <p:sp>
              <p:nvSpPr>
                <p:cNvPr id="38932" name="Rectangle 96"/>
                <p:cNvSpPr>
                  <a:spLocks noChangeArrowheads="1"/>
                </p:cNvSpPr>
                <p:nvPr/>
              </p:nvSpPr>
              <p:spPr bwMode="auto">
                <a:xfrm>
                  <a:off x="3216" y="2886"/>
                  <a:ext cx="816" cy="528"/>
                </a:xfrm>
                <a:prstGeom prst="rect">
                  <a:avLst/>
                </a:prstGeom>
                <a:noFill/>
                <a:ln w="9525">
                  <a:noFill/>
                  <a:miter lim="800000"/>
                  <a:headEnd/>
                  <a:tailEnd/>
                </a:ln>
              </p:spPr>
              <p:txBody>
                <a:bodyPr/>
                <a:lstStyle/>
                <a:p>
                  <a:pPr>
                    <a:tabLst>
                      <a:tab pos="457200" algn="l"/>
                    </a:tabLst>
                  </a:pPr>
                  <a:r>
                    <a:rPr lang="en-US" sz="4800" b="1">
                      <a:solidFill>
                        <a:srgbClr val="0066FF"/>
                      </a:solidFill>
                      <a:latin typeface="Angsana New" pitchFamily="18" charset="-34"/>
                      <a:sym typeface="Symbol" pitchFamily="18" charset="2"/>
                    </a:rPr>
                    <a:t>S</a:t>
                  </a:r>
                  <a:r>
                    <a:rPr lang="en-US" sz="1800" b="1">
                      <a:solidFill>
                        <a:srgbClr val="0066FF"/>
                      </a:solidFill>
                      <a:latin typeface="Angsana New" pitchFamily="18" charset="-34"/>
                      <a:sym typeface="Symbol" pitchFamily="18" charset="2"/>
                    </a:rPr>
                    <a:t> </a:t>
                  </a:r>
                  <a:r>
                    <a:rPr lang="en-US" sz="4800" b="1">
                      <a:solidFill>
                        <a:srgbClr val="0066FF"/>
                      </a:solidFill>
                      <a:latin typeface="Angsana New" pitchFamily="18" charset="-34"/>
                      <a:sym typeface="Symbol" pitchFamily="18" charset="2"/>
                    </a:rPr>
                    <a:t>/</a:t>
                  </a:r>
                  <a:r>
                    <a:rPr lang="en-US" sz="3200" b="1">
                      <a:solidFill>
                        <a:srgbClr val="0066FF"/>
                      </a:solidFill>
                      <a:latin typeface="Angsana New" pitchFamily="18" charset="-34"/>
                      <a:sym typeface="Symbol" pitchFamily="18" charset="2"/>
                    </a:rPr>
                    <a:t></a:t>
                  </a:r>
                  <a:r>
                    <a:rPr lang="en-US" sz="4800" b="1">
                      <a:solidFill>
                        <a:srgbClr val="0066FF"/>
                      </a:solidFill>
                      <a:latin typeface="Angsana New" pitchFamily="18" charset="-34"/>
                      <a:sym typeface="Symbol" pitchFamily="18" charset="2"/>
                    </a:rPr>
                    <a:t>n</a:t>
                  </a:r>
                </a:p>
              </p:txBody>
            </p:sp>
            <p:sp>
              <p:nvSpPr>
                <p:cNvPr id="38933" name="Line 97"/>
                <p:cNvSpPr>
                  <a:spLocks noChangeShapeType="1"/>
                </p:cNvSpPr>
                <p:nvPr/>
              </p:nvSpPr>
              <p:spPr bwMode="auto">
                <a:xfrm>
                  <a:off x="3658" y="3006"/>
                  <a:ext cx="240" cy="0"/>
                </a:xfrm>
                <a:prstGeom prst="line">
                  <a:avLst/>
                </a:prstGeom>
                <a:noFill/>
                <a:ln w="38100">
                  <a:solidFill>
                    <a:srgbClr val="0066FF"/>
                  </a:solidFill>
                  <a:round/>
                  <a:headEnd/>
                  <a:tailEnd/>
                </a:ln>
              </p:spPr>
              <p:txBody>
                <a:bodyPr/>
                <a:lstStyle/>
                <a:p>
                  <a:endParaRPr lang="en-US"/>
                </a:p>
              </p:txBody>
            </p:sp>
          </p:grpSp>
          <p:sp>
            <p:nvSpPr>
              <p:cNvPr id="38931" name="Line 98"/>
              <p:cNvSpPr>
                <a:spLocks noChangeShapeType="1"/>
              </p:cNvSpPr>
              <p:nvPr/>
            </p:nvSpPr>
            <p:spPr bwMode="auto">
              <a:xfrm>
                <a:off x="3284" y="2516"/>
                <a:ext cx="144" cy="0"/>
              </a:xfrm>
              <a:prstGeom prst="line">
                <a:avLst/>
              </a:prstGeom>
              <a:noFill/>
              <a:ln w="38100">
                <a:solidFill>
                  <a:srgbClr val="0066FF"/>
                </a:solidFill>
                <a:round/>
                <a:headEnd/>
                <a:tailEnd/>
              </a:ln>
            </p:spPr>
            <p:txBody>
              <a:bodyPr/>
              <a:lstStyle/>
              <a:p>
                <a:endParaRPr lang="en-US"/>
              </a:p>
            </p:txBody>
          </p:sp>
        </p:grpSp>
      </p:grpSp>
      <p:pic>
        <p:nvPicPr>
          <p:cNvPr id="38919" name="Picture 2" descr="Student t pdf.svg">
            <a:hlinkClick r:id="rId2"/>
          </p:cNvPr>
          <p:cNvPicPr>
            <a:picLocks noChangeAspect="1" noChangeArrowheads="1"/>
          </p:cNvPicPr>
          <p:nvPr/>
        </p:nvPicPr>
        <p:blipFill>
          <a:blip r:embed="rId3"/>
          <a:srcRect/>
          <a:stretch>
            <a:fillRect/>
          </a:stretch>
        </p:blipFill>
        <p:spPr bwMode="auto">
          <a:xfrm>
            <a:off x="4800600" y="914400"/>
            <a:ext cx="3733800" cy="2987675"/>
          </a:xfrm>
          <a:prstGeom prst="rect">
            <a:avLst/>
          </a:prstGeom>
          <a:noFill/>
          <a:ln w="9525">
            <a:noFill/>
            <a:miter lim="800000"/>
            <a:headEnd/>
            <a:tailEnd/>
          </a:ln>
        </p:spPr>
      </p:pic>
      <p:sp>
        <p:nvSpPr>
          <p:cNvPr id="38920" name="Rectangle 40"/>
          <p:cNvSpPr>
            <a:spLocks noChangeArrowheads="1"/>
          </p:cNvSpPr>
          <p:nvPr/>
        </p:nvSpPr>
        <p:spPr bwMode="auto">
          <a:xfrm>
            <a:off x="228600" y="6211888"/>
            <a:ext cx="8382000" cy="646112"/>
          </a:xfrm>
          <a:prstGeom prst="rect">
            <a:avLst/>
          </a:prstGeom>
          <a:noFill/>
          <a:ln w="9525">
            <a:noFill/>
            <a:miter lim="800000"/>
            <a:headEnd/>
            <a:tailEnd/>
          </a:ln>
        </p:spPr>
        <p:txBody>
          <a:bodyPr>
            <a:spAutoFit/>
          </a:bodyPr>
          <a:lstStyle/>
          <a:p>
            <a:r>
              <a:rPr lang="en-US" sz="3600" b="1">
                <a:solidFill>
                  <a:srgbClr val="663300"/>
                </a:solidFill>
                <a:latin typeface="Angsana New" pitchFamily="18" charset="-34"/>
              </a:rPr>
              <a:t>http://en.wikipedia.org/wiki/Student's_t-distribution</a:t>
            </a:r>
            <a:endParaRPr lang="th-TH" sz="3600" b="1">
              <a:solidFill>
                <a:srgbClr val="663300"/>
              </a:solidFill>
              <a:latin typeface="Angsana New" pitchFamily="18" charset="-34"/>
            </a:endParaRPr>
          </a:p>
        </p:txBody>
      </p:sp>
      <p:sp>
        <p:nvSpPr>
          <p:cNvPr id="38921" name="TextBox 41"/>
          <p:cNvSpPr txBox="1">
            <a:spLocks noChangeArrowheads="1"/>
          </p:cNvSpPr>
          <p:nvPr/>
        </p:nvSpPr>
        <p:spPr bwMode="auto">
          <a:xfrm>
            <a:off x="4648200" y="3841750"/>
            <a:ext cx="4495800" cy="584200"/>
          </a:xfrm>
          <a:prstGeom prst="rect">
            <a:avLst/>
          </a:prstGeom>
          <a:noFill/>
          <a:ln w="9525">
            <a:noFill/>
            <a:miter lim="800000"/>
            <a:headEnd/>
            <a:tailEnd/>
          </a:ln>
        </p:spPr>
        <p:txBody>
          <a:bodyPr>
            <a:spAutoFit/>
          </a:bodyPr>
          <a:lstStyle/>
          <a:p>
            <a:pPr algn="ctr"/>
            <a:r>
              <a:rPr lang="th-TH" sz="3200" b="1">
                <a:solidFill>
                  <a:srgbClr val="6600CC"/>
                </a:solidFill>
              </a:rPr>
              <a:t>ฟังก์ชันความหนาแน่นความน่าจะเป็น</a:t>
            </a:r>
          </a:p>
        </p:txBody>
      </p:sp>
      <p:sp>
        <p:nvSpPr>
          <p:cNvPr id="38922" name="TextBox 42"/>
          <p:cNvSpPr txBox="1">
            <a:spLocks noChangeArrowheads="1"/>
          </p:cNvSpPr>
          <p:nvPr/>
        </p:nvSpPr>
        <p:spPr bwMode="auto">
          <a:xfrm>
            <a:off x="4800600" y="4141788"/>
            <a:ext cx="4267200" cy="584200"/>
          </a:xfrm>
          <a:prstGeom prst="rect">
            <a:avLst/>
          </a:prstGeom>
          <a:noFill/>
          <a:ln w="9525">
            <a:noFill/>
            <a:miter lim="800000"/>
            <a:headEnd/>
            <a:tailEnd/>
          </a:ln>
        </p:spPr>
        <p:txBody>
          <a:bodyPr>
            <a:spAutoFit/>
          </a:bodyPr>
          <a:lstStyle/>
          <a:p>
            <a:pPr algn="ctr"/>
            <a:r>
              <a:rPr lang="en-US" sz="3200" b="1">
                <a:solidFill>
                  <a:srgbClr val="6600CC"/>
                </a:solidFill>
                <a:latin typeface="Angsana New" pitchFamily="18" charset="-34"/>
              </a:rPr>
              <a:t>(</a:t>
            </a:r>
            <a:r>
              <a:rPr lang="en-US" sz="3200" b="1" i="1">
                <a:solidFill>
                  <a:srgbClr val="6600CC"/>
                </a:solidFill>
                <a:latin typeface="Angsana New" pitchFamily="18" charset="-34"/>
              </a:rPr>
              <a:t>Probability Density Function</a:t>
            </a:r>
            <a:r>
              <a:rPr lang="en-US" sz="3200" b="1">
                <a:solidFill>
                  <a:srgbClr val="6600CC"/>
                </a:solidFill>
                <a:latin typeface="Angsana New" pitchFamily="18" charset="-34"/>
              </a:rPr>
              <a:t>)</a:t>
            </a:r>
            <a:endParaRPr lang="th-TH" sz="3200" b="1">
              <a:solidFill>
                <a:srgbClr val="6600CC"/>
              </a:solidFill>
              <a:latin typeface="Angsana New" pitchFamily="18" charset="-34"/>
            </a:endParaRPr>
          </a:p>
        </p:txBody>
      </p:sp>
      <p:sp>
        <p:nvSpPr>
          <p:cNvPr id="44" name="TextBox 43"/>
          <p:cNvSpPr txBox="1">
            <a:spLocks noChangeArrowheads="1"/>
          </p:cNvSpPr>
          <p:nvPr/>
        </p:nvSpPr>
        <p:spPr bwMode="auto">
          <a:xfrm>
            <a:off x="714375" y="4114800"/>
            <a:ext cx="3432175" cy="584200"/>
          </a:xfrm>
          <a:prstGeom prst="rect">
            <a:avLst/>
          </a:prstGeom>
          <a:noFill/>
          <a:ln w="9525">
            <a:noFill/>
            <a:miter lim="800000"/>
            <a:headEnd/>
            <a:tailEnd/>
          </a:ln>
        </p:spPr>
        <p:txBody>
          <a:bodyPr>
            <a:spAutoFit/>
          </a:bodyPr>
          <a:lstStyle/>
          <a:p>
            <a:pPr algn="r"/>
            <a:r>
              <a:rPr lang="th-TH" sz="3200" b="1">
                <a:solidFill>
                  <a:srgbClr val="FF0000"/>
                </a:solidFill>
              </a:rPr>
              <a:t>การแจกแจงปกติมาตรฐาน</a:t>
            </a:r>
          </a:p>
        </p:txBody>
      </p:sp>
      <p:sp>
        <p:nvSpPr>
          <p:cNvPr id="45" name="TextBox 44"/>
          <p:cNvSpPr txBox="1">
            <a:spLocks noChangeArrowheads="1"/>
          </p:cNvSpPr>
          <p:nvPr/>
        </p:nvSpPr>
        <p:spPr bwMode="auto">
          <a:xfrm>
            <a:off x="533400" y="4476750"/>
            <a:ext cx="3781425" cy="584200"/>
          </a:xfrm>
          <a:prstGeom prst="rect">
            <a:avLst/>
          </a:prstGeom>
          <a:noFill/>
          <a:ln w="9525">
            <a:noFill/>
            <a:miter lim="800000"/>
            <a:headEnd/>
            <a:tailEnd/>
          </a:ln>
        </p:spPr>
        <p:txBody>
          <a:bodyPr>
            <a:spAutoFit/>
          </a:bodyPr>
          <a:lstStyle/>
          <a:p>
            <a:pPr algn="ctr"/>
            <a:r>
              <a:rPr lang="en-US" sz="3200" b="1">
                <a:solidFill>
                  <a:srgbClr val="FF0000"/>
                </a:solidFill>
                <a:latin typeface="Angsana New" pitchFamily="18" charset="-34"/>
              </a:rPr>
              <a:t>(</a:t>
            </a:r>
            <a:r>
              <a:rPr lang="en-US" sz="3200" b="1" i="1">
                <a:solidFill>
                  <a:srgbClr val="FF0000"/>
                </a:solidFill>
                <a:latin typeface="Angsana New" pitchFamily="18" charset="-34"/>
              </a:rPr>
              <a:t>Standard Normal Distribution</a:t>
            </a:r>
            <a:r>
              <a:rPr lang="en-US" sz="3200" b="1">
                <a:solidFill>
                  <a:srgbClr val="FF0000"/>
                </a:solidFill>
                <a:latin typeface="Angsana New" pitchFamily="18" charset="-34"/>
              </a:rPr>
              <a:t>)</a:t>
            </a:r>
            <a:endParaRPr lang="th-TH" sz="3200" b="1">
              <a:solidFill>
                <a:srgbClr val="FF0000"/>
              </a:solidFill>
              <a:latin typeface="Angsana New" pitchFamily="18" charset="-34"/>
            </a:endParaRPr>
          </a:p>
        </p:txBody>
      </p:sp>
      <p:sp>
        <p:nvSpPr>
          <p:cNvPr id="48" name="Freeform 47"/>
          <p:cNvSpPr/>
          <p:nvPr/>
        </p:nvSpPr>
        <p:spPr>
          <a:xfrm>
            <a:off x="4186238" y="1371600"/>
            <a:ext cx="2563812" cy="2976563"/>
          </a:xfrm>
          <a:custGeom>
            <a:avLst/>
            <a:gdLst>
              <a:gd name="connsiteX0" fmla="*/ 2563906 w 2563906"/>
              <a:gd name="connsiteY0" fmla="*/ 0 h 2976282"/>
              <a:gd name="connsiteX1" fmla="*/ 1452282 w 2563906"/>
              <a:gd name="connsiteY1" fmla="*/ 1371600 h 2976282"/>
              <a:gd name="connsiteX2" fmla="*/ 1775011 w 2563906"/>
              <a:gd name="connsiteY2" fmla="*/ 1353671 h 2976282"/>
              <a:gd name="connsiteX3" fmla="*/ 0 w 2563906"/>
              <a:gd name="connsiteY3" fmla="*/ 2976282 h 2976282"/>
            </a:gdLst>
            <a:ahLst/>
            <a:cxnLst>
              <a:cxn ang="0">
                <a:pos x="connsiteX0" y="connsiteY0"/>
              </a:cxn>
              <a:cxn ang="0">
                <a:pos x="connsiteX1" y="connsiteY1"/>
              </a:cxn>
              <a:cxn ang="0">
                <a:pos x="connsiteX2" y="connsiteY2"/>
              </a:cxn>
              <a:cxn ang="0">
                <a:pos x="connsiteX3" y="connsiteY3"/>
              </a:cxn>
            </a:cxnLst>
            <a:rect l="l" t="t" r="r" b="b"/>
            <a:pathLst>
              <a:path w="2563906" h="2976282">
                <a:moveTo>
                  <a:pt x="2563906" y="0"/>
                </a:moveTo>
                <a:cubicBezTo>
                  <a:pt x="2073835" y="572994"/>
                  <a:pt x="1583764" y="1145988"/>
                  <a:pt x="1452282" y="1371600"/>
                </a:cubicBezTo>
                <a:cubicBezTo>
                  <a:pt x="1320800" y="1597212"/>
                  <a:pt x="2017058" y="1086224"/>
                  <a:pt x="1775011" y="1353671"/>
                </a:cubicBezTo>
                <a:cubicBezTo>
                  <a:pt x="1532964" y="1621118"/>
                  <a:pt x="766482" y="2298700"/>
                  <a:pt x="0" y="2976282"/>
                </a:cubicBezTo>
              </a:path>
            </a:pathLst>
          </a:custGeom>
          <a:ln w="28575">
            <a:solidFill>
              <a:srgbClr val="FF0000"/>
            </a:solidFill>
            <a:headEnd type="stealth"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 name="Slide Number Placeholder 1">
            <a:extLst>
              <a:ext uri="{FF2B5EF4-FFF2-40B4-BE49-F238E27FC236}">
                <a16:creationId xmlns:a16="http://schemas.microsoft.com/office/drawing/2014/main" id="{1A110A58-4258-4AC1-ADC5-926FF5F23CEB}"/>
              </a:ext>
            </a:extLst>
          </p:cNvPr>
          <p:cNvSpPr>
            <a:spLocks noGrp="1"/>
          </p:cNvSpPr>
          <p:nvPr>
            <p:ph type="sldNum" sz="quarter" idx="12"/>
          </p:nvPr>
        </p:nvSpPr>
        <p:spPr/>
        <p:txBody>
          <a:bodyPr/>
          <a:lstStyle/>
          <a:p>
            <a:pPr>
              <a:defRPr/>
            </a:pPr>
            <a:fld id="{0598EADD-7714-4E0A-AD4B-AC83F9F5DA12}" type="slidenum">
              <a:rPr lang="en-US" smtClean="0"/>
              <a:pPr>
                <a:defRPr/>
              </a:pPr>
              <a:t>28</a:t>
            </a:fld>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300"/>
                                        <p:tgtEl>
                                          <p:spTgt spid="4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dissolve">
                                      <p:cBhvr>
                                        <p:cTn id="10" dur="300"/>
                                        <p:tgtEl>
                                          <p:spTgt spid="45"/>
                                        </p:tgtEl>
                                      </p:cBhvr>
                                    </p:animEffect>
                                  </p:childTnLst>
                                </p:cTn>
                              </p:par>
                            </p:childTnLst>
                          </p:cTn>
                        </p:par>
                        <p:par>
                          <p:cTn id="11" fill="hold">
                            <p:stCondLst>
                              <p:cond delay="300"/>
                            </p:stCondLst>
                            <p:childTnLst>
                              <p:par>
                                <p:cTn id="12" presetID="18" presetClass="entr" presetSubtype="3" fill="hold" grpId="0" nodeType="afterEffect">
                                  <p:stCondLst>
                                    <p:cond delay="0"/>
                                  </p:stCondLst>
                                  <p:childTnLst>
                                    <p:set>
                                      <p:cBhvr>
                                        <p:cTn id="13" dur="1" fill="hold">
                                          <p:stCondLst>
                                            <p:cond delay="0"/>
                                          </p:stCondLst>
                                        </p:cTn>
                                        <p:tgtEl>
                                          <p:spTgt spid="48"/>
                                        </p:tgtEl>
                                        <p:attrNameLst>
                                          <p:attrName>style.visibility</p:attrName>
                                        </p:attrNameLst>
                                      </p:cBhvr>
                                      <p:to>
                                        <p:strVal val="visible"/>
                                      </p:to>
                                    </p:set>
                                    <p:animEffect transition="in" filter="strips(upRight)">
                                      <p:cBhvr>
                                        <p:cTn id="14" dur="3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Group 88"/>
          <p:cNvGrpSpPr>
            <a:grpSpLocks/>
          </p:cNvGrpSpPr>
          <p:nvPr/>
        </p:nvGrpSpPr>
        <p:grpSpPr bwMode="auto">
          <a:xfrm>
            <a:off x="304800" y="2633663"/>
            <a:ext cx="6324600" cy="1328737"/>
            <a:chOff x="144" y="1872"/>
            <a:chExt cx="3984" cy="837"/>
          </a:xfrm>
        </p:grpSpPr>
        <p:sp>
          <p:nvSpPr>
            <p:cNvPr id="42001" name="Text Box 89" descr="ผืนผ้าใบ"/>
            <p:cNvSpPr txBox="1">
              <a:spLocks noChangeArrowheads="1"/>
            </p:cNvSpPr>
            <p:nvPr/>
          </p:nvSpPr>
          <p:spPr bwMode="auto">
            <a:xfrm>
              <a:off x="144" y="2016"/>
              <a:ext cx="3984" cy="519"/>
            </a:xfrm>
            <a:prstGeom prst="rect">
              <a:avLst/>
            </a:prstGeom>
            <a:noFill/>
            <a:ln w="9525">
              <a:noFill/>
              <a:miter lim="800000"/>
              <a:headEnd/>
              <a:tailEnd/>
            </a:ln>
          </p:spPr>
          <p:txBody>
            <a:bodyPr>
              <a:spAutoFit/>
            </a:bodyPr>
            <a:lstStyle/>
            <a:p>
              <a:pPr>
                <a:spcBef>
                  <a:spcPct val="50000"/>
                </a:spcBef>
              </a:pPr>
              <a:r>
                <a:rPr lang="en-US" sz="4800" b="1">
                  <a:solidFill>
                    <a:srgbClr val="663300"/>
                  </a:solidFill>
                  <a:latin typeface="Angsana New" pitchFamily="18" charset="-34"/>
                </a:rPr>
                <a:t>S</a:t>
              </a:r>
              <a:r>
                <a:rPr lang="en-US" sz="4800" b="1" baseline="30000">
                  <a:solidFill>
                    <a:srgbClr val="663300"/>
                  </a:solidFill>
                  <a:latin typeface="Angsana New" pitchFamily="18" charset="-34"/>
                </a:rPr>
                <a:t>2</a:t>
              </a:r>
              <a:r>
                <a:rPr lang="en-US" sz="4800" b="1">
                  <a:solidFill>
                    <a:srgbClr val="663300"/>
                  </a:solidFill>
                  <a:latin typeface="Angsana New" pitchFamily="18" charset="-34"/>
                </a:rPr>
                <a:t> = </a:t>
              </a:r>
              <a:r>
                <a:rPr lang="en-US" sz="3600" b="1">
                  <a:solidFill>
                    <a:srgbClr val="663300"/>
                  </a:solidFill>
                  <a:latin typeface="Angsana New" pitchFamily="18" charset="-34"/>
                  <a:sym typeface="Symbol" pitchFamily="18" charset="2"/>
                </a:rPr>
                <a:t></a:t>
              </a:r>
              <a:r>
                <a:rPr lang="en-US" sz="4800" b="1">
                  <a:solidFill>
                    <a:srgbClr val="663300"/>
                  </a:solidFill>
                  <a:latin typeface="Angsana New" pitchFamily="18" charset="-34"/>
                  <a:sym typeface="Symbol" pitchFamily="18" charset="2"/>
                </a:rPr>
                <a:t>(X</a:t>
              </a:r>
              <a:r>
                <a:rPr lang="en-US" sz="4800" b="1" baseline="-25000">
                  <a:solidFill>
                    <a:srgbClr val="663300"/>
                  </a:solidFill>
                  <a:latin typeface="Angsana New" pitchFamily="18" charset="-34"/>
                  <a:sym typeface="Symbol" pitchFamily="18" charset="2"/>
                </a:rPr>
                <a:t>i</a:t>
              </a:r>
              <a:r>
                <a:rPr lang="en-US" sz="4800" b="1">
                  <a:solidFill>
                    <a:srgbClr val="663300"/>
                  </a:solidFill>
                  <a:latin typeface="Angsana New" pitchFamily="18" charset="-34"/>
                  <a:sym typeface="Symbol" pitchFamily="18" charset="2"/>
                </a:rPr>
                <a:t> – X)</a:t>
              </a:r>
              <a:r>
                <a:rPr lang="en-US" sz="4800" b="1" baseline="30000">
                  <a:solidFill>
                    <a:srgbClr val="663300"/>
                  </a:solidFill>
                  <a:latin typeface="Angsana New" pitchFamily="18" charset="-34"/>
                  <a:sym typeface="Symbol" pitchFamily="18" charset="2"/>
                </a:rPr>
                <a:t>2</a:t>
              </a:r>
              <a:r>
                <a:rPr lang="en-US" sz="4800" b="1">
                  <a:solidFill>
                    <a:srgbClr val="663300"/>
                  </a:solidFill>
                  <a:latin typeface="Angsana New" pitchFamily="18" charset="-34"/>
                  <a:sym typeface="Symbol" pitchFamily="18" charset="2"/>
                </a:rPr>
                <a:t>/(n – 1)</a:t>
              </a:r>
            </a:p>
          </p:txBody>
        </p:sp>
        <p:sp>
          <p:nvSpPr>
            <p:cNvPr id="42002" name="Text Box 90"/>
            <p:cNvSpPr txBox="1">
              <a:spLocks noChangeArrowheads="1"/>
            </p:cNvSpPr>
            <p:nvPr/>
          </p:nvSpPr>
          <p:spPr bwMode="auto">
            <a:xfrm>
              <a:off x="561" y="2305"/>
              <a:ext cx="495" cy="404"/>
            </a:xfrm>
            <a:prstGeom prst="rect">
              <a:avLst/>
            </a:prstGeom>
            <a:noFill/>
            <a:ln w="9525">
              <a:noFill/>
              <a:miter lim="800000"/>
              <a:headEnd/>
              <a:tailEnd/>
            </a:ln>
          </p:spPr>
          <p:txBody>
            <a:bodyPr>
              <a:spAutoFit/>
            </a:bodyPr>
            <a:lstStyle/>
            <a:p>
              <a:pPr>
                <a:spcBef>
                  <a:spcPct val="50000"/>
                </a:spcBef>
              </a:pPr>
              <a:r>
                <a:rPr lang="en-US" sz="3600" b="1">
                  <a:solidFill>
                    <a:srgbClr val="663300"/>
                  </a:solidFill>
                  <a:latin typeface="Angsana New" pitchFamily="18" charset="-34"/>
                </a:rPr>
                <a:t>i = 1</a:t>
              </a:r>
              <a:endParaRPr lang="en-US" sz="3600" b="1">
                <a:solidFill>
                  <a:srgbClr val="663300"/>
                </a:solidFill>
                <a:latin typeface="Angsana New" pitchFamily="18" charset="-34"/>
                <a:sym typeface="Symbol" pitchFamily="18" charset="2"/>
              </a:endParaRPr>
            </a:p>
          </p:txBody>
        </p:sp>
        <p:sp>
          <p:nvSpPr>
            <p:cNvPr id="42003" name="Text Box 91"/>
            <p:cNvSpPr txBox="1">
              <a:spLocks noChangeArrowheads="1"/>
            </p:cNvSpPr>
            <p:nvPr/>
          </p:nvSpPr>
          <p:spPr bwMode="auto">
            <a:xfrm>
              <a:off x="690" y="1872"/>
              <a:ext cx="240" cy="404"/>
            </a:xfrm>
            <a:prstGeom prst="rect">
              <a:avLst/>
            </a:prstGeom>
            <a:noFill/>
            <a:ln w="9525">
              <a:noFill/>
              <a:miter lim="800000"/>
              <a:headEnd/>
              <a:tailEnd/>
            </a:ln>
          </p:spPr>
          <p:txBody>
            <a:bodyPr>
              <a:spAutoFit/>
            </a:bodyPr>
            <a:lstStyle/>
            <a:p>
              <a:pPr>
                <a:spcBef>
                  <a:spcPct val="50000"/>
                </a:spcBef>
              </a:pPr>
              <a:r>
                <a:rPr lang="en-US" sz="3600" b="1">
                  <a:solidFill>
                    <a:srgbClr val="663300"/>
                  </a:solidFill>
                  <a:latin typeface="Angsana New" pitchFamily="18" charset="-34"/>
                </a:rPr>
                <a:t>n</a:t>
              </a:r>
              <a:endParaRPr lang="en-US" sz="3600" b="1">
                <a:solidFill>
                  <a:srgbClr val="663300"/>
                </a:solidFill>
                <a:latin typeface="Angsana New" pitchFamily="18" charset="-34"/>
                <a:sym typeface="Symbol" pitchFamily="18" charset="2"/>
              </a:endParaRPr>
            </a:p>
          </p:txBody>
        </p:sp>
        <p:sp>
          <p:nvSpPr>
            <p:cNvPr id="42004" name="Line 92"/>
            <p:cNvSpPr>
              <a:spLocks noChangeShapeType="1"/>
            </p:cNvSpPr>
            <p:nvPr/>
          </p:nvSpPr>
          <p:spPr bwMode="auto">
            <a:xfrm>
              <a:off x="1497" y="2157"/>
              <a:ext cx="144" cy="0"/>
            </a:xfrm>
            <a:prstGeom prst="line">
              <a:avLst/>
            </a:prstGeom>
            <a:noFill/>
            <a:ln w="38100">
              <a:solidFill>
                <a:srgbClr val="663300"/>
              </a:solidFill>
              <a:round/>
              <a:headEnd/>
              <a:tailEnd/>
            </a:ln>
          </p:spPr>
          <p:txBody>
            <a:bodyPr/>
            <a:lstStyle/>
            <a:p>
              <a:endParaRPr lang="en-US"/>
            </a:p>
          </p:txBody>
        </p:sp>
      </p:grpSp>
      <p:sp>
        <p:nvSpPr>
          <p:cNvPr id="48177" name="Text Box 49"/>
          <p:cNvSpPr txBox="1">
            <a:spLocks noChangeArrowheads="1"/>
          </p:cNvSpPr>
          <p:nvPr/>
        </p:nvSpPr>
        <p:spPr bwMode="auto">
          <a:xfrm>
            <a:off x="742950" y="4108450"/>
            <a:ext cx="7772400" cy="1911350"/>
          </a:xfrm>
          <a:prstGeom prst="rect">
            <a:avLst/>
          </a:prstGeom>
          <a:solidFill>
            <a:schemeClr val="bg1"/>
          </a:solidFill>
          <a:ln w="38100">
            <a:solidFill>
              <a:srgbClr val="0000FF"/>
            </a:solidFill>
            <a:miter lim="800000"/>
            <a:headEnd/>
            <a:tailEnd/>
          </a:ln>
        </p:spPr>
        <p:txBody>
          <a:bodyPr>
            <a:spAutoFit/>
          </a:bodyPr>
          <a:lstStyle/>
          <a:p>
            <a:pPr algn="ctr">
              <a:lnSpc>
                <a:spcPct val="80000"/>
              </a:lnSpc>
            </a:pPr>
            <a:endParaRPr lang="en-US" sz="2500" b="1">
              <a:solidFill>
                <a:srgbClr val="0000FF"/>
              </a:solidFill>
              <a:latin typeface="Angsana New" pitchFamily="18" charset="-34"/>
            </a:endParaRPr>
          </a:p>
          <a:p>
            <a:pPr algn="ctr">
              <a:lnSpc>
                <a:spcPct val="80000"/>
              </a:lnSpc>
            </a:pPr>
            <a:r>
              <a:rPr lang="en-US" sz="4800" b="1">
                <a:solidFill>
                  <a:srgbClr val="0000FF"/>
                </a:solidFill>
                <a:latin typeface="Angsana New" pitchFamily="18" charset="-34"/>
              </a:rPr>
              <a:t>Chi – square distribution </a:t>
            </a:r>
          </a:p>
          <a:p>
            <a:pPr algn="ctr">
              <a:lnSpc>
                <a:spcPct val="80000"/>
              </a:lnSpc>
            </a:pPr>
            <a:r>
              <a:rPr lang="en-US" sz="4800" b="1">
                <a:solidFill>
                  <a:srgbClr val="0000FF"/>
                </a:solidFill>
                <a:latin typeface="Angsana New" pitchFamily="18" charset="-34"/>
              </a:rPr>
              <a:t>with (n – 1) degrees of freedom</a:t>
            </a:r>
          </a:p>
          <a:p>
            <a:pPr algn="ctr">
              <a:lnSpc>
                <a:spcPct val="80000"/>
              </a:lnSpc>
            </a:pPr>
            <a:endParaRPr lang="en-US" sz="2500" b="1">
              <a:solidFill>
                <a:srgbClr val="0000FF"/>
              </a:solidFill>
              <a:latin typeface="Angsana New" pitchFamily="18" charset="-34"/>
            </a:endParaRPr>
          </a:p>
        </p:txBody>
      </p:sp>
      <p:sp>
        <p:nvSpPr>
          <p:cNvPr id="41988" name="AutoShape 104"/>
          <p:cNvSpPr>
            <a:spLocks noChangeArrowheads="1"/>
          </p:cNvSpPr>
          <p:nvPr/>
        </p:nvSpPr>
        <p:spPr bwMode="auto">
          <a:xfrm>
            <a:off x="204788" y="1062038"/>
            <a:ext cx="4176712" cy="1431925"/>
          </a:xfrm>
          <a:prstGeom prst="roundRect">
            <a:avLst>
              <a:gd name="adj" fmla="val 16667"/>
            </a:avLst>
          </a:prstGeom>
          <a:noFill/>
          <a:ln w="38100">
            <a:solidFill>
              <a:srgbClr val="0066FF"/>
            </a:solidFill>
            <a:round/>
            <a:headEnd/>
            <a:tailEnd/>
          </a:ln>
        </p:spPr>
        <p:txBody>
          <a:bodyPr wrap="none" anchor="ctr"/>
          <a:lstStyle/>
          <a:p>
            <a:endParaRPr lang="en-US"/>
          </a:p>
        </p:txBody>
      </p:sp>
      <p:sp>
        <p:nvSpPr>
          <p:cNvPr id="48176" name="AutoShape 48"/>
          <p:cNvSpPr>
            <a:spLocks noChangeArrowheads="1"/>
          </p:cNvSpPr>
          <p:nvPr/>
        </p:nvSpPr>
        <p:spPr bwMode="auto">
          <a:xfrm>
            <a:off x="276225" y="1066800"/>
            <a:ext cx="4067175" cy="1339850"/>
          </a:xfrm>
          <a:prstGeom prst="roundRect">
            <a:avLst>
              <a:gd name="adj" fmla="val 16667"/>
            </a:avLst>
          </a:prstGeom>
          <a:solidFill>
            <a:schemeClr val="bg1"/>
          </a:solidFill>
          <a:ln w="9525">
            <a:noFill/>
            <a:round/>
            <a:headEnd/>
            <a:tailEnd/>
          </a:ln>
        </p:spPr>
        <p:txBody>
          <a:bodyPr wrap="none" anchor="ctr"/>
          <a:lstStyle/>
          <a:p>
            <a:pPr algn="ctr"/>
            <a:endParaRPr lang="en-US"/>
          </a:p>
        </p:txBody>
      </p:sp>
      <p:grpSp>
        <p:nvGrpSpPr>
          <p:cNvPr id="3" name="Group 41"/>
          <p:cNvGrpSpPr>
            <a:grpSpLocks/>
          </p:cNvGrpSpPr>
          <p:nvPr/>
        </p:nvGrpSpPr>
        <p:grpSpPr bwMode="auto">
          <a:xfrm>
            <a:off x="300038" y="1143000"/>
            <a:ext cx="4038600" cy="1295400"/>
            <a:chOff x="1680" y="2544"/>
            <a:chExt cx="2544" cy="816"/>
          </a:xfrm>
        </p:grpSpPr>
        <p:grpSp>
          <p:nvGrpSpPr>
            <p:cNvPr id="41996" name="Group 42"/>
            <p:cNvGrpSpPr>
              <a:grpSpLocks/>
            </p:cNvGrpSpPr>
            <p:nvPr/>
          </p:nvGrpSpPr>
          <p:grpSpPr bwMode="auto">
            <a:xfrm>
              <a:off x="1680" y="2544"/>
              <a:ext cx="1104" cy="816"/>
              <a:chOff x="336" y="2544"/>
              <a:chExt cx="1104" cy="816"/>
            </a:xfrm>
          </p:grpSpPr>
          <p:sp>
            <p:nvSpPr>
              <p:cNvPr id="41998" name="Text Box 43"/>
              <p:cNvSpPr txBox="1">
                <a:spLocks noChangeArrowheads="1"/>
              </p:cNvSpPr>
              <p:nvPr/>
            </p:nvSpPr>
            <p:spPr bwMode="auto">
              <a:xfrm>
                <a:off x="384" y="2544"/>
                <a:ext cx="1056" cy="519"/>
              </a:xfrm>
              <a:prstGeom prst="rect">
                <a:avLst/>
              </a:prstGeom>
              <a:noFill/>
              <a:ln w="9525">
                <a:noFill/>
                <a:miter lim="800000"/>
                <a:headEnd/>
                <a:tailEnd/>
              </a:ln>
            </p:spPr>
            <p:txBody>
              <a:bodyPr>
                <a:spAutoFit/>
              </a:bodyPr>
              <a:lstStyle/>
              <a:p>
                <a:pPr>
                  <a:spcBef>
                    <a:spcPct val="50000"/>
                  </a:spcBef>
                </a:pPr>
                <a:r>
                  <a:rPr lang="en-US" sz="4800" b="1">
                    <a:solidFill>
                      <a:srgbClr val="0000FF"/>
                    </a:solidFill>
                    <a:latin typeface="Angsana New" pitchFamily="18" charset="-34"/>
                  </a:rPr>
                  <a:t>(n – 1)S</a:t>
                </a:r>
                <a:r>
                  <a:rPr lang="en-US" sz="4800" b="1" baseline="30000">
                    <a:solidFill>
                      <a:srgbClr val="0000FF"/>
                    </a:solidFill>
                    <a:latin typeface="Angsana New" pitchFamily="18" charset="-34"/>
                  </a:rPr>
                  <a:t>2</a:t>
                </a:r>
              </a:p>
            </p:txBody>
          </p:sp>
          <p:sp>
            <p:nvSpPr>
              <p:cNvPr id="41999" name="Text Box 44"/>
              <p:cNvSpPr txBox="1">
                <a:spLocks noChangeArrowheads="1"/>
              </p:cNvSpPr>
              <p:nvPr/>
            </p:nvSpPr>
            <p:spPr bwMode="auto">
              <a:xfrm>
                <a:off x="768" y="2956"/>
                <a:ext cx="480" cy="404"/>
              </a:xfrm>
              <a:prstGeom prst="rect">
                <a:avLst/>
              </a:prstGeom>
              <a:noFill/>
              <a:ln w="9525">
                <a:noFill/>
                <a:miter lim="800000"/>
                <a:headEnd/>
                <a:tailEnd/>
              </a:ln>
            </p:spPr>
            <p:txBody>
              <a:bodyPr>
                <a:spAutoFit/>
              </a:bodyPr>
              <a:lstStyle/>
              <a:p>
                <a:pPr>
                  <a:spcBef>
                    <a:spcPct val="50000"/>
                  </a:spcBef>
                </a:pPr>
                <a:r>
                  <a:rPr lang="en-US" sz="3600" b="1">
                    <a:solidFill>
                      <a:srgbClr val="0000FF"/>
                    </a:solidFill>
                    <a:latin typeface="Angsana New" pitchFamily="18" charset="-34"/>
                    <a:sym typeface="Symbol" pitchFamily="18" charset="2"/>
                  </a:rPr>
                  <a:t></a:t>
                </a:r>
                <a:r>
                  <a:rPr lang="en-US" sz="4800" b="1" baseline="30000">
                    <a:solidFill>
                      <a:srgbClr val="0000FF"/>
                    </a:solidFill>
                    <a:latin typeface="Angsana New" pitchFamily="18" charset="-34"/>
                  </a:rPr>
                  <a:t>2</a:t>
                </a:r>
              </a:p>
            </p:txBody>
          </p:sp>
          <p:sp>
            <p:nvSpPr>
              <p:cNvPr id="42000" name="Line 45"/>
              <p:cNvSpPr>
                <a:spLocks noChangeShapeType="1"/>
              </p:cNvSpPr>
              <p:nvPr/>
            </p:nvSpPr>
            <p:spPr bwMode="auto">
              <a:xfrm>
                <a:off x="336" y="2956"/>
                <a:ext cx="1056" cy="0"/>
              </a:xfrm>
              <a:prstGeom prst="line">
                <a:avLst/>
              </a:prstGeom>
              <a:noFill/>
              <a:ln w="38100">
                <a:solidFill>
                  <a:srgbClr val="0000FF"/>
                </a:solidFill>
                <a:round/>
                <a:headEnd/>
                <a:tailEnd/>
              </a:ln>
            </p:spPr>
            <p:txBody>
              <a:bodyPr/>
              <a:lstStyle/>
              <a:p>
                <a:endParaRPr lang="en-US"/>
              </a:p>
            </p:txBody>
          </p:sp>
        </p:grpSp>
        <p:sp>
          <p:nvSpPr>
            <p:cNvPr id="41997" name="Text Box 46"/>
            <p:cNvSpPr txBox="1">
              <a:spLocks noChangeArrowheads="1"/>
            </p:cNvSpPr>
            <p:nvPr/>
          </p:nvSpPr>
          <p:spPr bwMode="auto">
            <a:xfrm>
              <a:off x="2880" y="2688"/>
              <a:ext cx="1344" cy="519"/>
            </a:xfrm>
            <a:prstGeom prst="rect">
              <a:avLst/>
            </a:prstGeom>
            <a:noFill/>
            <a:ln w="9525">
              <a:noFill/>
              <a:miter lim="800000"/>
              <a:headEnd/>
              <a:tailEnd/>
            </a:ln>
          </p:spPr>
          <p:txBody>
            <a:bodyPr>
              <a:spAutoFit/>
            </a:bodyPr>
            <a:lstStyle/>
            <a:p>
              <a:pPr>
                <a:spcBef>
                  <a:spcPct val="50000"/>
                </a:spcBef>
              </a:pPr>
              <a:r>
                <a:rPr lang="en-US" sz="4800" b="1">
                  <a:solidFill>
                    <a:srgbClr val="0000FF"/>
                  </a:solidFill>
                  <a:latin typeface="Angsana New" pitchFamily="18" charset="-34"/>
                </a:rPr>
                <a:t>~  </a:t>
              </a:r>
              <a:r>
                <a:rPr lang="en-US" sz="3600" b="1">
                  <a:solidFill>
                    <a:srgbClr val="0000FF"/>
                  </a:solidFill>
                  <a:latin typeface="Angsana New" pitchFamily="18" charset="-34"/>
                  <a:sym typeface="Symbol" pitchFamily="18" charset="2"/>
                </a:rPr>
                <a:t></a:t>
              </a:r>
              <a:r>
                <a:rPr lang="en-US" sz="4800" b="1" baseline="30000">
                  <a:solidFill>
                    <a:srgbClr val="0000FF"/>
                  </a:solidFill>
                  <a:latin typeface="Angsana New" pitchFamily="18" charset="-34"/>
                  <a:sym typeface="Symbol" pitchFamily="18" charset="2"/>
                </a:rPr>
                <a:t>2</a:t>
              </a:r>
              <a:r>
                <a:rPr lang="en-US" sz="4800" b="1">
                  <a:solidFill>
                    <a:srgbClr val="0000FF"/>
                  </a:solidFill>
                  <a:latin typeface="Angsana New" pitchFamily="18" charset="-34"/>
                </a:rPr>
                <a:t>(n – 1)  </a:t>
              </a:r>
            </a:p>
          </p:txBody>
        </p:sp>
      </p:grpSp>
      <p:sp>
        <p:nvSpPr>
          <p:cNvPr id="41991" name="Rectangle 40"/>
          <p:cNvSpPr>
            <a:spLocks noChangeArrowheads="1"/>
          </p:cNvSpPr>
          <p:nvPr/>
        </p:nvSpPr>
        <p:spPr bwMode="auto">
          <a:xfrm>
            <a:off x="125413" y="152400"/>
            <a:ext cx="8899525" cy="914400"/>
          </a:xfrm>
          <a:prstGeom prst="rect">
            <a:avLst/>
          </a:prstGeom>
          <a:noFill/>
          <a:ln w="9525">
            <a:noFill/>
            <a:miter lim="800000"/>
            <a:headEnd/>
            <a:tailEnd/>
          </a:ln>
        </p:spPr>
        <p:txBody>
          <a:bodyPr anchor="ctr"/>
          <a:lstStyle/>
          <a:p>
            <a:pPr algn="ctr">
              <a:lnSpc>
                <a:spcPct val="90000"/>
              </a:lnSpc>
            </a:pPr>
            <a:r>
              <a:rPr lang="en-US" sz="6600" b="1">
                <a:solidFill>
                  <a:srgbClr val="CC00FF"/>
                </a:solidFill>
                <a:latin typeface="Angsana New" pitchFamily="18" charset="-34"/>
              </a:rPr>
              <a:t>การแจกแจง</a:t>
            </a:r>
            <a:r>
              <a:rPr lang="th-TH" sz="6600" b="1">
                <a:solidFill>
                  <a:srgbClr val="CC00FF"/>
                </a:solidFill>
                <a:latin typeface="Angsana New" pitchFamily="18" charset="-34"/>
              </a:rPr>
              <a:t>ไคกำลังสอง</a:t>
            </a:r>
            <a:endParaRPr lang="en-US" sz="6600" b="1">
              <a:solidFill>
                <a:srgbClr val="CC00FF"/>
              </a:solidFill>
              <a:latin typeface="Angsana New" pitchFamily="18" charset="-34"/>
            </a:endParaRPr>
          </a:p>
        </p:txBody>
      </p:sp>
      <p:pic>
        <p:nvPicPr>
          <p:cNvPr id="52" name="Picture 2" descr="Chi-square pdf.svg">
            <a:hlinkClick r:id="rId2"/>
          </p:cNvPr>
          <p:cNvPicPr>
            <a:picLocks noChangeAspect="1" noChangeArrowheads="1"/>
          </p:cNvPicPr>
          <p:nvPr/>
        </p:nvPicPr>
        <p:blipFill>
          <a:blip r:embed="rId3"/>
          <a:srcRect/>
          <a:stretch>
            <a:fillRect/>
          </a:stretch>
        </p:blipFill>
        <p:spPr bwMode="auto">
          <a:xfrm>
            <a:off x="4800600" y="914400"/>
            <a:ext cx="3838575" cy="2559050"/>
          </a:xfrm>
          <a:prstGeom prst="rect">
            <a:avLst/>
          </a:prstGeom>
          <a:noFill/>
          <a:ln w="9525">
            <a:noFill/>
            <a:miter lim="800000"/>
            <a:headEnd/>
            <a:tailEnd/>
          </a:ln>
        </p:spPr>
      </p:pic>
      <p:sp>
        <p:nvSpPr>
          <p:cNvPr id="53" name="Rectangle 52"/>
          <p:cNvSpPr>
            <a:spLocks noChangeArrowheads="1"/>
          </p:cNvSpPr>
          <p:nvPr/>
        </p:nvSpPr>
        <p:spPr bwMode="auto">
          <a:xfrm>
            <a:off x="152400" y="6135688"/>
            <a:ext cx="7391400" cy="646112"/>
          </a:xfrm>
          <a:prstGeom prst="rect">
            <a:avLst/>
          </a:prstGeom>
          <a:noFill/>
          <a:ln w="9525">
            <a:noFill/>
            <a:miter lim="800000"/>
            <a:headEnd/>
            <a:tailEnd/>
          </a:ln>
        </p:spPr>
        <p:txBody>
          <a:bodyPr>
            <a:spAutoFit/>
          </a:bodyPr>
          <a:lstStyle/>
          <a:p>
            <a:r>
              <a:rPr lang="en-US" sz="3600" b="1">
                <a:solidFill>
                  <a:srgbClr val="663300"/>
                </a:solidFill>
                <a:latin typeface="Angsana New" pitchFamily="18" charset="-34"/>
              </a:rPr>
              <a:t>http://en.wikipedia.org/wiki/Chi-squared_distribution</a:t>
            </a:r>
            <a:endParaRPr lang="th-TH" sz="3600" b="1">
              <a:solidFill>
                <a:srgbClr val="663300"/>
              </a:solidFill>
              <a:latin typeface="Angsana New" pitchFamily="18" charset="-34"/>
            </a:endParaRPr>
          </a:p>
        </p:txBody>
      </p:sp>
      <p:sp>
        <p:nvSpPr>
          <p:cNvPr id="54" name="TextBox 53"/>
          <p:cNvSpPr txBox="1">
            <a:spLocks noChangeArrowheads="1"/>
          </p:cNvSpPr>
          <p:nvPr/>
        </p:nvSpPr>
        <p:spPr bwMode="auto">
          <a:xfrm>
            <a:off x="5257800" y="3352800"/>
            <a:ext cx="3810000" cy="523875"/>
          </a:xfrm>
          <a:prstGeom prst="rect">
            <a:avLst/>
          </a:prstGeom>
          <a:noFill/>
          <a:ln w="9525">
            <a:noFill/>
            <a:miter lim="800000"/>
            <a:headEnd/>
            <a:tailEnd/>
          </a:ln>
        </p:spPr>
        <p:txBody>
          <a:bodyPr>
            <a:spAutoFit/>
          </a:bodyPr>
          <a:lstStyle/>
          <a:p>
            <a:pPr algn="r"/>
            <a:r>
              <a:rPr lang="th-TH" b="1">
                <a:solidFill>
                  <a:srgbClr val="6600CC"/>
                </a:solidFill>
              </a:rPr>
              <a:t>ฟังก์ชันความหนาแน่นความน่าจะเป็น</a:t>
            </a:r>
          </a:p>
        </p:txBody>
      </p:sp>
      <p:sp>
        <p:nvSpPr>
          <p:cNvPr id="55" name="TextBox 54"/>
          <p:cNvSpPr txBox="1">
            <a:spLocks noChangeArrowheads="1"/>
          </p:cNvSpPr>
          <p:nvPr/>
        </p:nvSpPr>
        <p:spPr bwMode="auto">
          <a:xfrm>
            <a:off x="5257800" y="3640138"/>
            <a:ext cx="3810000" cy="523875"/>
          </a:xfrm>
          <a:prstGeom prst="rect">
            <a:avLst/>
          </a:prstGeom>
          <a:noFill/>
          <a:ln w="9525">
            <a:noFill/>
            <a:miter lim="800000"/>
            <a:headEnd/>
            <a:tailEnd/>
          </a:ln>
        </p:spPr>
        <p:txBody>
          <a:bodyPr>
            <a:spAutoFit/>
          </a:bodyPr>
          <a:lstStyle/>
          <a:p>
            <a:pPr algn="r"/>
            <a:r>
              <a:rPr lang="en-US" b="1">
                <a:solidFill>
                  <a:srgbClr val="6600CC"/>
                </a:solidFill>
                <a:latin typeface="Angsana New" pitchFamily="18" charset="-34"/>
              </a:rPr>
              <a:t>(</a:t>
            </a:r>
            <a:r>
              <a:rPr lang="en-US" b="1" i="1">
                <a:solidFill>
                  <a:srgbClr val="6600CC"/>
                </a:solidFill>
                <a:latin typeface="Angsana New" pitchFamily="18" charset="-34"/>
              </a:rPr>
              <a:t>Probability Density Function</a:t>
            </a:r>
            <a:r>
              <a:rPr lang="en-US" b="1">
                <a:solidFill>
                  <a:srgbClr val="6600CC"/>
                </a:solidFill>
                <a:latin typeface="Angsana New" pitchFamily="18" charset="-34"/>
              </a:rPr>
              <a:t>)</a:t>
            </a:r>
            <a:endParaRPr lang="th-TH" b="1">
              <a:solidFill>
                <a:srgbClr val="6600CC"/>
              </a:solidFill>
              <a:latin typeface="Angsana New" pitchFamily="18" charset="-34"/>
            </a:endParaRPr>
          </a:p>
        </p:txBody>
      </p:sp>
      <p:sp>
        <p:nvSpPr>
          <p:cNvPr id="2" name="Slide Number Placeholder 1">
            <a:extLst>
              <a:ext uri="{FF2B5EF4-FFF2-40B4-BE49-F238E27FC236}">
                <a16:creationId xmlns:a16="http://schemas.microsoft.com/office/drawing/2014/main" id="{6AE00BE0-6F87-4183-BF1F-3C05ABEEC7BF}"/>
              </a:ext>
            </a:extLst>
          </p:cNvPr>
          <p:cNvSpPr>
            <a:spLocks noGrp="1"/>
          </p:cNvSpPr>
          <p:nvPr>
            <p:ph type="sldNum" sz="quarter" idx="12"/>
          </p:nvPr>
        </p:nvSpPr>
        <p:spPr/>
        <p:txBody>
          <a:bodyPr/>
          <a:lstStyle/>
          <a:p>
            <a:pPr>
              <a:defRPr/>
            </a:pPr>
            <a:fld id="{0598EADD-7714-4E0A-AD4B-AC83F9F5DA12}" type="slidenum">
              <a:rPr lang="en-US" smtClean="0"/>
              <a:pPr>
                <a:defRPr/>
              </a:pPr>
              <a:t>29</a:t>
            </a:fld>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3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8176"/>
                                        </p:tgtEl>
                                        <p:attrNameLst>
                                          <p:attrName>style.visibility</p:attrName>
                                        </p:attrNameLst>
                                      </p:cBhvr>
                                      <p:to>
                                        <p:strVal val="visible"/>
                                      </p:to>
                                    </p:set>
                                    <p:animEffect transition="in" filter="dissolve">
                                      <p:cBhvr>
                                        <p:cTn id="10" dur="300"/>
                                        <p:tgtEl>
                                          <p:spTgt spid="4817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8177"/>
                                        </p:tgtEl>
                                        <p:attrNameLst>
                                          <p:attrName>style.visibility</p:attrName>
                                        </p:attrNameLst>
                                      </p:cBhvr>
                                      <p:to>
                                        <p:strVal val="visible"/>
                                      </p:to>
                                    </p:set>
                                    <p:animEffect transition="in" filter="dissolve">
                                      <p:cBhvr>
                                        <p:cTn id="13" dur="300"/>
                                        <p:tgtEl>
                                          <p:spTgt spid="4817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dissolve">
                                      <p:cBhvr>
                                        <p:cTn id="18" dur="300"/>
                                        <p:tgtEl>
                                          <p:spTgt spid="52"/>
                                        </p:tgtEl>
                                      </p:cBhvr>
                                    </p:animEffect>
                                  </p:childTnLst>
                                </p:cTn>
                              </p:par>
                            </p:childTnLst>
                          </p:cTn>
                        </p:par>
                        <p:par>
                          <p:cTn id="19" fill="hold">
                            <p:stCondLst>
                              <p:cond delay="300"/>
                            </p:stCondLst>
                            <p:childTnLst>
                              <p:par>
                                <p:cTn id="20" presetID="22" presetClass="entr" presetSubtype="8" fill="hold" grpId="0" nodeType="after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wipe(left)">
                                      <p:cBhvr>
                                        <p:cTn id="22" dur="300"/>
                                        <p:tgtEl>
                                          <p:spTgt spid="54"/>
                                        </p:tgtEl>
                                      </p:cBhvr>
                                    </p:animEffect>
                                  </p:childTnLst>
                                </p:cTn>
                              </p:par>
                            </p:childTnLst>
                          </p:cTn>
                        </p:par>
                        <p:par>
                          <p:cTn id="23" fill="hold">
                            <p:stCondLst>
                              <p:cond delay="600"/>
                            </p:stCondLst>
                            <p:childTnLst>
                              <p:par>
                                <p:cTn id="24" presetID="22" presetClass="entr" presetSubtype="8" fill="hold" grpId="0" nodeType="after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wipe(left)">
                                      <p:cBhvr>
                                        <p:cTn id="26" dur="300"/>
                                        <p:tgtEl>
                                          <p:spTgt spid="55"/>
                                        </p:tgtEl>
                                      </p:cBhvr>
                                    </p:animEffect>
                                  </p:childTnLst>
                                </p:cTn>
                              </p:par>
                            </p:childTnLst>
                          </p:cTn>
                        </p:par>
                        <p:par>
                          <p:cTn id="27" fill="hold">
                            <p:stCondLst>
                              <p:cond delay="900"/>
                            </p:stCondLst>
                            <p:childTnLst>
                              <p:par>
                                <p:cTn id="28" presetID="22" presetClass="entr" presetSubtype="8" fill="hold" grpId="0" nodeType="after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wipe(left)">
                                      <p:cBhvr>
                                        <p:cTn id="30" dur="3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77" grpId="0" animBg="1" autoUpdateAnimBg="0"/>
      <p:bldP spid="48176" grpId="0" animBg="1"/>
      <p:bldP spid="53" grpId="0"/>
      <p:bldP spid="54" grpId="0"/>
      <p:bldP spid="5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descr="https://surfstat.anu.edu.au/surfstat-home/gifs/nBinomial.gif"/>
          <p:cNvPicPr>
            <a:picLocks noChangeAspect="1" noChangeArrowheads="1"/>
          </p:cNvPicPr>
          <p:nvPr/>
        </p:nvPicPr>
        <p:blipFill>
          <a:blip r:embed="rId2"/>
          <a:srcRect/>
          <a:stretch>
            <a:fillRect/>
          </a:stretch>
        </p:blipFill>
        <p:spPr bwMode="auto">
          <a:xfrm>
            <a:off x="1295400" y="990600"/>
            <a:ext cx="7620000" cy="1795318"/>
          </a:xfrm>
          <a:prstGeom prst="rect">
            <a:avLst/>
          </a:prstGeom>
          <a:noFill/>
          <a:ln w="9525">
            <a:noFill/>
            <a:miter lim="800000"/>
            <a:headEnd/>
            <a:tailEnd/>
          </a:ln>
        </p:spPr>
      </p:pic>
      <p:sp>
        <p:nvSpPr>
          <p:cNvPr id="4" name="Rectangle 27"/>
          <p:cNvSpPr>
            <a:spLocks noChangeArrowheads="1"/>
          </p:cNvSpPr>
          <p:nvPr/>
        </p:nvSpPr>
        <p:spPr bwMode="auto">
          <a:xfrm>
            <a:off x="120650" y="0"/>
            <a:ext cx="8899525" cy="1149350"/>
          </a:xfrm>
          <a:prstGeom prst="rect">
            <a:avLst/>
          </a:prstGeom>
          <a:noFill/>
          <a:ln w="9525">
            <a:noFill/>
            <a:miter lim="800000"/>
            <a:headEnd/>
            <a:tailEnd/>
          </a:ln>
        </p:spPr>
        <p:txBody>
          <a:bodyPr anchor="ctr"/>
          <a:lstStyle/>
          <a:p>
            <a:pPr algn="ctr">
              <a:lnSpc>
                <a:spcPts val="3600"/>
              </a:lnSpc>
            </a:pPr>
            <a:r>
              <a:rPr lang="en-US" sz="3600" b="1" dirty="0" err="1">
                <a:solidFill>
                  <a:srgbClr val="CC00FF"/>
                </a:solidFill>
                <a:latin typeface="Angsana New" pitchFamily="18" charset="-34"/>
              </a:rPr>
              <a:t>การประมาณการแจกแจงทวินาม</a:t>
            </a:r>
            <a:r>
              <a:rPr lang="th-TH" sz="3600" b="1" dirty="0">
                <a:solidFill>
                  <a:srgbClr val="CC00FF"/>
                </a:solidFill>
                <a:latin typeface="Angsana New" pitchFamily="18" charset="-34"/>
              </a:rPr>
              <a:t>ด้วย</a:t>
            </a:r>
            <a:r>
              <a:rPr lang="en-US" sz="3600" b="1" dirty="0" err="1">
                <a:solidFill>
                  <a:srgbClr val="CC00FF"/>
                </a:solidFill>
                <a:latin typeface="Angsana New" pitchFamily="18" charset="-34"/>
              </a:rPr>
              <a:t>การแจกแจงปกติ</a:t>
            </a:r>
            <a:endParaRPr lang="en-US" sz="3600" b="1" dirty="0">
              <a:solidFill>
                <a:srgbClr val="CC00FF"/>
              </a:solidFill>
              <a:latin typeface="Angsana New" pitchFamily="18" charset="-34"/>
            </a:endParaRPr>
          </a:p>
          <a:p>
            <a:pPr algn="ctr">
              <a:lnSpc>
                <a:spcPts val="3600"/>
              </a:lnSpc>
            </a:pPr>
            <a:r>
              <a:rPr lang="en-US" sz="3600" b="1" dirty="0">
                <a:solidFill>
                  <a:srgbClr val="CC00FF"/>
                </a:solidFill>
                <a:latin typeface="Angsana New" pitchFamily="18" charset="-34"/>
              </a:rPr>
              <a:t>(Normal approximate to binomial) </a:t>
            </a:r>
          </a:p>
        </p:txBody>
      </p:sp>
      <p:pic>
        <p:nvPicPr>
          <p:cNvPr id="5" name="Picture 2" descr="http://upload.wikimedia.org/wikipedia/commons/thumb/b/b7/Binomial_Distribution.svg/250px-Binomial_Distribution.svg.png">
            <a:hlinkClick r:id="rId3"/>
          </p:cNvPr>
          <p:cNvPicPr>
            <a:picLocks noChangeAspect="1" noChangeArrowheads="1"/>
          </p:cNvPicPr>
          <p:nvPr/>
        </p:nvPicPr>
        <p:blipFill>
          <a:blip r:embed="rId4"/>
          <a:srcRect/>
          <a:stretch>
            <a:fillRect/>
          </a:stretch>
        </p:blipFill>
        <p:spPr bwMode="auto">
          <a:xfrm>
            <a:off x="1516974" y="2817001"/>
            <a:ext cx="1741121" cy="1664511"/>
          </a:xfrm>
          <a:prstGeom prst="rect">
            <a:avLst/>
          </a:prstGeom>
          <a:noFill/>
          <a:ln w="9525">
            <a:noFill/>
            <a:miter lim="800000"/>
            <a:headEnd/>
            <a:tailEnd/>
          </a:ln>
        </p:spPr>
      </p:pic>
      <p:pic>
        <p:nvPicPr>
          <p:cNvPr id="6" name="Picture 4" descr="http://www.regentsprep.org/Regents/math/algtrig/ATS7/BD3x.jpg"/>
          <p:cNvPicPr>
            <a:picLocks noChangeAspect="1" noChangeArrowheads="1"/>
          </p:cNvPicPr>
          <p:nvPr/>
        </p:nvPicPr>
        <p:blipFill>
          <a:blip r:embed="rId5"/>
          <a:srcRect/>
          <a:stretch>
            <a:fillRect/>
          </a:stretch>
        </p:blipFill>
        <p:spPr bwMode="auto">
          <a:xfrm>
            <a:off x="4926926" y="3042873"/>
            <a:ext cx="3302674" cy="1571992"/>
          </a:xfrm>
          <a:prstGeom prst="rect">
            <a:avLst/>
          </a:prstGeom>
          <a:noFill/>
          <a:ln w="9525">
            <a:noFill/>
            <a:miter lim="800000"/>
            <a:headEnd/>
            <a:tailEnd/>
          </a:ln>
        </p:spPr>
      </p:pic>
      <p:sp>
        <p:nvSpPr>
          <p:cNvPr id="7" name="Text Box 3"/>
          <p:cNvSpPr txBox="1">
            <a:spLocks noChangeArrowheads="1"/>
          </p:cNvSpPr>
          <p:nvPr/>
        </p:nvSpPr>
        <p:spPr bwMode="auto">
          <a:xfrm>
            <a:off x="14288" y="804864"/>
            <a:ext cx="1785939" cy="584775"/>
          </a:xfrm>
          <a:prstGeom prst="rect">
            <a:avLst/>
          </a:prstGeom>
          <a:noFill/>
          <a:ln w="9525">
            <a:noFill/>
            <a:miter lim="800000"/>
            <a:headEnd/>
            <a:tailEnd/>
          </a:ln>
        </p:spPr>
        <p:txBody>
          <a:bodyPr wrap="square">
            <a:spAutoFit/>
          </a:bodyPr>
          <a:lstStyle/>
          <a:p>
            <a:pPr>
              <a:spcBef>
                <a:spcPts val="0"/>
              </a:spcBef>
            </a:pPr>
            <a:r>
              <a:rPr lang="en-US" sz="3200" b="1" dirty="0">
                <a:solidFill>
                  <a:srgbClr val="006600"/>
                </a:solidFill>
                <a:latin typeface="Angsana New" pitchFamily="18" charset="-34"/>
              </a:rPr>
              <a:t>X ~ B(n, p)  </a:t>
            </a:r>
          </a:p>
        </p:txBody>
      </p:sp>
      <p:grpSp>
        <p:nvGrpSpPr>
          <p:cNvPr id="8" name="Group 36"/>
          <p:cNvGrpSpPr>
            <a:grpSpLocks/>
          </p:cNvGrpSpPr>
          <p:nvPr/>
        </p:nvGrpSpPr>
        <p:grpSpPr bwMode="auto">
          <a:xfrm>
            <a:off x="2493964" y="4919662"/>
            <a:ext cx="4592636" cy="1252538"/>
            <a:chOff x="1643064" y="4157665"/>
            <a:chExt cx="4592636" cy="1252538"/>
          </a:xfrm>
        </p:grpSpPr>
        <p:grpSp>
          <p:nvGrpSpPr>
            <p:cNvPr id="9" name="Group 4"/>
            <p:cNvGrpSpPr>
              <a:grpSpLocks/>
            </p:cNvGrpSpPr>
            <p:nvPr/>
          </p:nvGrpSpPr>
          <p:grpSpPr bwMode="auto">
            <a:xfrm>
              <a:off x="1673225" y="4157665"/>
              <a:ext cx="3038475" cy="1252538"/>
              <a:chOff x="816" y="2079"/>
              <a:chExt cx="1914" cy="789"/>
            </a:xfrm>
          </p:grpSpPr>
          <p:grpSp>
            <p:nvGrpSpPr>
              <p:cNvPr id="18" name="Group 5"/>
              <p:cNvGrpSpPr>
                <a:grpSpLocks/>
              </p:cNvGrpSpPr>
              <p:nvPr/>
            </p:nvGrpSpPr>
            <p:grpSpPr bwMode="auto">
              <a:xfrm>
                <a:off x="816" y="2079"/>
                <a:ext cx="1914" cy="789"/>
                <a:chOff x="432" y="1563"/>
                <a:chExt cx="1914" cy="789"/>
              </a:xfrm>
            </p:grpSpPr>
            <p:grpSp>
              <p:nvGrpSpPr>
                <p:cNvPr id="20" name="Group 6"/>
                <p:cNvGrpSpPr>
                  <a:grpSpLocks/>
                </p:cNvGrpSpPr>
                <p:nvPr/>
              </p:nvGrpSpPr>
              <p:grpSpPr bwMode="auto">
                <a:xfrm>
                  <a:off x="432" y="1563"/>
                  <a:ext cx="864" cy="789"/>
                  <a:chOff x="432" y="1563"/>
                  <a:chExt cx="864" cy="789"/>
                </a:xfrm>
              </p:grpSpPr>
              <p:sp>
                <p:nvSpPr>
                  <p:cNvPr id="25" name="Rectangle 7"/>
                  <p:cNvSpPr>
                    <a:spLocks noChangeArrowheads="1"/>
                  </p:cNvSpPr>
                  <p:nvPr/>
                </p:nvSpPr>
                <p:spPr bwMode="auto">
                  <a:xfrm>
                    <a:off x="528" y="1563"/>
                    <a:ext cx="768" cy="348"/>
                  </a:xfrm>
                  <a:prstGeom prst="rect">
                    <a:avLst/>
                  </a:prstGeom>
                  <a:noFill/>
                  <a:ln w="9525">
                    <a:noFill/>
                    <a:miter lim="800000"/>
                    <a:headEnd/>
                    <a:tailEnd/>
                  </a:ln>
                </p:spPr>
                <p:txBody>
                  <a:bodyPr/>
                  <a:lstStyle/>
                  <a:p>
                    <a:pPr>
                      <a:tabLst>
                        <a:tab pos="457200" algn="l"/>
                      </a:tabLst>
                    </a:pPr>
                    <a:r>
                      <a:rPr lang="en-US" sz="3200" b="1" dirty="0">
                        <a:solidFill>
                          <a:srgbClr val="990033"/>
                        </a:solidFill>
                        <a:latin typeface="Angsana New" pitchFamily="18" charset="-34"/>
                        <a:sym typeface="Symbol" pitchFamily="18" charset="2"/>
                      </a:rPr>
                      <a:t>X/n – p</a:t>
                    </a:r>
                  </a:p>
                </p:txBody>
              </p:sp>
              <p:grpSp>
                <p:nvGrpSpPr>
                  <p:cNvPr id="26" name="Group 8"/>
                  <p:cNvGrpSpPr>
                    <a:grpSpLocks/>
                  </p:cNvGrpSpPr>
                  <p:nvPr/>
                </p:nvGrpSpPr>
                <p:grpSpPr bwMode="auto">
                  <a:xfrm>
                    <a:off x="492" y="1830"/>
                    <a:ext cx="734" cy="522"/>
                    <a:chOff x="744" y="1866"/>
                    <a:chExt cx="734" cy="522"/>
                  </a:xfrm>
                </p:grpSpPr>
                <p:sp>
                  <p:nvSpPr>
                    <p:cNvPr id="28" name="Line 10"/>
                    <p:cNvSpPr>
                      <a:spLocks noChangeShapeType="1"/>
                    </p:cNvSpPr>
                    <p:nvPr/>
                  </p:nvSpPr>
                  <p:spPr bwMode="auto">
                    <a:xfrm>
                      <a:off x="762" y="1971"/>
                      <a:ext cx="680" cy="0"/>
                    </a:xfrm>
                    <a:prstGeom prst="line">
                      <a:avLst/>
                    </a:prstGeom>
                    <a:noFill/>
                    <a:ln w="28575">
                      <a:solidFill>
                        <a:srgbClr val="990033"/>
                      </a:solidFill>
                      <a:round/>
                      <a:headEnd/>
                      <a:tailEnd/>
                    </a:ln>
                  </p:spPr>
                  <p:txBody>
                    <a:bodyPr/>
                    <a:lstStyle/>
                    <a:p>
                      <a:pPr>
                        <a:defRPr/>
                      </a:pPr>
                      <a:endParaRPr lang="th-TH" sz="3200">
                        <a:ln w="9525">
                          <a:solidFill>
                            <a:schemeClr val="tx1"/>
                          </a:solidFill>
                        </a:ln>
                        <a:latin typeface="Angsana New" pitchFamily="18" charset="-34"/>
                      </a:endParaRPr>
                    </a:p>
                  </p:txBody>
                </p:sp>
                <p:grpSp>
                  <p:nvGrpSpPr>
                    <p:cNvPr id="29" name="Group 11"/>
                    <p:cNvGrpSpPr>
                      <a:grpSpLocks/>
                    </p:cNvGrpSpPr>
                    <p:nvPr/>
                  </p:nvGrpSpPr>
                  <p:grpSpPr bwMode="auto">
                    <a:xfrm>
                      <a:off x="744" y="1866"/>
                      <a:ext cx="734" cy="522"/>
                      <a:chOff x="1176" y="1962"/>
                      <a:chExt cx="734" cy="522"/>
                    </a:xfrm>
                  </p:grpSpPr>
                  <p:sp>
                    <p:nvSpPr>
                      <p:cNvPr id="30" name="Rectangle 12"/>
                      <p:cNvSpPr>
                        <a:spLocks noChangeArrowheads="1"/>
                      </p:cNvSpPr>
                      <p:nvPr/>
                    </p:nvSpPr>
                    <p:spPr bwMode="auto">
                      <a:xfrm>
                        <a:off x="1176" y="1962"/>
                        <a:ext cx="734" cy="336"/>
                      </a:xfrm>
                      <a:prstGeom prst="rect">
                        <a:avLst/>
                      </a:prstGeom>
                      <a:noFill/>
                      <a:ln w="9525">
                        <a:noFill/>
                        <a:miter lim="800000"/>
                        <a:headEnd/>
                        <a:tailEnd/>
                      </a:ln>
                    </p:spPr>
                    <p:txBody>
                      <a:bodyPr/>
                      <a:lstStyle/>
                      <a:p>
                        <a:pPr>
                          <a:tabLst>
                            <a:tab pos="457200" algn="l"/>
                          </a:tabLst>
                        </a:pPr>
                        <a:r>
                          <a:rPr lang="en-US" sz="3200" b="1" dirty="0">
                            <a:solidFill>
                              <a:srgbClr val="990033"/>
                            </a:solidFill>
                            <a:latin typeface="Angsana New" pitchFamily="18" charset="-34"/>
                            <a:sym typeface="Symbol" pitchFamily="18" charset="2"/>
                          </a:rPr>
                          <a:t>p(1 – p)</a:t>
                        </a:r>
                      </a:p>
                    </p:txBody>
                  </p:sp>
                  <p:sp>
                    <p:nvSpPr>
                      <p:cNvPr id="31" name="Line 13"/>
                      <p:cNvSpPr>
                        <a:spLocks noChangeShapeType="1"/>
                      </p:cNvSpPr>
                      <p:nvPr/>
                    </p:nvSpPr>
                    <p:spPr bwMode="auto">
                      <a:xfrm>
                        <a:off x="1215" y="2286"/>
                        <a:ext cx="590" cy="0"/>
                      </a:xfrm>
                      <a:prstGeom prst="line">
                        <a:avLst/>
                      </a:prstGeom>
                      <a:noFill/>
                      <a:ln w="28575">
                        <a:solidFill>
                          <a:srgbClr val="990033"/>
                        </a:solidFill>
                        <a:round/>
                        <a:headEnd/>
                        <a:tailEnd/>
                      </a:ln>
                    </p:spPr>
                    <p:txBody>
                      <a:bodyPr/>
                      <a:lstStyle/>
                      <a:p>
                        <a:pPr>
                          <a:defRPr/>
                        </a:pPr>
                        <a:endParaRPr lang="th-TH" sz="3200">
                          <a:ln w="9525">
                            <a:solidFill>
                              <a:schemeClr val="tx1"/>
                            </a:solidFill>
                          </a:ln>
                          <a:latin typeface="Angsana New" pitchFamily="18" charset="-34"/>
                        </a:endParaRPr>
                      </a:p>
                    </p:txBody>
                  </p:sp>
                  <p:sp>
                    <p:nvSpPr>
                      <p:cNvPr id="32" name="Rectangle 14"/>
                      <p:cNvSpPr>
                        <a:spLocks noChangeArrowheads="1"/>
                      </p:cNvSpPr>
                      <p:nvPr/>
                    </p:nvSpPr>
                    <p:spPr bwMode="auto">
                      <a:xfrm>
                        <a:off x="1374" y="2148"/>
                        <a:ext cx="288" cy="336"/>
                      </a:xfrm>
                      <a:prstGeom prst="rect">
                        <a:avLst/>
                      </a:prstGeom>
                      <a:noFill/>
                      <a:ln w="9525">
                        <a:noFill/>
                        <a:miter lim="800000"/>
                        <a:headEnd/>
                        <a:tailEnd/>
                      </a:ln>
                    </p:spPr>
                    <p:txBody>
                      <a:bodyPr/>
                      <a:lstStyle/>
                      <a:p>
                        <a:pPr>
                          <a:tabLst>
                            <a:tab pos="457200" algn="l"/>
                          </a:tabLst>
                        </a:pPr>
                        <a:r>
                          <a:rPr lang="en-US" sz="3200" b="1" dirty="0">
                            <a:solidFill>
                              <a:srgbClr val="990033"/>
                            </a:solidFill>
                            <a:latin typeface="Angsana New" pitchFamily="18" charset="-34"/>
                            <a:sym typeface="Symbol" pitchFamily="18" charset="2"/>
                          </a:rPr>
                          <a:t>n</a:t>
                        </a:r>
                      </a:p>
                    </p:txBody>
                  </p:sp>
                </p:grpSp>
              </p:grpSp>
              <p:sp>
                <p:nvSpPr>
                  <p:cNvPr id="27" name="Line 15"/>
                  <p:cNvSpPr>
                    <a:spLocks noChangeShapeType="1"/>
                  </p:cNvSpPr>
                  <p:nvPr/>
                </p:nvSpPr>
                <p:spPr bwMode="auto">
                  <a:xfrm>
                    <a:off x="432" y="1878"/>
                    <a:ext cx="794" cy="0"/>
                  </a:xfrm>
                  <a:prstGeom prst="line">
                    <a:avLst/>
                  </a:prstGeom>
                  <a:noFill/>
                  <a:ln w="28575">
                    <a:solidFill>
                      <a:srgbClr val="990033"/>
                    </a:solidFill>
                    <a:round/>
                    <a:headEnd/>
                    <a:tailEnd/>
                  </a:ln>
                </p:spPr>
                <p:txBody>
                  <a:bodyPr/>
                  <a:lstStyle/>
                  <a:p>
                    <a:pPr>
                      <a:defRPr/>
                    </a:pPr>
                    <a:endParaRPr lang="th-TH" sz="3200">
                      <a:ln w="9525">
                        <a:solidFill>
                          <a:schemeClr val="tx1"/>
                        </a:solidFill>
                      </a:ln>
                      <a:latin typeface="Angsana New" pitchFamily="18" charset="-34"/>
                    </a:endParaRPr>
                  </a:p>
                </p:txBody>
              </p:sp>
            </p:grpSp>
            <p:grpSp>
              <p:nvGrpSpPr>
                <p:cNvPr id="21" name="Group 16"/>
                <p:cNvGrpSpPr>
                  <a:grpSpLocks/>
                </p:cNvGrpSpPr>
                <p:nvPr/>
              </p:nvGrpSpPr>
              <p:grpSpPr bwMode="auto">
                <a:xfrm>
                  <a:off x="1482" y="1563"/>
                  <a:ext cx="864" cy="789"/>
                  <a:chOff x="1482" y="1563"/>
                  <a:chExt cx="864" cy="789"/>
                </a:xfrm>
              </p:grpSpPr>
              <p:sp>
                <p:nvSpPr>
                  <p:cNvPr id="22" name="Rectangle 17"/>
                  <p:cNvSpPr>
                    <a:spLocks noChangeArrowheads="1"/>
                  </p:cNvSpPr>
                  <p:nvPr/>
                </p:nvSpPr>
                <p:spPr bwMode="auto">
                  <a:xfrm>
                    <a:off x="1542" y="1563"/>
                    <a:ext cx="720" cy="480"/>
                  </a:xfrm>
                  <a:prstGeom prst="rect">
                    <a:avLst/>
                  </a:prstGeom>
                  <a:noFill/>
                  <a:ln w="9525">
                    <a:noFill/>
                    <a:miter lim="800000"/>
                    <a:headEnd/>
                    <a:tailEnd/>
                  </a:ln>
                </p:spPr>
                <p:txBody>
                  <a:bodyPr/>
                  <a:lstStyle/>
                  <a:p>
                    <a:pPr>
                      <a:tabLst>
                        <a:tab pos="457200" algn="l"/>
                      </a:tabLst>
                    </a:pPr>
                    <a:r>
                      <a:rPr lang="en-US" sz="3200" b="1">
                        <a:solidFill>
                          <a:srgbClr val="990033"/>
                        </a:solidFill>
                        <a:latin typeface="Angsana New" pitchFamily="18" charset="-34"/>
                        <a:sym typeface="Symbol" pitchFamily="18" charset="2"/>
                      </a:rPr>
                      <a:t>X – np</a:t>
                    </a:r>
                  </a:p>
                </p:txBody>
              </p:sp>
              <p:sp>
                <p:nvSpPr>
                  <p:cNvPr id="23" name="Line 18"/>
                  <p:cNvSpPr>
                    <a:spLocks noChangeShapeType="1"/>
                  </p:cNvSpPr>
                  <p:nvPr/>
                </p:nvSpPr>
                <p:spPr bwMode="auto">
                  <a:xfrm>
                    <a:off x="1542" y="1926"/>
                    <a:ext cx="703" cy="0"/>
                  </a:xfrm>
                  <a:prstGeom prst="line">
                    <a:avLst/>
                  </a:prstGeom>
                  <a:noFill/>
                  <a:ln w="28575">
                    <a:solidFill>
                      <a:srgbClr val="990033"/>
                    </a:solidFill>
                    <a:round/>
                    <a:headEnd/>
                    <a:tailEnd/>
                  </a:ln>
                </p:spPr>
                <p:txBody>
                  <a:bodyPr/>
                  <a:lstStyle/>
                  <a:p>
                    <a:pPr>
                      <a:defRPr/>
                    </a:pPr>
                    <a:endParaRPr lang="th-TH" sz="3200">
                      <a:ln w="9525">
                        <a:solidFill>
                          <a:schemeClr val="tx1"/>
                        </a:solidFill>
                      </a:ln>
                      <a:latin typeface="Angsana New" pitchFamily="18" charset="-34"/>
                    </a:endParaRPr>
                  </a:p>
                </p:txBody>
              </p:sp>
              <p:sp>
                <p:nvSpPr>
                  <p:cNvPr id="24" name="Rectangle 21"/>
                  <p:cNvSpPr>
                    <a:spLocks noChangeArrowheads="1"/>
                  </p:cNvSpPr>
                  <p:nvPr/>
                </p:nvSpPr>
                <p:spPr bwMode="auto">
                  <a:xfrm>
                    <a:off x="1482" y="1824"/>
                    <a:ext cx="864" cy="528"/>
                  </a:xfrm>
                  <a:prstGeom prst="rect">
                    <a:avLst/>
                  </a:prstGeom>
                  <a:noFill/>
                  <a:ln w="9525">
                    <a:noFill/>
                    <a:miter lim="800000"/>
                    <a:headEnd/>
                    <a:tailEnd/>
                  </a:ln>
                </p:spPr>
                <p:txBody>
                  <a:bodyPr/>
                  <a:lstStyle/>
                  <a:p>
                    <a:pPr>
                      <a:tabLst>
                        <a:tab pos="457200" algn="l"/>
                      </a:tabLst>
                    </a:pPr>
                    <a:r>
                      <a:rPr lang="en-US" sz="3200" b="1" dirty="0">
                        <a:solidFill>
                          <a:srgbClr val="990033"/>
                        </a:solidFill>
                        <a:latin typeface="Angsana New" pitchFamily="18" charset="-34"/>
                        <a:sym typeface="Symbol" pitchFamily="18" charset="2"/>
                      </a:rPr>
                      <a:t>np(1 – p)</a:t>
                    </a:r>
                  </a:p>
                </p:txBody>
              </p:sp>
            </p:grpSp>
          </p:grpSp>
          <p:sp>
            <p:nvSpPr>
              <p:cNvPr id="19" name="Text Box 23"/>
              <p:cNvSpPr txBox="1">
                <a:spLocks noChangeArrowheads="1"/>
              </p:cNvSpPr>
              <p:nvPr/>
            </p:nvSpPr>
            <p:spPr bwMode="auto">
              <a:xfrm>
                <a:off x="1644" y="2202"/>
                <a:ext cx="288" cy="368"/>
              </a:xfrm>
              <a:prstGeom prst="rect">
                <a:avLst/>
              </a:prstGeom>
              <a:noFill/>
              <a:ln w="9525">
                <a:noFill/>
                <a:miter lim="800000"/>
                <a:headEnd/>
                <a:tailEnd/>
              </a:ln>
            </p:spPr>
            <p:txBody>
              <a:bodyPr>
                <a:spAutoFit/>
              </a:bodyPr>
              <a:lstStyle/>
              <a:p>
                <a:pPr>
                  <a:spcBef>
                    <a:spcPct val="50000"/>
                  </a:spcBef>
                </a:pPr>
                <a:r>
                  <a:rPr lang="en-US" sz="3200" b="1" dirty="0">
                    <a:solidFill>
                      <a:srgbClr val="990033"/>
                    </a:solidFill>
                    <a:latin typeface="Angsana New" pitchFamily="18" charset="-34"/>
                  </a:rPr>
                  <a:t>=</a:t>
                </a:r>
                <a:endParaRPr lang="th-TH" sz="3200" b="1" dirty="0">
                  <a:solidFill>
                    <a:srgbClr val="990033"/>
                  </a:solidFill>
                  <a:latin typeface="Angsana New" pitchFamily="18" charset="-34"/>
                </a:endParaRPr>
              </a:p>
            </p:txBody>
          </p:sp>
        </p:grpSp>
        <p:grpSp>
          <p:nvGrpSpPr>
            <p:cNvPr id="10" name="Group 29"/>
            <p:cNvGrpSpPr>
              <a:grpSpLocks/>
            </p:cNvGrpSpPr>
            <p:nvPr/>
          </p:nvGrpSpPr>
          <p:grpSpPr bwMode="auto">
            <a:xfrm>
              <a:off x="4711700" y="4343413"/>
              <a:ext cx="1524000" cy="612776"/>
              <a:chOff x="3927" y="2325"/>
              <a:chExt cx="960" cy="386"/>
            </a:xfrm>
          </p:grpSpPr>
          <p:sp>
            <p:nvSpPr>
              <p:cNvPr id="16" name="Text Box 25"/>
              <p:cNvSpPr txBox="1">
                <a:spLocks noChangeArrowheads="1"/>
              </p:cNvSpPr>
              <p:nvPr/>
            </p:nvSpPr>
            <p:spPr bwMode="auto">
              <a:xfrm>
                <a:off x="3927" y="2343"/>
                <a:ext cx="960" cy="368"/>
              </a:xfrm>
              <a:prstGeom prst="rect">
                <a:avLst/>
              </a:prstGeom>
              <a:noFill/>
              <a:ln w="9525">
                <a:noFill/>
                <a:miter lim="800000"/>
                <a:headEnd/>
                <a:tailEnd/>
              </a:ln>
            </p:spPr>
            <p:txBody>
              <a:bodyPr>
                <a:spAutoFit/>
              </a:bodyPr>
              <a:lstStyle/>
              <a:p>
                <a:pPr>
                  <a:spcBef>
                    <a:spcPct val="50000"/>
                  </a:spcBef>
                </a:pPr>
                <a:r>
                  <a:rPr lang="en-US" sz="3200" b="1" dirty="0">
                    <a:solidFill>
                      <a:srgbClr val="990033"/>
                    </a:solidFill>
                    <a:latin typeface="Angsana New" pitchFamily="18" charset="-34"/>
                  </a:rPr>
                  <a:t>~  N(0 , 1)</a:t>
                </a:r>
              </a:p>
            </p:txBody>
          </p:sp>
          <p:sp>
            <p:nvSpPr>
              <p:cNvPr id="17" name="Text Box 26"/>
              <p:cNvSpPr txBox="1">
                <a:spLocks noChangeArrowheads="1"/>
              </p:cNvSpPr>
              <p:nvPr/>
            </p:nvSpPr>
            <p:spPr bwMode="auto">
              <a:xfrm>
                <a:off x="3945" y="2325"/>
                <a:ext cx="240" cy="368"/>
              </a:xfrm>
              <a:prstGeom prst="rect">
                <a:avLst/>
              </a:prstGeom>
              <a:noFill/>
              <a:ln w="9525">
                <a:noFill/>
                <a:miter lim="800000"/>
                <a:headEnd/>
                <a:tailEnd/>
              </a:ln>
            </p:spPr>
            <p:txBody>
              <a:bodyPr>
                <a:spAutoFit/>
              </a:bodyPr>
              <a:lstStyle/>
              <a:p>
                <a:pPr>
                  <a:spcBef>
                    <a:spcPct val="50000"/>
                  </a:spcBef>
                </a:pPr>
                <a:r>
                  <a:rPr lang="en-US" sz="3200" b="1" dirty="0">
                    <a:solidFill>
                      <a:srgbClr val="990033"/>
                    </a:solidFill>
                    <a:latin typeface="Angsana New" pitchFamily="18" charset="-34"/>
                  </a:rPr>
                  <a:t>:</a:t>
                </a:r>
                <a:endParaRPr lang="th-TH" sz="3200" b="1" dirty="0">
                  <a:solidFill>
                    <a:srgbClr val="990033"/>
                  </a:solidFill>
                  <a:latin typeface="Angsana New" pitchFamily="18" charset="-34"/>
                </a:endParaRPr>
              </a:p>
            </p:txBody>
          </p:sp>
        </p:grpSp>
        <p:sp>
          <p:nvSpPr>
            <p:cNvPr id="11" name="Line 13"/>
            <p:cNvSpPr>
              <a:spLocks noChangeShapeType="1"/>
            </p:cNvSpPr>
            <p:nvPr/>
          </p:nvSpPr>
          <p:spPr bwMode="auto">
            <a:xfrm flipV="1">
              <a:off x="1704976" y="4733924"/>
              <a:ext cx="104774" cy="500063"/>
            </a:xfrm>
            <a:prstGeom prst="line">
              <a:avLst/>
            </a:prstGeom>
            <a:noFill/>
            <a:ln w="28575">
              <a:solidFill>
                <a:srgbClr val="990033"/>
              </a:solidFill>
              <a:round/>
              <a:headEnd/>
              <a:tailEnd/>
            </a:ln>
          </p:spPr>
          <p:txBody>
            <a:bodyPr/>
            <a:lstStyle/>
            <a:p>
              <a:pPr>
                <a:defRPr/>
              </a:pPr>
              <a:endParaRPr lang="th-TH" sz="3200">
                <a:ln w="9525">
                  <a:solidFill>
                    <a:schemeClr val="tx1"/>
                  </a:solidFill>
                </a:ln>
                <a:latin typeface="Angsana New" pitchFamily="18" charset="-34"/>
              </a:endParaRPr>
            </a:p>
          </p:txBody>
        </p:sp>
        <p:sp>
          <p:nvSpPr>
            <p:cNvPr id="12" name="Line 13"/>
            <p:cNvSpPr>
              <a:spLocks noChangeShapeType="1"/>
            </p:cNvSpPr>
            <p:nvPr/>
          </p:nvSpPr>
          <p:spPr bwMode="auto">
            <a:xfrm flipH="1" flipV="1">
              <a:off x="1643064" y="5114926"/>
              <a:ext cx="57150" cy="109728"/>
            </a:xfrm>
            <a:prstGeom prst="line">
              <a:avLst/>
            </a:prstGeom>
            <a:noFill/>
            <a:ln w="28575">
              <a:solidFill>
                <a:srgbClr val="990033"/>
              </a:solidFill>
              <a:round/>
              <a:headEnd/>
              <a:tailEnd/>
            </a:ln>
          </p:spPr>
          <p:txBody>
            <a:bodyPr/>
            <a:lstStyle/>
            <a:p>
              <a:pPr>
                <a:defRPr/>
              </a:pPr>
              <a:endParaRPr lang="th-TH" sz="3200">
                <a:ln w="9525">
                  <a:solidFill>
                    <a:schemeClr val="tx1"/>
                  </a:solidFill>
                </a:ln>
                <a:latin typeface="Angsana New" pitchFamily="18" charset="-34"/>
              </a:endParaRPr>
            </a:p>
          </p:txBody>
        </p:sp>
        <p:sp>
          <p:nvSpPr>
            <p:cNvPr id="13" name="Line 15"/>
            <p:cNvSpPr>
              <a:spLocks noChangeShapeType="1"/>
            </p:cNvSpPr>
            <p:nvPr/>
          </p:nvSpPr>
          <p:spPr bwMode="auto">
            <a:xfrm>
              <a:off x="3352800" y="4657725"/>
              <a:ext cx="1260475" cy="0"/>
            </a:xfrm>
            <a:prstGeom prst="line">
              <a:avLst/>
            </a:prstGeom>
            <a:noFill/>
            <a:ln w="28575">
              <a:solidFill>
                <a:srgbClr val="990033"/>
              </a:solidFill>
              <a:round/>
              <a:headEnd/>
              <a:tailEnd/>
            </a:ln>
          </p:spPr>
          <p:txBody>
            <a:bodyPr/>
            <a:lstStyle/>
            <a:p>
              <a:pPr>
                <a:defRPr/>
              </a:pPr>
              <a:endParaRPr lang="th-TH" sz="3200">
                <a:ln w="9525">
                  <a:solidFill>
                    <a:schemeClr val="tx1"/>
                  </a:solidFill>
                </a:ln>
                <a:latin typeface="Angsana New" pitchFamily="18" charset="-34"/>
              </a:endParaRPr>
            </a:p>
          </p:txBody>
        </p:sp>
        <p:sp>
          <p:nvSpPr>
            <p:cNvPr id="14" name="Line 13"/>
            <p:cNvSpPr>
              <a:spLocks noChangeShapeType="1"/>
            </p:cNvSpPr>
            <p:nvPr/>
          </p:nvSpPr>
          <p:spPr bwMode="auto">
            <a:xfrm flipV="1">
              <a:off x="3362325" y="4724400"/>
              <a:ext cx="76200" cy="323850"/>
            </a:xfrm>
            <a:prstGeom prst="line">
              <a:avLst/>
            </a:prstGeom>
            <a:noFill/>
            <a:ln w="28575">
              <a:solidFill>
                <a:srgbClr val="990033"/>
              </a:solidFill>
              <a:round/>
              <a:headEnd/>
              <a:tailEnd/>
            </a:ln>
          </p:spPr>
          <p:txBody>
            <a:bodyPr/>
            <a:lstStyle/>
            <a:p>
              <a:pPr>
                <a:defRPr/>
              </a:pPr>
              <a:endParaRPr lang="th-TH" sz="3200">
                <a:ln w="9525">
                  <a:solidFill>
                    <a:schemeClr val="tx1"/>
                  </a:solidFill>
                </a:ln>
                <a:latin typeface="Angsana New" pitchFamily="18" charset="-34"/>
              </a:endParaRPr>
            </a:p>
          </p:txBody>
        </p:sp>
        <p:sp>
          <p:nvSpPr>
            <p:cNvPr id="15" name="Line 13"/>
            <p:cNvSpPr>
              <a:spLocks noChangeShapeType="1"/>
            </p:cNvSpPr>
            <p:nvPr/>
          </p:nvSpPr>
          <p:spPr bwMode="auto">
            <a:xfrm flipH="1" flipV="1">
              <a:off x="3305175" y="4953000"/>
              <a:ext cx="57150" cy="71438"/>
            </a:xfrm>
            <a:prstGeom prst="line">
              <a:avLst/>
            </a:prstGeom>
            <a:noFill/>
            <a:ln w="28575">
              <a:solidFill>
                <a:srgbClr val="990033"/>
              </a:solidFill>
              <a:round/>
              <a:headEnd/>
              <a:tailEnd/>
            </a:ln>
          </p:spPr>
          <p:txBody>
            <a:bodyPr/>
            <a:lstStyle/>
            <a:p>
              <a:pPr>
                <a:defRPr/>
              </a:pPr>
              <a:endParaRPr lang="th-TH" sz="3200">
                <a:ln w="9525">
                  <a:solidFill>
                    <a:schemeClr val="tx1"/>
                  </a:solidFill>
                </a:ln>
                <a:latin typeface="Angsana New" pitchFamily="18" charset="-34"/>
              </a:endParaRPr>
            </a:p>
          </p:txBody>
        </p:sp>
      </p:grpSp>
      <p:sp>
        <p:nvSpPr>
          <p:cNvPr id="33" name="Rectangle 32"/>
          <p:cNvSpPr>
            <a:spLocks noChangeArrowheads="1"/>
          </p:cNvSpPr>
          <p:nvPr/>
        </p:nvSpPr>
        <p:spPr bwMode="auto">
          <a:xfrm>
            <a:off x="152400" y="6153152"/>
            <a:ext cx="8839200" cy="461665"/>
          </a:xfrm>
          <a:prstGeom prst="rect">
            <a:avLst/>
          </a:prstGeom>
          <a:noFill/>
          <a:ln w="9525">
            <a:noFill/>
            <a:miter lim="800000"/>
            <a:headEnd/>
            <a:tailEnd/>
          </a:ln>
        </p:spPr>
        <p:txBody>
          <a:bodyPr>
            <a:spAutoFit/>
          </a:bodyPr>
          <a:lstStyle/>
          <a:p>
            <a:r>
              <a:rPr lang="en-US" sz="2400" b="1" dirty="0">
                <a:solidFill>
                  <a:srgbClr val="663300"/>
                </a:solidFill>
                <a:latin typeface="Angsana New" pitchFamily="18" charset="-34"/>
                <a:hlinkClick r:id="rId6"/>
              </a:rPr>
              <a:t>http://www.regentsprep.org/Regents/math/algtrig/ATS7/BLesson3.htm</a:t>
            </a:r>
            <a:r>
              <a:rPr lang="en-US" sz="2400" b="1" dirty="0">
                <a:solidFill>
                  <a:srgbClr val="663300"/>
                </a:solidFill>
                <a:latin typeface="Angsana New" pitchFamily="18" charset="-34"/>
              </a:rPr>
              <a:t> </a:t>
            </a:r>
            <a:endParaRPr lang="th-TH" sz="2400" b="1" dirty="0">
              <a:solidFill>
                <a:srgbClr val="663300"/>
              </a:solidFill>
              <a:latin typeface="Angsana New" pitchFamily="18" charset="-34"/>
            </a:endParaRPr>
          </a:p>
        </p:txBody>
      </p:sp>
      <p:sp>
        <p:nvSpPr>
          <p:cNvPr id="34" name="Rectangle 33"/>
          <p:cNvSpPr>
            <a:spLocks noChangeArrowheads="1"/>
          </p:cNvSpPr>
          <p:nvPr/>
        </p:nvSpPr>
        <p:spPr bwMode="auto">
          <a:xfrm>
            <a:off x="152400" y="6472535"/>
            <a:ext cx="8610600" cy="461665"/>
          </a:xfrm>
          <a:prstGeom prst="rect">
            <a:avLst/>
          </a:prstGeom>
          <a:noFill/>
          <a:ln w="9525">
            <a:noFill/>
            <a:miter lim="800000"/>
            <a:headEnd/>
            <a:tailEnd/>
          </a:ln>
        </p:spPr>
        <p:txBody>
          <a:bodyPr>
            <a:spAutoFit/>
          </a:bodyPr>
          <a:lstStyle/>
          <a:p>
            <a:r>
              <a:rPr lang="en-US" sz="2400" b="1" dirty="0">
                <a:solidFill>
                  <a:srgbClr val="663300"/>
                </a:solidFill>
                <a:latin typeface="Angsana New" pitchFamily="18" charset="-34"/>
              </a:rPr>
              <a:t>http://www.youtube.com/watch?v=CCqWkJ_pqNU</a:t>
            </a:r>
            <a:endParaRPr lang="th-TH" sz="2400" b="1" dirty="0">
              <a:solidFill>
                <a:srgbClr val="663300"/>
              </a:solidFill>
              <a:latin typeface="Angsana New" pitchFamily="18" charset="-34"/>
            </a:endParaRPr>
          </a:p>
        </p:txBody>
      </p:sp>
      <p:sp>
        <p:nvSpPr>
          <p:cNvPr id="36" name="Text Box 3"/>
          <p:cNvSpPr txBox="1">
            <a:spLocks noChangeArrowheads="1"/>
          </p:cNvSpPr>
          <p:nvPr/>
        </p:nvSpPr>
        <p:spPr bwMode="auto">
          <a:xfrm>
            <a:off x="82550" y="4495800"/>
            <a:ext cx="9061450" cy="523220"/>
          </a:xfrm>
          <a:prstGeom prst="rect">
            <a:avLst/>
          </a:prstGeom>
          <a:noFill/>
          <a:ln w="9525">
            <a:noFill/>
            <a:miter lim="800000"/>
            <a:headEnd/>
            <a:tailEnd/>
          </a:ln>
        </p:spPr>
        <p:txBody>
          <a:bodyPr wrap="square">
            <a:spAutoFit/>
          </a:bodyPr>
          <a:lstStyle/>
          <a:p>
            <a:pPr>
              <a:spcBef>
                <a:spcPts val="0"/>
              </a:spcBef>
            </a:pPr>
            <a:r>
              <a:rPr lang="en-US" b="1" dirty="0">
                <a:solidFill>
                  <a:srgbClr val="3333FF"/>
                </a:solidFill>
                <a:latin typeface="Angsana New" panose="02020603050405020304" pitchFamily="18" charset="-34"/>
              </a:rPr>
              <a:t>De </a:t>
            </a:r>
            <a:r>
              <a:rPr lang="en-US" b="1" dirty="0" err="1">
                <a:solidFill>
                  <a:srgbClr val="3333FF"/>
                </a:solidFill>
                <a:latin typeface="Angsana New" panose="02020603050405020304" pitchFamily="18" charset="-34"/>
              </a:rPr>
              <a:t>Moivre</a:t>
            </a:r>
            <a:r>
              <a:rPr lang="en-US" b="1" dirty="0">
                <a:solidFill>
                  <a:srgbClr val="3333FF"/>
                </a:solidFill>
                <a:latin typeface="Angsana New" panose="02020603050405020304" pitchFamily="18" charset="-34"/>
              </a:rPr>
              <a:t> - Laplace Theorem: </a:t>
            </a:r>
            <a:r>
              <a:rPr lang="en-US" b="1" dirty="0">
                <a:solidFill>
                  <a:srgbClr val="006600"/>
                </a:solidFill>
                <a:latin typeface="Angsana New" pitchFamily="18" charset="-34"/>
              </a:rPr>
              <a:t>X ~ B(n, p)  ;  n </a:t>
            </a:r>
            <a:r>
              <a:rPr lang="en-US" sz="2400" b="1" dirty="0">
                <a:solidFill>
                  <a:srgbClr val="006600"/>
                </a:solidFill>
                <a:latin typeface="Angsana New" pitchFamily="18" charset="-34"/>
                <a:sym typeface="Symbol" pitchFamily="18" charset="2"/>
              </a:rPr>
              <a:t> </a:t>
            </a:r>
            <a:r>
              <a:rPr lang="en-US" b="1" dirty="0">
                <a:solidFill>
                  <a:srgbClr val="006600"/>
                </a:solidFill>
                <a:latin typeface="Angsana New" pitchFamily="18" charset="-34"/>
              </a:rPr>
              <a:t>   </a:t>
            </a:r>
            <a:r>
              <a:rPr lang="en-US" b="1" dirty="0" err="1">
                <a:solidFill>
                  <a:srgbClr val="006600"/>
                </a:solidFill>
                <a:latin typeface="Angsana New" pitchFamily="18" charset="-34"/>
              </a:rPr>
              <a:t>และ</a:t>
            </a:r>
            <a:r>
              <a:rPr lang="en-US" b="1" dirty="0">
                <a:solidFill>
                  <a:srgbClr val="006600"/>
                </a:solidFill>
                <a:latin typeface="Angsana New" pitchFamily="18" charset="-34"/>
              </a:rPr>
              <a:t>  p </a:t>
            </a:r>
            <a:r>
              <a:rPr lang="en-US" sz="2400" b="1" dirty="0">
                <a:solidFill>
                  <a:srgbClr val="006600"/>
                </a:solidFill>
                <a:latin typeface="Angsana New" pitchFamily="18" charset="-34"/>
                <a:sym typeface="Symbol" pitchFamily="18" charset="2"/>
              </a:rPr>
              <a:t> 0.5</a:t>
            </a:r>
          </a:p>
        </p:txBody>
      </p:sp>
      <p:sp>
        <p:nvSpPr>
          <p:cNvPr id="37" name="Text Box 3"/>
          <p:cNvSpPr txBox="1">
            <a:spLocks noChangeArrowheads="1"/>
          </p:cNvSpPr>
          <p:nvPr/>
        </p:nvSpPr>
        <p:spPr bwMode="auto">
          <a:xfrm>
            <a:off x="685800" y="3272135"/>
            <a:ext cx="1326360" cy="461665"/>
          </a:xfrm>
          <a:prstGeom prst="rect">
            <a:avLst/>
          </a:prstGeom>
          <a:solidFill>
            <a:schemeClr val="bg1"/>
          </a:solidFill>
          <a:ln w="9525">
            <a:noFill/>
            <a:miter lim="800000"/>
            <a:headEnd/>
            <a:tailEnd/>
          </a:ln>
        </p:spPr>
        <p:txBody>
          <a:bodyPr wrap="square">
            <a:spAutoFit/>
          </a:bodyPr>
          <a:lstStyle/>
          <a:p>
            <a:pPr algn="ctr">
              <a:spcBef>
                <a:spcPts val="0"/>
              </a:spcBef>
            </a:pPr>
            <a:r>
              <a:rPr lang="en-US" sz="2400" b="1" dirty="0">
                <a:solidFill>
                  <a:srgbClr val="0066FF"/>
                </a:solidFill>
                <a:latin typeface="Angsana New" pitchFamily="18" charset="-34"/>
              </a:rPr>
              <a:t>X ~ B(7, 0.5)  </a:t>
            </a:r>
          </a:p>
        </p:txBody>
      </p:sp>
      <p:sp>
        <p:nvSpPr>
          <p:cNvPr id="38" name="Text Box 3"/>
          <p:cNvSpPr txBox="1">
            <a:spLocks noChangeArrowheads="1"/>
          </p:cNvSpPr>
          <p:nvPr/>
        </p:nvSpPr>
        <p:spPr bwMode="auto">
          <a:xfrm>
            <a:off x="7272335" y="3276600"/>
            <a:ext cx="1643065" cy="461665"/>
          </a:xfrm>
          <a:prstGeom prst="rect">
            <a:avLst/>
          </a:prstGeom>
          <a:noFill/>
          <a:ln w="9525">
            <a:noFill/>
            <a:miter lim="800000"/>
            <a:headEnd/>
            <a:tailEnd/>
          </a:ln>
        </p:spPr>
        <p:txBody>
          <a:bodyPr wrap="square">
            <a:spAutoFit/>
          </a:bodyPr>
          <a:lstStyle/>
          <a:p>
            <a:pPr>
              <a:spcBef>
                <a:spcPts val="0"/>
              </a:spcBef>
            </a:pPr>
            <a:r>
              <a:rPr lang="en-US" sz="2400" b="1" dirty="0">
                <a:solidFill>
                  <a:srgbClr val="3333FF"/>
                </a:solidFill>
                <a:latin typeface="Angsana New" pitchFamily="18" charset="-34"/>
              </a:rPr>
              <a:t>X ~ B(20, 0.5)  </a:t>
            </a:r>
          </a:p>
        </p:txBody>
      </p:sp>
      <p:sp>
        <p:nvSpPr>
          <p:cNvPr id="2" name="Slide Number Placeholder 1">
            <a:extLst>
              <a:ext uri="{FF2B5EF4-FFF2-40B4-BE49-F238E27FC236}">
                <a16:creationId xmlns:a16="http://schemas.microsoft.com/office/drawing/2014/main" id="{0C179F2B-86A3-48BC-9A62-8B318D6A2AA6}"/>
              </a:ext>
            </a:extLst>
          </p:cNvPr>
          <p:cNvSpPr>
            <a:spLocks noGrp="1"/>
          </p:cNvSpPr>
          <p:nvPr>
            <p:ph type="sldNum" sz="quarter" idx="12"/>
          </p:nvPr>
        </p:nvSpPr>
        <p:spPr/>
        <p:txBody>
          <a:bodyPr/>
          <a:lstStyle/>
          <a:p>
            <a:pPr>
              <a:defRPr/>
            </a:pPr>
            <a:fld id="{3DEAF3BF-11C4-4504-A2C2-F31678299685}" type="slidenum">
              <a:rPr lang="en-US" smtClean="0"/>
              <a:pPr>
                <a:defRPr/>
              </a:pPr>
              <a:t>30</a:t>
            </a:fld>
            <a:endParaRPr lang="th-TH"/>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300"/>
                                        <p:tgtEl>
                                          <p:spTgt spid="4"/>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300"/>
                                        <p:tgtEl>
                                          <p:spTgt spid="7">
                                            <p:txEl>
                                              <p:pRg st="0" end="0"/>
                                            </p:txEl>
                                          </p:spTgt>
                                        </p:tgtEl>
                                      </p:cBhvr>
                                    </p:animEffect>
                                  </p:childTnLst>
                                </p:cTn>
                              </p:par>
                            </p:childTnLst>
                          </p:cTn>
                        </p:par>
                        <p:par>
                          <p:cTn id="12" fill="hold">
                            <p:stCondLst>
                              <p:cond delay="600"/>
                            </p:stCondLst>
                            <p:childTnLst>
                              <p:par>
                                <p:cTn id="13" presetID="22" presetClass="entr" presetSubtype="8" fill="hold" nodeType="afterEffect">
                                  <p:stCondLst>
                                    <p:cond delay="0"/>
                                  </p:stCondLst>
                                  <p:childTnLst>
                                    <p:set>
                                      <p:cBhvr>
                                        <p:cTn id="14" dur="1" fill="hold">
                                          <p:stCondLst>
                                            <p:cond delay="0"/>
                                          </p:stCondLst>
                                        </p:cTn>
                                        <p:tgtEl>
                                          <p:spTgt spid="109570"/>
                                        </p:tgtEl>
                                        <p:attrNameLst>
                                          <p:attrName>style.visibility</p:attrName>
                                        </p:attrNameLst>
                                      </p:cBhvr>
                                      <p:to>
                                        <p:strVal val="visible"/>
                                      </p:to>
                                    </p:set>
                                    <p:animEffect transition="in" filter="wipe(left)">
                                      <p:cBhvr>
                                        <p:cTn id="15" dur="300"/>
                                        <p:tgtEl>
                                          <p:spTgt spid="109570"/>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dissolve">
                                      <p:cBhvr>
                                        <p:cTn id="20" dur="300"/>
                                        <p:tgtEl>
                                          <p:spTgt spid="5"/>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left)">
                                      <p:cBhvr>
                                        <p:cTn id="23" dur="300"/>
                                        <p:tgtEl>
                                          <p:spTgt spid="33"/>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7">
                                            <p:txEl>
                                              <p:pRg st="0" end="0"/>
                                            </p:txEl>
                                          </p:spTgt>
                                        </p:tgtEl>
                                        <p:attrNameLst>
                                          <p:attrName>style.visibility</p:attrName>
                                        </p:attrNameLst>
                                      </p:cBhvr>
                                      <p:to>
                                        <p:strVal val="visible"/>
                                      </p:to>
                                    </p:set>
                                    <p:animEffect transition="in" filter="wipe(left)">
                                      <p:cBhvr>
                                        <p:cTn id="26" dur="300"/>
                                        <p:tgtEl>
                                          <p:spTgt spid="37">
                                            <p:txEl>
                                              <p:pRg st="0" end="0"/>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37">
                                            <p:bg/>
                                          </p:spTgt>
                                        </p:tgtEl>
                                        <p:attrNameLst>
                                          <p:attrName>style.visibility</p:attrName>
                                        </p:attrNameLst>
                                      </p:cBhvr>
                                      <p:to>
                                        <p:strVal val="visible"/>
                                      </p:to>
                                    </p:set>
                                    <p:animEffect transition="in" filter="wipe(left)">
                                      <p:cBhvr>
                                        <p:cTn id="29" dur="300"/>
                                        <p:tgtEl>
                                          <p:spTgt spid="37">
                                            <p:bg/>
                                          </p:spTgt>
                                        </p:tgtEl>
                                      </p:cBhvr>
                                    </p:animEffect>
                                  </p:childTnLst>
                                </p:cTn>
                              </p:par>
                            </p:childTnLst>
                          </p:cTn>
                        </p:par>
                        <p:par>
                          <p:cTn id="30" fill="hold">
                            <p:stCondLst>
                              <p:cond delay="300"/>
                            </p:stCondLst>
                            <p:childTnLst>
                              <p:par>
                                <p:cTn id="31" presetID="9" presetClass="entr" presetSubtype="0" fill="hold"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dissolve">
                                      <p:cBhvr>
                                        <p:cTn id="33" dur="300"/>
                                        <p:tgtEl>
                                          <p:spTgt spid="6"/>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wipe(left)">
                                      <p:cBhvr>
                                        <p:cTn id="36" dur="300"/>
                                        <p:tgtEl>
                                          <p:spTgt spid="34"/>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38">
                                            <p:txEl>
                                              <p:pRg st="0" end="0"/>
                                            </p:txEl>
                                          </p:spTgt>
                                        </p:tgtEl>
                                        <p:attrNameLst>
                                          <p:attrName>style.visibility</p:attrName>
                                        </p:attrNameLst>
                                      </p:cBhvr>
                                      <p:to>
                                        <p:strVal val="visible"/>
                                      </p:to>
                                    </p:set>
                                    <p:animEffect transition="in" filter="wipe(left)">
                                      <p:cBhvr>
                                        <p:cTn id="39" dur="300"/>
                                        <p:tgtEl>
                                          <p:spTgt spid="38">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6">
                                            <p:txEl>
                                              <p:pRg st="0" end="0"/>
                                            </p:txEl>
                                          </p:spTgt>
                                        </p:tgtEl>
                                        <p:attrNameLst>
                                          <p:attrName>style.visibility</p:attrName>
                                        </p:attrNameLst>
                                      </p:cBhvr>
                                      <p:to>
                                        <p:strVal val="visible"/>
                                      </p:to>
                                    </p:set>
                                    <p:animEffect transition="in" filter="wipe(left)">
                                      <p:cBhvr>
                                        <p:cTn id="44" dur="300"/>
                                        <p:tgtEl>
                                          <p:spTgt spid="36">
                                            <p:txEl>
                                              <p:pRg st="0" end="0"/>
                                            </p:txEl>
                                          </p:spTgt>
                                        </p:tgtEl>
                                      </p:cBhvr>
                                    </p:animEffect>
                                  </p:childTnLst>
                                </p:cTn>
                              </p:par>
                            </p:childTnLst>
                          </p:cTn>
                        </p:par>
                        <p:par>
                          <p:cTn id="45" fill="hold">
                            <p:stCondLst>
                              <p:cond delay="300"/>
                            </p:stCondLst>
                            <p:childTnLst>
                              <p:par>
                                <p:cTn id="46" presetID="22" presetClass="entr" presetSubtype="8" fill="hold" nodeType="after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uiExpand="1" build="p"/>
      <p:bldP spid="33" grpId="0"/>
      <p:bldP spid="34" grpId="0"/>
      <p:bldP spid="36" grpId="0" build="p"/>
      <p:bldP spid="37" grpId="0" build="p" animBg="1"/>
      <p:bldP spid="38"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Text Box 3"/>
          <p:cNvSpPr txBox="1">
            <a:spLocks noChangeArrowheads="1"/>
          </p:cNvSpPr>
          <p:nvPr/>
        </p:nvSpPr>
        <p:spPr bwMode="auto">
          <a:xfrm>
            <a:off x="76200" y="762000"/>
            <a:ext cx="8458200" cy="584775"/>
          </a:xfrm>
          <a:prstGeom prst="rect">
            <a:avLst/>
          </a:prstGeom>
          <a:noFill/>
          <a:ln w="9525">
            <a:noFill/>
            <a:miter lim="800000"/>
            <a:headEnd/>
            <a:tailEnd/>
          </a:ln>
        </p:spPr>
        <p:txBody>
          <a:bodyPr>
            <a:spAutoFit/>
          </a:bodyPr>
          <a:lstStyle/>
          <a:p>
            <a:pPr>
              <a:spcBef>
                <a:spcPct val="50000"/>
              </a:spcBef>
            </a:pPr>
            <a:r>
              <a:rPr lang="en-US" sz="3200" b="1" dirty="0" err="1">
                <a:solidFill>
                  <a:srgbClr val="006600"/>
                </a:solidFill>
                <a:latin typeface="Angsana New" panose="02020603050405020304" pitchFamily="18" charset="-34"/>
              </a:rPr>
              <a:t>ให้</a:t>
            </a:r>
            <a:r>
              <a:rPr lang="en-US" sz="3200" b="1" dirty="0">
                <a:solidFill>
                  <a:srgbClr val="006600"/>
                </a:solidFill>
                <a:latin typeface="Angsana New" pitchFamily="18" charset="-34"/>
              </a:rPr>
              <a:t>  X</a:t>
            </a:r>
            <a:r>
              <a:rPr lang="en-US" sz="3200" b="1" baseline="-25000" dirty="0">
                <a:solidFill>
                  <a:srgbClr val="006600"/>
                </a:solidFill>
                <a:latin typeface="Angsana New" pitchFamily="18" charset="-34"/>
              </a:rPr>
              <a:t>1</a:t>
            </a:r>
            <a:r>
              <a:rPr lang="en-US" sz="3200" b="1" dirty="0">
                <a:solidFill>
                  <a:srgbClr val="006600"/>
                </a:solidFill>
                <a:latin typeface="Angsana New" pitchFamily="18" charset="-34"/>
              </a:rPr>
              <a:t> , X</a:t>
            </a:r>
            <a:r>
              <a:rPr lang="en-US" sz="3200" b="1" baseline="-25000" dirty="0">
                <a:solidFill>
                  <a:srgbClr val="006600"/>
                </a:solidFill>
                <a:latin typeface="Angsana New" pitchFamily="18" charset="-34"/>
              </a:rPr>
              <a:t>2</a:t>
            </a:r>
            <a:r>
              <a:rPr lang="en-US" sz="3200" b="1" dirty="0">
                <a:solidFill>
                  <a:srgbClr val="006600"/>
                </a:solidFill>
                <a:latin typeface="Angsana New" pitchFamily="18" charset="-34"/>
              </a:rPr>
              <a:t> , … , </a:t>
            </a:r>
            <a:r>
              <a:rPr lang="en-US" sz="3200" b="1" dirty="0" err="1">
                <a:solidFill>
                  <a:srgbClr val="006600"/>
                </a:solidFill>
                <a:latin typeface="Angsana New" pitchFamily="18" charset="-34"/>
              </a:rPr>
              <a:t>X</a:t>
            </a:r>
            <a:r>
              <a:rPr lang="en-US" sz="3200" b="1" baseline="-25000" dirty="0" err="1">
                <a:solidFill>
                  <a:srgbClr val="006600"/>
                </a:solidFill>
                <a:latin typeface="Angsana New" pitchFamily="18" charset="-34"/>
              </a:rPr>
              <a:t>n</a:t>
            </a:r>
            <a:r>
              <a:rPr lang="en-US" sz="3200" b="1" dirty="0">
                <a:solidFill>
                  <a:srgbClr val="006600"/>
                </a:solidFill>
                <a:latin typeface="Angsana New" pitchFamily="18" charset="-34"/>
              </a:rPr>
              <a:t> </a:t>
            </a:r>
            <a:r>
              <a:rPr lang="en-US" sz="3200" b="1" dirty="0" err="1">
                <a:solidFill>
                  <a:srgbClr val="006600"/>
                </a:solidFill>
                <a:latin typeface="Angsana New" pitchFamily="18" charset="-34"/>
              </a:rPr>
              <a:t>เป็นตัวอย่างสุ่มขนาด</a:t>
            </a:r>
            <a:r>
              <a:rPr lang="en-US" sz="3200" b="1" dirty="0">
                <a:solidFill>
                  <a:srgbClr val="006600"/>
                </a:solidFill>
                <a:latin typeface="Angsana New" pitchFamily="18" charset="-34"/>
              </a:rPr>
              <a:t> n</a:t>
            </a:r>
            <a:r>
              <a:rPr lang="en-US" b="1" dirty="0">
                <a:solidFill>
                  <a:srgbClr val="006600"/>
                </a:solidFill>
                <a:latin typeface="Angsana New" pitchFamily="18" charset="-34"/>
              </a:rPr>
              <a:t> </a:t>
            </a:r>
            <a:r>
              <a:rPr lang="en-US" sz="2400" b="1" dirty="0">
                <a:solidFill>
                  <a:srgbClr val="006600"/>
                </a:solidFill>
                <a:latin typeface="Angsana New" pitchFamily="18" charset="-34"/>
                <a:sym typeface="Symbol" pitchFamily="18" charset="2"/>
              </a:rPr>
              <a:t> </a:t>
            </a:r>
            <a:r>
              <a:rPr lang="en-US" b="1" dirty="0">
                <a:solidFill>
                  <a:srgbClr val="006600"/>
                </a:solidFill>
                <a:latin typeface="Angsana New" pitchFamily="18" charset="-34"/>
              </a:rPr>
              <a:t> </a:t>
            </a:r>
          </a:p>
        </p:txBody>
      </p:sp>
      <p:sp>
        <p:nvSpPr>
          <p:cNvPr id="45060" name="Text Box 4"/>
          <p:cNvSpPr txBox="1">
            <a:spLocks noChangeArrowheads="1"/>
          </p:cNvSpPr>
          <p:nvPr/>
        </p:nvSpPr>
        <p:spPr bwMode="auto">
          <a:xfrm>
            <a:off x="76200" y="1371600"/>
            <a:ext cx="4114800" cy="584775"/>
          </a:xfrm>
          <a:prstGeom prst="rect">
            <a:avLst/>
          </a:prstGeom>
          <a:noFill/>
          <a:ln w="9525">
            <a:noFill/>
            <a:miter lim="800000"/>
            <a:headEnd/>
            <a:tailEnd/>
          </a:ln>
        </p:spPr>
        <p:txBody>
          <a:bodyPr wrap="square">
            <a:spAutoFit/>
          </a:bodyPr>
          <a:lstStyle/>
          <a:p>
            <a:pPr>
              <a:spcBef>
                <a:spcPct val="50000"/>
              </a:spcBef>
            </a:pPr>
            <a:r>
              <a:rPr lang="en-US" sz="3200" b="1" dirty="0" err="1">
                <a:solidFill>
                  <a:srgbClr val="660066"/>
                </a:solidFill>
                <a:latin typeface="Angsana New" panose="02020603050405020304" pitchFamily="18" charset="-34"/>
              </a:rPr>
              <a:t>มีค่าเฉลี่ย</a:t>
            </a:r>
            <a:r>
              <a:rPr lang="en-US" sz="3200" b="1" dirty="0">
                <a:solidFill>
                  <a:srgbClr val="660066"/>
                </a:solidFill>
                <a:latin typeface="Angsana New" panose="02020603050405020304" pitchFamily="18" charset="-34"/>
              </a:rPr>
              <a:t> = </a:t>
            </a:r>
            <a:r>
              <a:rPr lang="en-US" sz="2600" b="1" dirty="0">
                <a:solidFill>
                  <a:srgbClr val="660066"/>
                </a:solidFill>
                <a:latin typeface="Angsana New" pitchFamily="18" charset="-34"/>
                <a:sym typeface="Symbol" pitchFamily="18" charset="2"/>
              </a:rPr>
              <a:t> ,   –  </a:t>
            </a:r>
            <a:r>
              <a:rPr lang="en-US" sz="3200" b="1" dirty="0">
                <a:solidFill>
                  <a:srgbClr val="660066"/>
                </a:solidFill>
                <a:latin typeface="Angsana New" pitchFamily="18" charset="-34"/>
                <a:sym typeface="Symbol" pitchFamily="18" charset="2"/>
              </a:rPr>
              <a:t> &lt;  </a:t>
            </a:r>
            <a:r>
              <a:rPr lang="en-US" sz="2600" b="1" dirty="0">
                <a:solidFill>
                  <a:srgbClr val="660066"/>
                </a:solidFill>
                <a:latin typeface="Angsana New" pitchFamily="18" charset="-34"/>
                <a:sym typeface="Symbol" pitchFamily="18" charset="2"/>
              </a:rPr>
              <a:t></a:t>
            </a:r>
            <a:r>
              <a:rPr lang="en-US" sz="3200" b="1" dirty="0">
                <a:solidFill>
                  <a:srgbClr val="660066"/>
                </a:solidFill>
                <a:latin typeface="Angsana New" pitchFamily="18" charset="-34"/>
                <a:sym typeface="Symbol" pitchFamily="18" charset="2"/>
              </a:rPr>
              <a:t>  &lt; </a:t>
            </a:r>
            <a:r>
              <a:rPr lang="en-US" sz="2600" b="1" dirty="0">
                <a:solidFill>
                  <a:srgbClr val="660066"/>
                </a:solidFill>
                <a:latin typeface="Angsana New" pitchFamily="18" charset="-34"/>
                <a:sym typeface="Symbol" pitchFamily="18" charset="2"/>
              </a:rPr>
              <a:t></a:t>
            </a:r>
          </a:p>
        </p:txBody>
      </p:sp>
      <p:sp>
        <p:nvSpPr>
          <p:cNvPr id="45061" name="Text Box 5"/>
          <p:cNvSpPr txBox="1">
            <a:spLocks noChangeArrowheads="1"/>
          </p:cNvSpPr>
          <p:nvPr/>
        </p:nvSpPr>
        <p:spPr bwMode="auto">
          <a:xfrm>
            <a:off x="76200" y="1905000"/>
            <a:ext cx="5638800" cy="584775"/>
          </a:xfrm>
          <a:prstGeom prst="rect">
            <a:avLst/>
          </a:prstGeom>
          <a:noFill/>
          <a:ln w="9525">
            <a:noFill/>
            <a:miter lim="800000"/>
            <a:headEnd/>
            <a:tailEnd/>
          </a:ln>
        </p:spPr>
        <p:txBody>
          <a:bodyPr wrap="square">
            <a:spAutoFit/>
          </a:bodyPr>
          <a:lstStyle/>
          <a:p>
            <a:pPr>
              <a:spcBef>
                <a:spcPts val="0"/>
              </a:spcBef>
            </a:pPr>
            <a:r>
              <a:rPr lang="en-US" sz="3200" b="1" dirty="0" err="1">
                <a:solidFill>
                  <a:srgbClr val="0066FF"/>
                </a:solidFill>
                <a:latin typeface="Angsana New" panose="02020603050405020304" pitchFamily="18" charset="-34"/>
              </a:rPr>
              <a:t>มีความแปรปรวน</a:t>
            </a:r>
            <a:r>
              <a:rPr lang="en-US" sz="3200" b="1" dirty="0">
                <a:solidFill>
                  <a:srgbClr val="0066FF"/>
                </a:solidFill>
                <a:latin typeface="Angsana New" panose="02020603050405020304" pitchFamily="18" charset="-34"/>
              </a:rPr>
              <a:t> = </a:t>
            </a:r>
            <a:r>
              <a:rPr lang="en-US" sz="2600" b="1" dirty="0">
                <a:solidFill>
                  <a:srgbClr val="0066FF"/>
                </a:solidFill>
                <a:latin typeface="Angsana New" pitchFamily="18" charset="-34"/>
                <a:sym typeface="Symbol" pitchFamily="18" charset="2"/>
              </a:rPr>
              <a:t></a:t>
            </a:r>
            <a:r>
              <a:rPr lang="en-US" sz="3200" b="1" baseline="30000" dirty="0">
                <a:solidFill>
                  <a:srgbClr val="0066FF"/>
                </a:solidFill>
                <a:latin typeface="Angsana New" pitchFamily="18" charset="-34"/>
                <a:sym typeface="Symbol" pitchFamily="18" charset="2"/>
              </a:rPr>
              <a:t>2</a:t>
            </a:r>
            <a:r>
              <a:rPr lang="en-US" sz="3200" b="1" dirty="0">
                <a:solidFill>
                  <a:srgbClr val="0066FF"/>
                </a:solidFill>
                <a:latin typeface="Angsana New" pitchFamily="18" charset="-34"/>
                <a:sym typeface="Symbol" pitchFamily="18" charset="2"/>
              </a:rPr>
              <a:t> , 0 &lt; </a:t>
            </a:r>
            <a:r>
              <a:rPr lang="en-US" sz="2600" b="1" dirty="0">
                <a:solidFill>
                  <a:srgbClr val="0066FF"/>
                </a:solidFill>
                <a:latin typeface="Angsana New" pitchFamily="18" charset="-34"/>
                <a:sym typeface="Symbol" pitchFamily="18" charset="2"/>
              </a:rPr>
              <a:t></a:t>
            </a:r>
            <a:r>
              <a:rPr lang="en-US" sz="3600" b="1" baseline="30000" dirty="0">
                <a:solidFill>
                  <a:srgbClr val="0066FF"/>
                </a:solidFill>
                <a:latin typeface="Angsana New" pitchFamily="18" charset="-34"/>
                <a:sym typeface="Symbol" pitchFamily="18" charset="2"/>
              </a:rPr>
              <a:t>2 </a:t>
            </a:r>
            <a:r>
              <a:rPr lang="en-US" sz="3200" b="1" dirty="0">
                <a:solidFill>
                  <a:srgbClr val="0066FF"/>
                </a:solidFill>
                <a:latin typeface="Angsana New" pitchFamily="18" charset="-34"/>
                <a:sym typeface="Symbol" pitchFamily="18" charset="2"/>
              </a:rPr>
              <a:t>&lt; </a:t>
            </a:r>
            <a:r>
              <a:rPr lang="en-US" sz="2600" b="1" dirty="0">
                <a:solidFill>
                  <a:srgbClr val="0066FF"/>
                </a:solidFill>
                <a:latin typeface="Angsana New" pitchFamily="18" charset="-34"/>
                <a:sym typeface="Symbol" pitchFamily="18" charset="2"/>
              </a:rPr>
              <a:t></a:t>
            </a:r>
            <a:endParaRPr lang="en-US" sz="3200" b="1" dirty="0">
              <a:solidFill>
                <a:srgbClr val="0066FF"/>
              </a:solidFill>
              <a:latin typeface="Angsana New" pitchFamily="18" charset="-34"/>
              <a:sym typeface="Symbol" pitchFamily="18" charset="2"/>
            </a:endParaRPr>
          </a:p>
        </p:txBody>
      </p:sp>
      <p:sp>
        <p:nvSpPr>
          <p:cNvPr id="45062" name="AutoShape 6"/>
          <p:cNvSpPr>
            <a:spLocks noChangeArrowheads="1"/>
          </p:cNvSpPr>
          <p:nvPr/>
        </p:nvSpPr>
        <p:spPr bwMode="auto">
          <a:xfrm>
            <a:off x="228600" y="2868036"/>
            <a:ext cx="3753644" cy="1551564"/>
          </a:xfrm>
          <a:prstGeom prst="roundRect">
            <a:avLst>
              <a:gd name="adj" fmla="val 7618"/>
            </a:avLst>
          </a:prstGeom>
          <a:noFill/>
          <a:ln w="38100">
            <a:solidFill>
              <a:srgbClr val="990033"/>
            </a:solidFill>
            <a:round/>
            <a:headEnd/>
            <a:tailEnd/>
          </a:ln>
        </p:spPr>
        <p:txBody>
          <a:bodyPr wrap="none" anchor="ctr"/>
          <a:lstStyle/>
          <a:p>
            <a:endParaRPr lang="en-US" sz="3200">
              <a:latin typeface="Angsana New" panose="02020603050405020304" pitchFamily="18" charset="-34"/>
            </a:endParaRPr>
          </a:p>
        </p:txBody>
      </p:sp>
      <p:grpSp>
        <p:nvGrpSpPr>
          <p:cNvPr id="2" name="Group 21"/>
          <p:cNvGrpSpPr>
            <a:grpSpLocks/>
          </p:cNvGrpSpPr>
          <p:nvPr/>
        </p:nvGrpSpPr>
        <p:grpSpPr bwMode="auto">
          <a:xfrm>
            <a:off x="381000" y="3129971"/>
            <a:ext cx="2590800" cy="1060450"/>
            <a:chOff x="1776" y="3124"/>
            <a:chExt cx="1632" cy="668"/>
          </a:xfrm>
        </p:grpSpPr>
        <p:sp>
          <p:nvSpPr>
            <p:cNvPr id="47113" name="Text Box 9"/>
            <p:cNvSpPr txBox="1">
              <a:spLocks noChangeArrowheads="1"/>
            </p:cNvSpPr>
            <p:nvPr/>
          </p:nvSpPr>
          <p:spPr bwMode="auto">
            <a:xfrm>
              <a:off x="2457" y="3274"/>
              <a:ext cx="951" cy="368"/>
            </a:xfrm>
            <a:prstGeom prst="rect">
              <a:avLst/>
            </a:prstGeom>
            <a:noFill/>
            <a:ln w="9525">
              <a:noFill/>
              <a:miter lim="800000"/>
              <a:headEnd/>
              <a:tailEnd/>
            </a:ln>
          </p:spPr>
          <p:txBody>
            <a:bodyPr wrap="square">
              <a:spAutoFit/>
            </a:bodyPr>
            <a:lstStyle/>
            <a:p>
              <a:pPr>
                <a:spcBef>
                  <a:spcPct val="50000"/>
                </a:spcBef>
              </a:pPr>
              <a:r>
                <a:rPr lang="en-US" sz="3200" b="1" dirty="0">
                  <a:solidFill>
                    <a:srgbClr val="990033"/>
                  </a:solidFill>
                  <a:latin typeface="Angsana New" panose="02020603050405020304" pitchFamily="18" charset="-34"/>
                </a:rPr>
                <a:t>~   N(0 , 1)</a:t>
              </a:r>
            </a:p>
          </p:txBody>
        </p:sp>
        <p:sp>
          <p:nvSpPr>
            <p:cNvPr id="47114" name="Text Box 10"/>
            <p:cNvSpPr txBox="1">
              <a:spLocks noChangeArrowheads="1"/>
            </p:cNvSpPr>
            <p:nvPr/>
          </p:nvSpPr>
          <p:spPr bwMode="auto">
            <a:xfrm>
              <a:off x="2464" y="3271"/>
              <a:ext cx="240" cy="368"/>
            </a:xfrm>
            <a:prstGeom prst="rect">
              <a:avLst/>
            </a:prstGeom>
            <a:noFill/>
            <a:ln w="9525">
              <a:noFill/>
              <a:miter lim="800000"/>
              <a:headEnd/>
              <a:tailEnd/>
            </a:ln>
          </p:spPr>
          <p:txBody>
            <a:bodyPr>
              <a:spAutoFit/>
            </a:bodyPr>
            <a:lstStyle/>
            <a:p>
              <a:pPr>
                <a:spcBef>
                  <a:spcPct val="50000"/>
                </a:spcBef>
              </a:pPr>
              <a:r>
                <a:rPr lang="en-US" sz="3200" b="1" dirty="0">
                  <a:solidFill>
                    <a:srgbClr val="990033"/>
                  </a:solidFill>
                  <a:latin typeface="Angsana New" panose="02020603050405020304" pitchFamily="18" charset="-34"/>
                </a:rPr>
                <a:t>:</a:t>
              </a:r>
              <a:endParaRPr lang="th-TH" sz="3200" b="1" dirty="0">
                <a:solidFill>
                  <a:srgbClr val="990033"/>
                </a:solidFill>
                <a:latin typeface="Angsana New" panose="02020603050405020304" pitchFamily="18" charset="-34"/>
              </a:endParaRPr>
            </a:p>
          </p:txBody>
        </p:sp>
        <p:grpSp>
          <p:nvGrpSpPr>
            <p:cNvPr id="47115" name="Group 11"/>
            <p:cNvGrpSpPr>
              <a:grpSpLocks/>
            </p:cNvGrpSpPr>
            <p:nvPr/>
          </p:nvGrpSpPr>
          <p:grpSpPr bwMode="auto">
            <a:xfrm>
              <a:off x="1776" y="3124"/>
              <a:ext cx="1006" cy="668"/>
              <a:chOff x="3168" y="2400"/>
              <a:chExt cx="1006" cy="668"/>
            </a:xfrm>
          </p:grpSpPr>
          <p:sp>
            <p:nvSpPr>
              <p:cNvPr id="47116" name="Rectangle 12"/>
              <p:cNvSpPr>
                <a:spLocks noChangeArrowheads="1"/>
              </p:cNvSpPr>
              <p:nvPr/>
            </p:nvSpPr>
            <p:spPr bwMode="auto">
              <a:xfrm>
                <a:off x="3214" y="2400"/>
                <a:ext cx="960" cy="480"/>
              </a:xfrm>
              <a:prstGeom prst="rect">
                <a:avLst/>
              </a:prstGeom>
              <a:noFill/>
              <a:ln w="9525">
                <a:noFill/>
                <a:miter lim="800000"/>
                <a:headEnd/>
                <a:tailEnd/>
              </a:ln>
            </p:spPr>
            <p:txBody>
              <a:bodyPr/>
              <a:lstStyle/>
              <a:p>
                <a:pPr>
                  <a:tabLst>
                    <a:tab pos="457200" algn="l"/>
                  </a:tabLst>
                </a:pPr>
                <a:r>
                  <a:rPr lang="en-US" sz="3200" b="1" dirty="0">
                    <a:solidFill>
                      <a:srgbClr val="990033"/>
                    </a:solidFill>
                    <a:latin typeface="Angsana New" panose="02020603050405020304" pitchFamily="18" charset="-34"/>
                    <a:sym typeface="Symbol" pitchFamily="18" charset="2"/>
                  </a:rPr>
                  <a:t>X – </a:t>
                </a:r>
                <a:r>
                  <a:rPr lang="en-US" sz="2600" b="1" dirty="0">
                    <a:solidFill>
                      <a:srgbClr val="990033"/>
                    </a:solidFill>
                    <a:latin typeface="Angsana New" panose="02020603050405020304" pitchFamily="18" charset="-34"/>
                    <a:sym typeface="Symbol" pitchFamily="18" charset="2"/>
                  </a:rPr>
                  <a:t></a:t>
                </a:r>
              </a:p>
            </p:txBody>
          </p:sp>
          <p:sp>
            <p:nvSpPr>
              <p:cNvPr id="47117" name="Line 13"/>
              <p:cNvSpPr>
                <a:spLocks noChangeShapeType="1"/>
              </p:cNvSpPr>
              <p:nvPr/>
            </p:nvSpPr>
            <p:spPr bwMode="auto">
              <a:xfrm>
                <a:off x="3204" y="2723"/>
                <a:ext cx="576" cy="0"/>
              </a:xfrm>
              <a:prstGeom prst="line">
                <a:avLst/>
              </a:prstGeom>
              <a:noFill/>
              <a:ln w="28575">
                <a:solidFill>
                  <a:srgbClr val="990033"/>
                </a:solidFill>
                <a:round/>
                <a:headEnd/>
                <a:tailEnd/>
              </a:ln>
            </p:spPr>
            <p:txBody>
              <a:bodyPr/>
              <a:lstStyle/>
              <a:p>
                <a:endParaRPr lang="en-US" sz="3200">
                  <a:latin typeface="Angsana New" panose="02020603050405020304" pitchFamily="18" charset="-34"/>
                </a:endParaRPr>
              </a:p>
            </p:txBody>
          </p:sp>
          <p:grpSp>
            <p:nvGrpSpPr>
              <p:cNvPr id="47118" name="Group 14"/>
              <p:cNvGrpSpPr>
                <a:grpSpLocks/>
              </p:cNvGrpSpPr>
              <p:nvPr/>
            </p:nvGrpSpPr>
            <p:grpSpPr bwMode="auto">
              <a:xfrm>
                <a:off x="3168" y="2705"/>
                <a:ext cx="816" cy="363"/>
                <a:chOff x="3216" y="2789"/>
                <a:chExt cx="816" cy="363"/>
              </a:xfrm>
            </p:grpSpPr>
            <p:sp>
              <p:nvSpPr>
                <p:cNvPr id="47120" name="Rectangle 15"/>
                <p:cNvSpPr>
                  <a:spLocks noChangeArrowheads="1"/>
                </p:cNvSpPr>
                <p:nvPr/>
              </p:nvSpPr>
              <p:spPr bwMode="auto">
                <a:xfrm>
                  <a:off x="3216" y="2789"/>
                  <a:ext cx="816" cy="363"/>
                </a:xfrm>
                <a:prstGeom prst="rect">
                  <a:avLst/>
                </a:prstGeom>
                <a:noFill/>
                <a:ln w="9525">
                  <a:noFill/>
                  <a:miter lim="800000"/>
                  <a:headEnd/>
                  <a:tailEnd/>
                </a:ln>
              </p:spPr>
              <p:txBody>
                <a:bodyPr/>
                <a:lstStyle/>
                <a:p>
                  <a:pPr>
                    <a:tabLst>
                      <a:tab pos="457200" algn="l"/>
                    </a:tabLst>
                  </a:pPr>
                  <a:r>
                    <a:rPr lang="en-US" sz="2600" b="1" dirty="0">
                      <a:solidFill>
                        <a:srgbClr val="990033"/>
                      </a:solidFill>
                      <a:latin typeface="Angsana New" panose="02020603050405020304" pitchFamily="18" charset="-34"/>
                      <a:sym typeface="Symbol" pitchFamily="18" charset="2"/>
                    </a:rPr>
                    <a:t></a:t>
                  </a:r>
                  <a:r>
                    <a:rPr lang="en-US" sz="3200" b="1" dirty="0">
                      <a:solidFill>
                        <a:srgbClr val="990033"/>
                      </a:solidFill>
                      <a:latin typeface="Angsana New" panose="02020603050405020304" pitchFamily="18" charset="-34"/>
                      <a:sym typeface="Symbol" pitchFamily="18" charset="2"/>
                    </a:rPr>
                    <a:t>/</a:t>
                  </a:r>
                  <a:r>
                    <a:rPr lang="en-US" sz="2400" b="1" dirty="0">
                      <a:solidFill>
                        <a:srgbClr val="990033"/>
                      </a:solidFill>
                      <a:latin typeface="Angsana New" panose="02020603050405020304" pitchFamily="18" charset="-34"/>
                      <a:sym typeface="Symbol" pitchFamily="18" charset="2"/>
                    </a:rPr>
                    <a:t></a:t>
                  </a:r>
                  <a:r>
                    <a:rPr lang="en-US" sz="3200" b="1" dirty="0">
                      <a:solidFill>
                        <a:srgbClr val="990033"/>
                      </a:solidFill>
                      <a:latin typeface="Angsana New" panose="02020603050405020304" pitchFamily="18" charset="-34"/>
                      <a:sym typeface="Symbol" pitchFamily="18" charset="2"/>
                    </a:rPr>
                    <a:t>n</a:t>
                  </a:r>
                </a:p>
              </p:txBody>
            </p:sp>
            <p:sp>
              <p:nvSpPr>
                <p:cNvPr id="47121" name="Line 16"/>
                <p:cNvSpPr>
                  <a:spLocks noChangeShapeType="1"/>
                </p:cNvSpPr>
                <p:nvPr/>
              </p:nvSpPr>
              <p:spPr bwMode="auto">
                <a:xfrm>
                  <a:off x="3566" y="2864"/>
                  <a:ext cx="115" cy="0"/>
                </a:xfrm>
                <a:prstGeom prst="line">
                  <a:avLst/>
                </a:prstGeom>
                <a:noFill/>
                <a:ln w="28575">
                  <a:solidFill>
                    <a:srgbClr val="990033"/>
                  </a:solidFill>
                  <a:round/>
                  <a:headEnd/>
                  <a:tailEnd/>
                </a:ln>
              </p:spPr>
              <p:txBody>
                <a:bodyPr/>
                <a:lstStyle/>
                <a:p>
                  <a:endParaRPr lang="en-US" sz="3200">
                    <a:latin typeface="Angsana New" panose="02020603050405020304" pitchFamily="18" charset="-34"/>
                  </a:endParaRPr>
                </a:p>
              </p:txBody>
            </p:sp>
          </p:grpSp>
          <p:sp>
            <p:nvSpPr>
              <p:cNvPr id="47119" name="Line 17"/>
              <p:cNvSpPr>
                <a:spLocks noChangeShapeType="1"/>
              </p:cNvSpPr>
              <p:nvPr/>
            </p:nvSpPr>
            <p:spPr bwMode="auto">
              <a:xfrm>
                <a:off x="3275" y="2498"/>
                <a:ext cx="115" cy="0"/>
              </a:xfrm>
              <a:prstGeom prst="line">
                <a:avLst/>
              </a:prstGeom>
              <a:noFill/>
              <a:ln w="28575">
                <a:solidFill>
                  <a:srgbClr val="990033"/>
                </a:solidFill>
                <a:round/>
                <a:headEnd/>
                <a:tailEnd/>
              </a:ln>
            </p:spPr>
            <p:txBody>
              <a:bodyPr/>
              <a:lstStyle/>
              <a:p>
                <a:endParaRPr lang="en-US" sz="3200">
                  <a:latin typeface="Angsana New" panose="02020603050405020304" pitchFamily="18" charset="-34"/>
                </a:endParaRPr>
              </a:p>
            </p:txBody>
          </p:sp>
        </p:grpSp>
      </p:grpSp>
      <p:sp>
        <p:nvSpPr>
          <p:cNvPr id="45075" name="Rectangle 19"/>
          <p:cNvSpPr>
            <a:spLocks noChangeArrowheads="1"/>
          </p:cNvSpPr>
          <p:nvPr/>
        </p:nvSpPr>
        <p:spPr bwMode="auto">
          <a:xfrm>
            <a:off x="92075" y="61910"/>
            <a:ext cx="8899525" cy="876300"/>
          </a:xfrm>
          <a:prstGeom prst="rect">
            <a:avLst/>
          </a:prstGeom>
          <a:noFill/>
          <a:ln w="9525">
            <a:noFill/>
            <a:miter lim="800000"/>
            <a:headEnd/>
            <a:tailEnd/>
          </a:ln>
        </p:spPr>
        <p:txBody>
          <a:bodyPr anchor="ctr"/>
          <a:lstStyle/>
          <a:p>
            <a:pPr algn="ctr">
              <a:lnSpc>
                <a:spcPct val="90000"/>
              </a:lnSpc>
            </a:pPr>
            <a:r>
              <a:rPr lang="en-US" sz="4000" b="1" dirty="0" err="1">
                <a:solidFill>
                  <a:srgbClr val="CC00FF"/>
                </a:solidFill>
                <a:latin typeface="Angsana New" pitchFamily="18" charset="-34"/>
              </a:rPr>
              <a:t>ทฤษฎีขีดจำกัดส่วนกลาง</a:t>
            </a:r>
            <a:r>
              <a:rPr lang="en-US" sz="4000" b="1" dirty="0">
                <a:solidFill>
                  <a:srgbClr val="CC00FF"/>
                </a:solidFill>
                <a:latin typeface="Angsana New" pitchFamily="18" charset="-34"/>
              </a:rPr>
              <a:t> (Central Limit Theorem) </a:t>
            </a:r>
          </a:p>
        </p:txBody>
      </p:sp>
      <p:sp>
        <p:nvSpPr>
          <p:cNvPr id="45076" name="Text Box 20"/>
          <p:cNvSpPr txBox="1">
            <a:spLocks noChangeArrowheads="1"/>
          </p:cNvSpPr>
          <p:nvPr/>
        </p:nvSpPr>
        <p:spPr bwMode="auto">
          <a:xfrm>
            <a:off x="2667000" y="3377625"/>
            <a:ext cx="1504950" cy="584775"/>
          </a:xfrm>
          <a:prstGeom prst="rect">
            <a:avLst/>
          </a:prstGeom>
          <a:noFill/>
          <a:ln w="9525">
            <a:noFill/>
            <a:miter lim="800000"/>
            <a:headEnd/>
            <a:tailEnd/>
          </a:ln>
        </p:spPr>
        <p:txBody>
          <a:bodyPr wrap="square">
            <a:spAutoFit/>
          </a:bodyPr>
          <a:lstStyle/>
          <a:p>
            <a:pPr>
              <a:spcBef>
                <a:spcPct val="50000"/>
              </a:spcBef>
            </a:pPr>
            <a:r>
              <a:rPr lang="en-US" sz="3200" b="1" dirty="0">
                <a:solidFill>
                  <a:srgbClr val="A50021"/>
                </a:solidFill>
                <a:latin typeface="Angsana New" panose="02020603050405020304" pitchFamily="18" charset="-34"/>
              </a:rPr>
              <a:t>,  n </a:t>
            </a:r>
            <a:r>
              <a:rPr lang="en-US" sz="2400" b="1" dirty="0">
                <a:solidFill>
                  <a:srgbClr val="A50021"/>
                </a:solidFill>
                <a:latin typeface="Angsana New" pitchFamily="18" charset="-34"/>
                <a:sym typeface="Symbol" pitchFamily="18" charset="2"/>
              </a:rPr>
              <a:t> </a:t>
            </a:r>
            <a:r>
              <a:rPr lang="en-US" sz="2400" b="1" dirty="0">
                <a:solidFill>
                  <a:srgbClr val="A50021"/>
                </a:solidFill>
                <a:latin typeface="Angsana New" pitchFamily="18" charset="-34"/>
              </a:rPr>
              <a:t> </a:t>
            </a:r>
          </a:p>
        </p:txBody>
      </p:sp>
      <p:pic>
        <p:nvPicPr>
          <p:cNvPr id="5122" name="Picture 2" descr="Image resul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1396960"/>
            <a:ext cx="4191000" cy="502920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007644" y="6382047"/>
            <a:ext cx="5060156" cy="461665"/>
          </a:xfrm>
          <a:prstGeom prst="rect">
            <a:avLst/>
          </a:prstGeom>
        </p:spPr>
        <p:txBody>
          <a:bodyPr wrap="square">
            <a:spAutoFit/>
          </a:bodyPr>
          <a:lstStyle/>
          <a:p>
            <a:r>
              <a:rPr lang="en-US" sz="2400" dirty="0">
                <a:solidFill>
                  <a:srgbClr val="0066FF"/>
                </a:solidFill>
                <a:latin typeface="Angsana New" panose="02020603050405020304" pitchFamily="18" charset="-34"/>
              </a:rPr>
              <a:t>www.statisticshowto.com/central-limit-theorem-examples/</a:t>
            </a:r>
            <a:endParaRPr lang="th-TH" sz="2400" dirty="0">
              <a:solidFill>
                <a:srgbClr val="0066FF"/>
              </a:solidFill>
              <a:latin typeface="Angsana New" panose="02020603050405020304" pitchFamily="18" charset="-34"/>
            </a:endParaRPr>
          </a:p>
        </p:txBody>
      </p:sp>
      <p:sp>
        <p:nvSpPr>
          <p:cNvPr id="5" name="Rectangle 4"/>
          <p:cNvSpPr/>
          <p:nvPr/>
        </p:nvSpPr>
        <p:spPr>
          <a:xfrm>
            <a:off x="42860" y="4994494"/>
            <a:ext cx="4243388" cy="1815882"/>
          </a:xfrm>
          <a:prstGeom prst="rect">
            <a:avLst/>
          </a:prstGeom>
        </p:spPr>
        <p:txBody>
          <a:bodyPr wrap="square">
            <a:spAutoFit/>
          </a:bodyPr>
          <a:lstStyle/>
          <a:p>
            <a:r>
              <a:rPr lang="en-US" dirty="0">
                <a:solidFill>
                  <a:srgbClr val="0066FF"/>
                </a:solidFill>
                <a:latin typeface="Angsana New" panose="02020603050405020304" pitchFamily="18" charset="-34"/>
              </a:rPr>
              <a:t>Rolling a </a:t>
            </a:r>
            <a:r>
              <a:rPr lang="en-US" u="sng" dirty="0">
                <a:solidFill>
                  <a:srgbClr val="FF0000"/>
                </a:solidFill>
                <a:latin typeface="Angsana New" panose="02020603050405020304" pitchFamily="18" charset="-34"/>
              </a:rPr>
              <a:t>fair die</a:t>
            </a:r>
            <a:r>
              <a:rPr lang="en-US" dirty="0">
                <a:solidFill>
                  <a:srgbClr val="0066FF"/>
                </a:solidFill>
                <a:latin typeface="Angsana New" panose="02020603050405020304" pitchFamily="18" charset="-34"/>
              </a:rPr>
              <a:t>: The </a:t>
            </a:r>
            <a:r>
              <a:rPr lang="en-US" b="1" dirty="0">
                <a:solidFill>
                  <a:srgbClr val="0066FF"/>
                </a:solidFill>
                <a:latin typeface="Angsana New" panose="02020603050405020304" pitchFamily="18" charset="-34"/>
              </a:rPr>
              <a:t>more times you</a:t>
            </a:r>
          </a:p>
          <a:p>
            <a:r>
              <a:rPr lang="en-US" b="1" dirty="0">
                <a:solidFill>
                  <a:srgbClr val="0066FF"/>
                </a:solidFill>
                <a:latin typeface="Angsana New" panose="02020603050405020304" pitchFamily="18" charset="-34"/>
              </a:rPr>
              <a:t>roll the die</a:t>
            </a:r>
            <a:r>
              <a:rPr lang="en-US" dirty="0">
                <a:solidFill>
                  <a:srgbClr val="0066FF"/>
                </a:solidFill>
                <a:latin typeface="Angsana New" panose="02020603050405020304" pitchFamily="18" charset="-34"/>
              </a:rPr>
              <a:t>, the more likely the shape of </a:t>
            </a:r>
          </a:p>
          <a:p>
            <a:r>
              <a:rPr lang="en-US" dirty="0">
                <a:solidFill>
                  <a:srgbClr val="0066FF"/>
                </a:solidFill>
                <a:latin typeface="Angsana New" panose="02020603050405020304" pitchFamily="18" charset="-34"/>
              </a:rPr>
              <a:t>the distribution of the means tends to look </a:t>
            </a:r>
          </a:p>
          <a:p>
            <a:r>
              <a:rPr lang="en-US" dirty="0">
                <a:solidFill>
                  <a:srgbClr val="0066FF"/>
                </a:solidFill>
                <a:latin typeface="Angsana New" panose="02020603050405020304" pitchFamily="18" charset="-34"/>
              </a:rPr>
              <a:t>like a</a:t>
            </a:r>
            <a:r>
              <a:rPr lang="en-US" b="1" dirty="0">
                <a:solidFill>
                  <a:srgbClr val="0066FF"/>
                </a:solidFill>
                <a:latin typeface="Angsana New" panose="02020603050405020304" pitchFamily="18" charset="-34"/>
              </a:rPr>
              <a:t> normal distribution graph</a:t>
            </a:r>
            <a:r>
              <a:rPr lang="en-US" dirty="0">
                <a:solidFill>
                  <a:srgbClr val="0066FF"/>
                </a:solidFill>
                <a:latin typeface="Angsana New" panose="02020603050405020304" pitchFamily="18" charset="-34"/>
              </a:rPr>
              <a:t>.</a:t>
            </a:r>
            <a:endParaRPr lang="th-TH" dirty="0">
              <a:solidFill>
                <a:srgbClr val="0066FF"/>
              </a:solidFill>
              <a:latin typeface="Angsana New" panose="02020603050405020304" pitchFamily="18" charset="-34"/>
            </a:endParaRPr>
          </a:p>
        </p:txBody>
      </p:sp>
      <p:sp>
        <p:nvSpPr>
          <p:cNvPr id="3" name="Slide Number Placeholder 2">
            <a:extLst>
              <a:ext uri="{FF2B5EF4-FFF2-40B4-BE49-F238E27FC236}">
                <a16:creationId xmlns:a16="http://schemas.microsoft.com/office/drawing/2014/main" id="{FD11563D-67F8-4D88-82BA-8021F7119CB1}"/>
              </a:ext>
            </a:extLst>
          </p:cNvPr>
          <p:cNvSpPr>
            <a:spLocks noGrp="1"/>
          </p:cNvSpPr>
          <p:nvPr>
            <p:ph type="sldNum" sz="quarter" idx="12"/>
          </p:nvPr>
        </p:nvSpPr>
        <p:spPr/>
        <p:txBody>
          <a:bodyPr/>
          <a:lstStyle/>
          <a:p>
            <a:pPr>
              <a:defRPr/>
            </a:pPr>
            <a:fld id="{0598EADD-7714-4E0A-AD4B-AC83F9F5DA12}" type="slidenum">
              <a:rPr lang="en-US" smtClean="0"/>
              <a:pPr>
                <a:defRPr/>
              </a:pPr>
              <a:t>31</a:t>
            </a:fld>
            <a:endParaRPr lang="th-TH"/>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300"/>
                                        <p:tgtEl>
                                          <p:spTgt spid="5">
                                            <p:txEl>
                                              <p:pRg st="0" end="0"/>
                                            </p:txEl>
                                          </p:spTgt>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left)">
                                      <p:cBhvr>
                                        <p:cTn id="11" dur="300"/>
                                        <p:tgtEl>
                                          <p:spTgt spid="5">
                                            <p:txEl>
                                              <p:pRg st="1" end="1"/>
                                            </p:txEl>
                                          </p:spTgt>
                                        </p:tgtEl>
                                      </p:cBhvr>
                                    </p:animEffect>
                                  </p:childTnLst>
                                </p:cTn>
                              </p:par>
                            </p:childTnLst>
                          </p:cTn>
                        </p:par>
                        <p:par>
                          <p:cTn id="12" fill="hold">
                            <p:stCondLst>
                              <p:cond delay="600"/>
                            </p:stCondLst>
                            <p:childTnLst>
                              <p:par>
                                <p:cTn id="13" presetID="22" presetClass="entr" presetSubtype="8" fill="hold" grpId="0"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left)">
                                      <p:cBhvr>
                                        <p:cTn id="15" dur="300"/>
                                        <p:tgtEl>
                                          <p:spTgt spid="5">
                                            <p:txEl>
                                              <p:pRg st="2" end="2"/>
                                            </p:txEl>
                                          </p:spTgt>
                                        </p:tgtEl>
                                      </p:cBhvr>
                                    </p:animEffect>
                                  </p:childTnLst>
                                </p:cTn>
                              </p:par>
                            </p:childTnLst>
                          </p:cTn>
                        </p:par>
                        <p:par>
                          <p:cTn id="16" fill="hold">
                            <p:stCondLst>
                              <p:cond delay="900"/>
                            </p:stCondLst>
                            <p:childTnLst>
                              <p:par>
                                <p:cTn id="17" presetID="22" presetClass="entr" presetSubtype="8" fill="hold" grpId="0"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left)">
                                      <p:cBhvr>
                                        <p:cTn id="19" dur="300"/>
                                        <p:tgtEl>
                                          <p:spTgt spid="5">
                                            <p:txEl>
                                              <p:pRg st="3" end="3"/>
                                            </p:txEl>
                                          </p:spTgt>
                                        </p:tgtEl>
                                      </p:cBhvr>
                                    </p:animEffect>
                                  </p:childTnLst>
                                </p:cTn>
                              </p:par>
                            </p:childTnLst>
                          </p:cTn>
                        </p:par>
                        <p:par>
                          <p:cTn id="20" fill="hold">
                            <p:stCondLst>
                              <p:cond delay="1200"/>
                            </p:stCondLst>
                            <p:childTnLst>
                              <p:par>
                                <p:cTn id="21" presetID="22" presetClass="entr" presetSubtype="1" fill="hold" nodeType="afterEffect">
                                  <p:stCondLst>
                                    <p:cond delay="0"/>
                                  </p:stCondLst>
                                  <p:childTnLst>
                                    <p:set>
                                      <p:cBhvr>
                                        <p:cTn id="22" dur="1" fill="hold">
                                          <p:stCondLst>
                                            <p:cond delay="0"/>
                                          </p:stCondLst>
                                        </p:cTn>
                                        <p:tgtEl>
                                          <p:spTgt spid="5122"/>
                                        </p:tgtEl>
                                        <p:attrNameLst>
                                          <p:attrName>style.visibility</p:attrName>
                                        </p:attrNameLst>
                                      </p:cBhvr>
                                      <p:to>
                                        <p:strVal val="visible"/>
                                      </p:to>
                                    </p:set>
                                    <p:animEffect transition="in" filter="wipe(up)">
                                      <p:cBhvr>
                                        <p:cTn id="23" dur="300"/>
                                        <p:tgtEl>
                                          <p:spTgt spid="5122"/>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3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45075"/>
                                        </p:tgtEl>
                                        <p:attrNameLst>
                                          <p:attrName>style.visibility</p:attrName>
                                        </p:attrNameLst>
                                      </p:cBhvr>
                                      <p:to>
                                        <p:strVal val="visible"/>
                                      </p:to>
                                    </p:set>
                                    <p:animEffect transition="in" filter="dissolve">
                                      <p:cBhvr>
                                        <p:cTn id="31" dur="300"/>
                                        <p:tgtEl>
                                          <p:spTgt spid="45075"/>
                                        </p:tgtEl>
                                      </p:cBhvr>
                                    </p:animEffect>
                                  </p:childTnLst>
                                </p:cTn>
                              </p:par>
                            </p:childTnLst>
                          </p:cTn>
                        </p:par>
                        <p:par>
                          <p:cTn id="32" fill="hold">
                            <p:stCondLst>
                              <p:cond delay="300"/>
                            </p:stCondLst>
                            <p:childTnLst>
                              <p:par>
                                <p:cTn id="33" presetID="22" presetClass="entr" presetSubtype="8" fill="hold" grpId="0" nodeType="afterEffect">
                                  <p:stCondLst>
                                    <p:cond delay="0"/>
                                  </p:stCondLst>
                                  <p:childTnLst>
                                    <p:set>
                                      <p:cBhvr>
                                        <p:cTn id="34" dur="1" fill="hold">
                                          <p:stCondLst>
                                            <p:cond delay="0"/>
                                          </p:stCondLst>
                                        </p:cTn>
                                        <p:tgtEl>
                                          <p:spTgt spid="45059"/>
                                        </p:tgtEl>
                                        <p:attrNameLst>
                                          <p:attrName>style.visibility</p:attrName>
                                        </p:attrNameLst>
                                      </p:cBhvr>
                                      <p:to>
                                        <p:strVal val="visible"/>
                                      </p:to>
                                    </p:set>
                                    <p:animEffect transition="in" filter="wipe(left)">
                                      <p:cBhvr>
                                        <p:cTn id="35" dur="300"/>
                                        <p:tgtEl>
                                          <p:spTgt spid="45059"/>
                                        </p:tgtEl>
                                      </p:cBhvr>
                                    </p:animEffect>
                                  </p:childTnLst>
                                </p:cTn>
                              </p:par>
                            </p:childTnLst>
                          </p:cTn>
                        </p:par>
                        <p:par>
                          <p:cTn id="36" fill="hold">
                            <p:stCondLst>
                              <p:cond delay="600"/>
                            </p:stCondLst>
                            <p:childTnLst>
                              <p:par>
                                <p:cTn id="37" presetID="22" presetClass="entr" presetSubtype="8" fill="hold" grpId="0" nodeType="afterEffect">
                                  <p:stCondLst>
                                    <p:cond delay="0"/>
                                  </p:stCondLst>
                                  <p:childTnLst>
                                    <p:set>
                                      <p:cBhvr>
                                        <p:cTn id="38" dur="1" fill="hold">
                                          <p:stCondLst>
                                            <p:cond delay="0"/>
                                          </p:stCondLst>
                                        </p:cTn>
                                        <p:tgtEl>
                                          <p:spTgt spid="45060"/>
                                        </p:tgtEl>
                                        <p:attrNameLst>
                                          <p:attrName>style.visibility</p:attrName>
                                        </p:attrNameLst>
                                      </p:cBhvr>
                                      <p:to>
                                        <p:strVal val="visible"/>
                                      </p:to>
                                    </p:set>
                                    <p:animEffect transition="in" filter="wipe(left)">
                                      <p:cBhvr>
                                        <p:cTn id="39" dur="300"/>
                                        <p:tgtEl>
                                          <p:spTgt spid="45060"/>
                                        </p:tgtEl>
                                      </p:cBhvr>
                                    </p:animEffect>
                                  </p:childTnLst>
                                </p:cTn>
                              </p:par>
                            </p:childTnLst>
                          </p:cTn>
                        </p:par>
                        <p:par>
                          <p:cTn id="40" fill="hold">
                            <p:stCondLst>
                              <p:cond delay="900"/>
                            </p:stCondLst>
                            <p:childTnLst>
                              <p:par>
                                <p:cTn id="41" presetID="22" presetClass="entr" presetSubtype="8" fill="hold" grpId="0" nodeType="afterEffect">
                                  <p:stCondLst>
                                    <p:cond delay="0"/>
                                  </p:stCondLst>
                                  <p:childTnLst>
                                    <p:set>
                                      <p:cBhvr>
                                        <p:cTn id="42" dur="1" fill="hold">
                                          <p:stCondLst>
                                            <p:cond delay="0"/>
                                          </p:stCondLst>
                                        </p:cTn>
                                        <p:tgtEl>
                                          <p:spTgt spid="45061"/>
                                        </p:tgtEl>
                                        <p:attrNameLst>
                                          <p:attrName>style.visibility</p:attrName>
                                        </p:attrNameLst>
                                      </p:cBhvr>
                                      <p:to>
                                        <p:strVal val="visible"/>
                                      </p:to>
                                    </p:set>
                                    <p:animEffect transition="in" filter="wipe(left)">
                                      <p:cBhvr>
                                        <p:cTn id="43" dur="300"/>
                                        <p:tgtEl>
                                          <p:spTgt spid="45061"/>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dissolve">
                                      <p:cBhvr>
                                        <p:cTn id="48" dur="300"/>
                                        <p:tgtEl>
                                          <p:spTgt spid="2"/>
                                        </p:tgtEl>
                                      </p:cBhvr>
                                    </p:animEffect>
                                  </p:childTnLst>
                                </p:cTn>
                              </p:par>
                            </p:childTnLst>
                          </p:cTn>
                        </p:par>
                        <p:par>
                          <p:cTn id="49" fill="hold">
                            <p:stCondLst>
                              <p:cond delay="300"/>
                            </p:stCondLst>
                            <p:childTnLst>
                              <p:par>
                                <p:cTn id="50" presetID="22" presetClass="entr" presetSubtype="8" fill="hold" grpId="0" nodeType="afterEffect">
                                  <p:stCondLst>
                                    <p:cond delay="0"/>
                                  </p:stCondLst>
                                  <p:childTnLst>
                                    <p:set>
                                      <p:cBhvr>
                                        <p:cTn id="51" dur="1" fill="hold">
                                          <p:stCondLst>
                                            <p:cond delay="0"/>
                                          </p:stCondLst>
                                        </p:cTn>
                                        <p:tgtEl>
                                          <p:spTgt spid="45076"/>
                                        </p:tgtEl>
                                        <p:attrNameLst>
                                          <p:attrName>style.visibility</p:attrName>
                                        </p:attrNameLst>
                                      </p:cBhvr>
                                      <p:to>
                                        <p:strVal val="visible"/>
                                      </p:to>
                                    </p:set>
                                    <p:animEffect transition="in" filter="wipe(left)">
                                      <p:cBhvr>
                                        <p:cTn id="52" dur="300"/>
                                        <p:tgtEl>
                                          <p:spTgt spid="45076"/>
                                        </p:tgtEl>
                                      </p:cBhvr>
                                    </p:animEffect>
                                  </p:childTnLst>
                                </p:cTn>
                              </p:par>
                              <p:par>
                                <p:cTn id="53" presetID="21" presetClass="entr" presetSubtype="1" fill="hold" grpId="0" nodeType="withEffect">
                                  <p:stCondLst>
                                    <p:cond delay="0"/>
                                  </p:stCondLst>
                                  <p:childTnLst>
                                    <p:set>
                                      <p:cBhvr>
                                        <p:cTn id="54" dur="1" fill="hold">
                                          <p:stCondLst>
                                            <p:cond delay="0"/>
                                          </p:stCondLst>
                                        </p:cTn>
                                        <p:tgtEl>
                                          <p:spTgt spid="45062"/>
                                        </p:tgtEl>
                                        <p:attrNameLst>
                                          <p:attrName>style.visibility</p:attrName>
                                        </p:attrNameLst>
                                      </p:cBhvr>
                                      <p:to>
                                        <p:strVal val="visible"/>
                                      </p:to>
                                    </p:set>
                                    <p:animEffect transition="in" filter="wheel(1)">
                                      <p:cBhvr>
                                        <p:cTn id="55" dur="300"/>
                                        <p:tgtEl>
                                          <p:spTgt spid="45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p:bldP spid="45060" grpId="0"/>
      <p:bldP spid="45061" grpId="0"/>
      <p:bldP spid="45062" grpId="0" animBg="1"/>
      <p:bldP spid="45075" grpId="0"/>
      <p:bldP spid="45076" grpId="0"/>
      <p:bldP spid="4" grpId="0"/>
      <p:bldP spid="5"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85018" y="533400"/>
            <a:ext cx="6928597" cy="600164"/>
          </a:xfrm>
          <a:prstGeom prst="rect">
            <a:avLst/>
          </a:prstGeom>
          <a:noFill/>
        </p:spPr>
        <p:txBody>
          <a:bodyPr wrap="square" rtlCol="0">
            <a:spAutoFit/>
          </a:bodyPr>
          <a:lstStyle/>
          <a:p>
            <a:pPr algn="ctr"/>
            <a:r>
              <a:rPr lang="en-US" sz="3200" b="1" dirty="0">
                <a:solidFill>
                  <a:srgbClr val="0000FF"/>
                </a:solidFill>
                <a:latin typeface="Angsana New" panose="02020603050405020304" pitchFamily="18" charset="-34"/>
              </a:rPr>
              <a:t>Checking for Population Distribution : Basic Methods</a:t>
            </a:r>
            <a:endParaRPr lang="th-TH" sz="3200" b="1" dirty="0">
              <a:solidFill>
                <a:srgbClr val="0000FF"/>
              </a:solidFill>
              <a:latin typeface="Angsana New" panose="02020603050405020304" pitchFamily="18" charset="-34"/>
            </a:endParaRPr>
          </a:p>
        </p:txBody>
      </p:sp>
      <p:sp>
        <p:nvSpPr>
          <p:cNvPr id="3" name="TextBox 2"/>
          <p:cNvSpPr txBox="1"/>
          <p:nvPr/>
        </p:nvSpPr>
        <p:spPr>
          <a:xfrm>
            <a:off x="1593476" y="1447800"/>
            <a:ext cx="2374128" cy="584775"/>
          </a:xfrm>
          <a:prstGeom prst="rect">
            <a:avLst/>
          </a:prstGeom>
          <a:noFill/>
        </p:spPr>
        <p:txBody>
          <a:bodyPr wrap="square" rtlCol="0">
            <a:spAutoFit/>
          </a:bodyPr>
          <a:lstStyle/>
          <a:p>
            <a:r>
              <a:rPr lang="en-US" sz="3200" b="1" dirty="0">
                <a:solidFill>
                  <a:srgbClr val="0000FF"/>
                </a:solidFill>
                <a:latin typeface="Angsana New" panose="02020603050405020304" pitchFamily="18" charset="-34"/>
              </a:rPr>
              <a:t>1. Diagram: </a:t>
            </a:r>
            <a:endParaRPr lang="th-TH" sz="3200" b="1" dirty="0">
              <a:solidFill>
                <a:srgbClr val="0000FF"/>
              </a:solidFill>
              <a:latin typeface="Angsana New" panose="02020603050405020304" pitchFamily="18" charset="-34"/>
            </a:endParaRPr>
          </a:p>
        </p:txBody>
      </p:sp>
      <p:sp>
        <p:nvSpPr>
          <p:cNvPr id="4" name="TextBox 3"/>
          <p:cNvSpPr txBox="1"/>
          <p:nvPr/>
        </p:nvSpPr>
        <p:spPr>
          <a:xfrm>
            <a:off x="4662757" y="1479369"/>
            <a:ext cx="3785355" cy="523220"/>
          </a:xfrm>
          <a:prstGeom prst="rect">
            <a:avLst/>
          </a:prstGeom>
          <a:noFill/>
        </p:spPr>
        <p:txBody>
          <a:bodyPr wrap="square" rtlCol="0">
            <a:spAutoFit/>
          </a:bodyPr>
          <a:lstStyle/>
          <a:p>
            <a:r>
              <a:rPr lang="en-US" b="1" dirty="0">
                <a:solidFill>
                  <a:srgbClr val="800080"/>
                </a:solidFill>
                <a:latin typeface="Angsana New" panose="02020603050405020304" pitchFamily="18" charset="-34"/>
                <a:sym typeface="Wingdings"/>
              </a:rPr>
              <a:t>     </a:t>
            </a:r>
            <a:r>
              <a:rPr lang="en-US" b="1" dirty="0">
                <a:solidFill>
                  <a:srgbClr val="800080"/>
                </a:solidFill>
                <a:latin typeface="Angsana New" panose="02020603050405020304" pitchFamily="18" charset="-34"/>
              </a:rPr>
              <a:t>Histogram</a:t>
            </a:r>
            <a:endParaRPr lang="th-TH" b="1" dirty="0">
              <a:solidFill>
                <a:srgbClr val="800080"/>
              </a:solidFill>
              <a:latin typeface="Angsana New" panose="02020603050405020304" pitchFamily="18" charset="-34"/>
            </a:endParaRPr>
          </a:p>
        </p:txBody>
      </p:sp>
      <p:sp>
        <p:nvSpPr>
          <p:cNvPr id="5" name="TextBox 4"/>
          <p:cNvSpPr txBox="1"/>
          <p:nvPr/>
        </p:nvSpPr>
        <p:spPr>
          <a:xfrm>
            <a:off x="4676205" y="1885769"/>
            <a:ext cx="3785355" cy="523220"/>
          </a:xfrm>
          <a:prstGeom prst="rect">
            <a:avLst/>
          </a:prstGeom>
          <a:noFill/>
        </p:spPr>
        <p:txBody>
          <a:bodyPr wrap="square" rtlCol="0">
            <a:spAutoFit/>
          </a:bodyPr>
          <a:lstStyle/>
          <a:p>
            <a:r>
              <a:rPr lang="en-US" b="1" dirty="0">
                <a:solidFill>
                  <a:srgbClr val="800080"/>
                </a:solidFill>
                <a:latin typeface="Angsana New" panose="02020603050405020304" pitchFamily="18" charset="-34"/>
                <a:sym typeface="Wingdings"/>
              </a:rPr>
              <a:t>     </a:t>
            </a:r>
            <a:r>
              <a:rPr lang="en-US" b="1" dirty="0">
                <a:solidFill>
                  <a:srgbClr val="800080"/>
                </a:solidFill>
                <a:latin typeface="Angsana New" panose="02020603050405020304" pitchFamily="18" charset="-34"/>
              </a:rPr>
              <a:t>P – P Plot</a:t>
            </a:r>
            <a:endParaRPr lang="th-TH" b="1" dirty="0">
              <a:solidFill>
                <a:srgbClr val="800080"/>
              </a:solidFill>
              <a:latin typeface="Angsana New" panose="02020603050405020304" pitchFamily="18" charset="-34"/>
            </a:endParaRPr>
          </a:p>
        </p:txBody>
      </p:sp>
      <p:sp>
        <p:nvSpPr>
          <p:cNvPr id="6" name="TextBox 5"/>
          <p:cNvSpPr txBox="1"/>
          <p:nvPr/>
        </p:nvSpPr>
        <p:spPr>
          <a:xfrm>
            <a:off x="4669482" y="2353149"/>
            <a:ext cx="3785355" cy="523220"/>
          </a:xfrm>
          <a:prstGeom prst="rect">
            <a:avLst/>
          </a:prstGeom>
          <a:noFill/>
        </p:spPr>
        <p:txBody>
          <a:bodyPr wrap="square" rtlCol="0">
            <a:spAutoFit/>
          </a:bodyPr>
          <a:lstStyle/>
          <a:p>
            <a:r>
              <a:rPr lang="en-US" b="1" dirty="0">
                <a:solidFill>
                  <a:srgbClr val="800080"/>
                </a:solidFill>
                <a:latin typeface="Angsana New" panose="02020603050405020304" pitchFamily="18" charset="-34"/>
                <a:sym typeface="Wingdings"/>
              </a:rPr>
              <a:t>     </a:t>
            </a:r>
            <a:r>
              <a:rPr lang="en-US" b="1" dirty="0">
                <a:solidFill>
                  <a:srgbClr val="800080"/>
                </a:solidFill>
                <a:latin typeface="Angsana New" panose="02020603050405020304" pitchFamily="18" charset="-34"/>
              </a:rPr>
              <a:t>Q – Q Plot   etc. </a:t>
            </a:r>
            <a:endParaRPr lang="th-TH" b="1" dirty="0">
              <a:solidFill>
                <a:srgbClr val="800080"/>
              </a:solidFill>
              <a:latin typeface="Angsana New" panose="02020603050405020304" pitchFamily="18" charset="-34"/>
            </a:endParaRPr>
          </a:p>
        </p:txBody>
      </p:sp>
      <p:sp>
        <p:nvSpPr>
          <p:cNvPr id="7" name="TextBox 6"/>
          <p:cNvSpPr txBox="1"/>
          <p:nvPr/>
        </p:nvSpPr>
        <p:spPr>
          <a:xfrm>
            <a:off x="1596838" y="3229712"/>
            <a:ext cx="3432362" cy="584775"/>
          </a:xfrm>
          <a:prstGeom prst="rect">
            <a:avLst/>
          </a:prstGeom>
          <a:noFill/>
        </p:spPr>
        <p:txBody>
          <a:bodyPr wrap="square" rtlCol="0">
            <a:spAutoFit/>
          </a:bodyPr>
          <a:lstStyle/>
          <a:p>
            <a:r>
              <a:rPr lang="en-US" sz="3200" b="1" dirty="0">
                <a:solidFill>
                  <a:srgbClr val="0000FF"/>
                </a:solidFill>
                <a:latin typeface="Angsana New" panose="02020603050405020304" pitchFamily="18" charset="-34"/>
              </a:rPr>
              <a:t>2. Testing of Hypothesis: </a:t>
            </a:r>
            <a:endParaRPr lang="th-TH" sz="3200" b="1" dirty="0">
              <a:solidFill>
                <a:srgbClr val="0000FF"/>
              </a:solidFill>
              <a:latin typeface="Angsana New" panose="02020603050405020304" pitchFamily="18" charset="-34"/>
            </a:endParaRPr>
          </a:p>
        </p:txBody>
      </p:sp>
      <p:sp>
        <p:nvSpPr>
          <p:cNvPr id="8" name="TextBox 7"/>
          <p:cNvSpPr txBox="1"/>
          <p:nvPr/>
        </p:nvSpPr>
        <p:spPr>
          <a:xfrm>
            <a:off x="4666119" y="3273981"/>
            <a:ext cx="3785355" cy="523220"/>
          </a:xfrm>
          <a:prstGeom prst="rect">
            <a:avLst/>
          </a:prstGeom>
          <a:noFill/>
        </p:spPr>
        <p:txBody>
          <a:bodyPr wrap="square" rtlCol="0">
            <a:spAutoFit/>
          </a:bodyPr>
          <a:lstStyle/>
          <a:p>
            <a:r>
              <a:rPr lang="en-US" b="1" dirty="0">
                <a:solidFill>
                  <a:schemeClr val="accent2">
                    <a:lumMod val="50000"/>
                  </a:schemeClr>
                </a:solidFill>
                <a:latin typeface="Angsana New" panose="02020603050405020304" pitchFamily="18" charset="-34"/>
                <a:sym typeface="Wingdings"/>
              </a:rPr>
              <a:t>     </a:t>
            </a:r>
            <a:r>
              <a:rPr lang="en-US" b="1" dirty="0">
                <a:solidFill>
                  <a:schemeClr val="accent2">
                    <a:lumMod val="50000"/>
                  </a:schemeClr>
                </a:solidFill>
                <a:latin typeface="Angsana New" panose="02020603050405020304" pitchFamily="18" charset="-34"/>
              </a:rPr>
              <a:t>Goodness of Fit Test</a:t>
            </a:r>
            <a:endParaRPr lang="th-TH" b="1" dirty="0">
              <a:solidFill>
                <a:schemeClr val="accent2">
                  <a:lumMod val="50000"/>
                </a:schemeClr>
              </a:solidFill>
              <a:latin typeface="Angsana New" panose="02020603050405020304" pitchFamily="18" charset="-34"/>
            </a:endParaRPr>
          </a:p>
        </p:txBody>
      </p:sp>
      <p:sp>
        <p:nvSpPr>
          <p:cNvPr id="9" name="TextBox 8"/>
          <p:cNvSpPr txBox="1"/>
          <p:nvPr/>
        </p:nvSpPr>
        <p:spPr>
          <a:xfrm>
            <a:off x="4669482" y="3702519"/>
            <a:ext cx="3785355" cy="523220"/>
          </a:xfrm>
          <a:prstGeom prst="rect">
            <a:avLst/>
          </a:prstGeom>
          <a:noFill/>
        </p:spPr>
        <p:txBody>
          <a:bodyPr wrap="square" rtlCol="0">
            <a:spAutoFit/>
          </a:bodyPr>
          <a:lstStyle/>
          <a:p>
            <a:r>
              <a:rPr lang="en-US" b="1" dirty="0">
                <a:solidFill>
                  <a:schemeClr val="accent2">
                    <a:lumMod val="50000"/>
                  </a:schemeClr>
                </a:solidFill>
                <a:latin typeface="Angsana New" panose="02020603050405020304" pitchFamily="18" charset="-34"/>
                <a:sym typeface="Wingdings"/>
              </a:rPr>
              <a:t>     </a:t>
            </a:r>
            <a:r>
              <a:rPr lang="en-US" b="1" dirty="0">
                <a:solidFill>
                  <a:schemeClr val="accent2">
                    <a:lumMod val="50000"/>
                  </a:schemeClr>
                </a:solidFill>
                <a:latin typeface="Angsana New" panose="02020603050405020304" pitchFamily="18" charset="-34"/>
              </a:rPr>
              <a:t>Kolmogorov Smirnov Test</a:t>
            </a:r>
            <a:endParaRPr lang="th-TH" b="1" dirty="0">
              <a:solidFill>
                <a:schemeClr val="accent2">
                  <a:lumMod val="50000"/>
                </a:schemeClr>
              </a:solidFill>
              <a:latin typeface="Angsana New" panose="02020603050405020304" pitchFamily="18" charset="-34"/>
            </a:endParaRPr>
          </a:p>
        </p:txBody>
      </p:sp>
      <p:sp>
        <p:nvSpPr>
          <p:cNvPr id="10" name="TextBox 9"/>
          <p:cNvSpPr txBox="1"/>
          <p:nvPr/>
        </p:nvSpPr>
        <p:spPr>
          <a:xfrm>
            <a:off x="4672844" y="4201180"/>
            <a:ext cx="3785355" cy="523220"/>
          </a:xfrm>
          <a:prstGeom prst="rect">
            <a:avLst/>
          </a:prstGeom>
          <a:noFill/>
        </p:spPr>
        <p:txBody>
          <a:bodyPr wrap="square" rtlCol="0">
            <a:spAutoFit/>
          </a:bodyPr>
          <a:lstStyle/>
          <a:p>
            <a:r>
              <a:rPr lang="en-US" b="1" dirty="0">
                <a:solidFill>
                  <a:schemeClr val="accent2">
                    <a:lumMod val="50000"/>
                  </a:schemeClr>
                </a:solidFill>
                <a:latin typeface="Angsana New" panose="02020603050405020304" pitchFamily="18" charset="-34"/>
                <a:sym typeface="Wingdings"/>
              </a:rPr>
              <a:t>     </a:t>
            </a:r>
            <a:r>
              <a:rPr lang="en-US" b="1" dirty="0">
                <a:solidFill>
                  <a:schemeClr val="accent2">
                    <a:lumMod val="50000"/>
                  </a:schemeClr>
                </a:solidFill>
                <a:latin typeface="Angsana New" panose="02020603050405020304" pitchFamily="18" charset="-34"/>
              </a:rPr>
              <a:t>Other Tests</a:t>
            </a:r>
            <a:endParaRPr lang="th-TH" b="1" dirty="0">
              <a:solidFill>
                <a:schemeClr val="accent2">
                  <a:lumMod val="50000"/>
                </a:schemeClr>
              </a:solidFill>
              <a:latin typeface="Angsana New" panose="02020603050405020304" pitchFamily="18" charset="-34"/>
            </a:endParaRPr>
          </a:p>
        </p:txBody>
      </p:sp>
      <p:sp>
        <p:nvSpPr>
          <p:cNvPr id="12" name="Slide Number Placeholder 11">
            <a:extLst>
              <a:ext uri="{FF2B5EF4-FFF2-40B4-BE49-F238E27FC236}">
                <a16:creationId xmlns:a16="http://schemas.microsoft.com/office/drawing/2014/main" id="{4632FF7C-07AE-42B5-95C0-1504424F6089}"/>
              </a:ext>
            </a:extLst>
          </p:cNvPr>
          <p:cNvSpPr>
            <a:spLocks noGrp="1"/>
          </p:cNvSpPr>
          <p:nvPr>
            <p:ph type="sldNum" sz="quarter" idx="12"/>
          </p:nvPr>
        </p:nvSpPr>
        <p:spPr/>
        <p:txBody>
          <a:bodyPr/>
          <a:lstStyle/>
          <a:p>
            <a:pPr>
              <a:defRPr/>
            </a:pPr>
            <a:fld id="{3DEAF3BF-11C4-4504-A2C2-F31678299685}" type="slidenum">
              <a:rPr lang="en-US" smtClean="0"/>
              <a:pPr>
                <a:defRPr/>
              </a:pPr>
              <a:t>32</a:t>
            </a:fld>
            <a:endParaRPr lang="th-TH"/>
          </a:p>
        </p:txBody>
      </p:sp>
    </p:spTree>
    <p:extLst>
      <p:ext uri="{BB962C8B-B14F-4D97-AF65-F5344CB8AC3E}">
        <p14:creationId xmlns:p14="http://schemas.microsoft.com/office/powerpoint/2010/main" val="4275446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300"/>
                                        <p:tgtEl>
                                          <p:spTgt spid="3"/>
                                        </p:tgtEl>
                                      </p:cBhvr>
                                    </p:animEffect>
                                  </p:childTnLst>
                                </p:cTn>
                              </p:par>
                            </p:childTnLst>
                          </p:cTn>
                        </p:par>
                        <p:par>
                          <p:cTn id="13" fill="hold">
                            <p:stCondLst>
                              <p:cond delay="300"/>
                            </p:stCondLst>
                            <p:childTnLst>
                              <p:par>
                                <p:cTn id="14" presetID="22" presetClass="entr" presetSubtype="8"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300"/>
                                        <p:tgtEl>
                                          <p:spTgt spid="4"/>
                                        </p:tgtEl>
                                      </p:cBhvr>
                                    </p:animEffect>
                                  </p:childTnLst>
                                </p:cTn>
                              </p:par>
                            </p:childTnLst>
                          </p:cTn>
                        </p:par>
                        <p:par>
                          <p:cTn id="22" fill="hold">
                            <p:stCondLst>
                              <p:cond delay="300"/>
                            </p:stCondLst>
                            <p:childTnLst>
                              <p:par>
                                <p:cTn id="23" presetID="2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300"/>
                                        <p:tgtEl>
                                          <p:spTgt spid="5"/>
                                        </p:tgtEl>
                                      </p:cBhvr>
                                    </p:animEffect>
                                  </p:childTnLst>
                                </p:cTn>
                              </p:par>
                            </p:childTnLst>
                          </p:cTn>
                        </p:par>
                        <p:par>
                          <p:cTn id="26" fill="hold">
                            <p:stCondLst>
                              <p:cond delay="600"/>
                            </p:stCondLst>
                            <p:childTnLst>
                              <p:par>
                                <p:cTn id="27" presetID="22" presetClass="entr" presetSubtype="8"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3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300"/>
                                        <p:tgtEl>
                                          <p:spTgt spid="8"/>
                                        </p:tgtEl>
                                      </p:cBhvr>
                                    </p:animEffect>
                                  </p:childTnLst>
                                </p:cTn>
                              </p:par>
                            </p:childTnLst>
                          </p:cTn>
                        </p:par>
                        <p:par>
                          <p:cTn id="35" fill="hold">
                            <p:stCondLst>
                              <p:cond delay="300"/>
                            </p:stCondLst>
                            <p:childTnLst>
                              <p:par>
                                <p:cTn id="36" presetID="22" presetClass="entr" presetSubtype="8"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300"/>
                                        <p:tgtEl>
                                          <p:spTgt spid="9"/>
                                        </p:tgtEl>
                                      </p:cBhvr>
                                    </p:animEffect>
                                  </p:childTnLst>
                                </p:cTn>
                              </p:par>
                            </p:childTnLst>
                          </p:cTn>
                        </p:par>
                        <p:par>
                          <p:cTn id="39" fill="hold">
                            <p:stCondLst>
                              <p:cond delay="600"/>
                            </p:stCondLst>
                            <p:childTnLst>
                              <p:par>
                                <p:cTn id="40" presetID="22" presetClass="entr" presetSubtype="8"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19200" y="399821"/>
            <a:ext cx="4079342" cy="584775"/>
          </a:xfrm>
          <a:prstGeom prst="rect">
            <a:avLst/>
          </a:prstGeom>
          <a:noFill/>
        </p:spPr>
        <p:txBody>
          <a:bodyPr wrap="square" rtlCol="0">
            <a:spAutoFit/>
          </a:bodyPr>
          <a:lstStyle/>
          <a:p>
            <a:r>
              <a:rPr lang="en-US" sz="3200" b="1" dirty="0">
                <a:solidFill>
                  <a:srgbClr val="00B050"/>
                </a:solidFill>
                <a:latin typeface="Angsana New" panose="02020603050405020304" pitchFamily="18" charset="-34"/>
              </a:rPr>
              <a:t>=  Probability – Probability Plot</a:t>
            </a:r>
            <a:endParaRPr lang="th-TH" sz="3200" b="1" dirty="0">
              <a:solidFill>
                <a:srgbClr val="00B050"/>
              </a:solidFill>
              <a:latin typeface="Angsana New" panose="02020603050405020304" pitchFamily="18" charset="-34"/>
            </a:endParaRPr>
          </a:p>
        </p:txBody>
      </p:sp>
      <p:sp>
        <p:nvSpPr>
          <p:cNvPr id="5" name="TextBox 4"/>
          <p:cNvSpPr txBox="1"/>
          <p:nvPr/>
        </p:nvSpPr>
        <p:spPr>
          <a:xfrm>
            <a:off x="1223699" y="824018"/>
            <a:ext cx="3541441" cy="584775"/>
          </a:xfrm>
          <a:prstGeom prst="rect">
            <a:avLst/>
          </a:prstGeom>
          <a:noFill/>
        </p:spPr>
        <p:txBody>
          <a:bodyPr wrap="square" rtlCol="0">
            <a:spAutoFit/>
          </a:bodyPr>
          <a:lstStyle/>
          <a:p>
            <a:r>
              <a:rPr lang="en-US" sz="3200" b="1" dirty="0">
                <a:solidFill>
                  <a:srgbClr val="00B050"/>
                </a:solidFill>
                <a:latin typeface="Angsana New" panose="02020603050405020304" pitchFamily="18" charset="-34"/>
              </a:rPr>
              <a:t>=  Percent – Percent plot</a:t>
            </a:r>
            <a:r>
              <a:rPr lang="en-US" sz="3200" dirty="0">
                <a:solidFill>
                  <a:srgbClr val="00B050"/>
                </a:solidFill>
                <a:latin typeface="Angsana New" panose="02020603050405020304" pitchFamily="18" charset="-34"/>
              </a:rPr>
              <a:t> </a:t>
            </a:r>
            <a:endParaRPr lang="th-TH" sz="3200" dirty="0">
              <a:solidFill>
                <a:srgbClr val="00B050"/>
              </a:solidFill>
              <a:latin typeface="Angsana New" panose="02020603050405020304" pitchFamily="18" charset="-34"/>
            </a:endParaRPr>
          </a:p>
        </p:txBody>
      </p:sp>
      <p:sp>
        <p:nvSpPr>
          <p:cNvPr id="7" name="TextBox 6"/>
          <p:cNvSpPr txBox="1"/>
          <p:nvPr/>
        </p:nvSpPr>
        <p:spPr>
          <a:xfrm>
            <a:off x="0" y="0"/>
            <a:ext cx="9144000" cy="553998"/>
          </a:xfrm>
          <a:prstGeom prst="rect">
            <a:avLst/>
          </a:prstGeom>
          <a:noFill/>
        </p:spPr>
        <p:txBody>
          <a:bodyPr wrap="square" rtlCol="0">
            <a:spAutoFit/>
          </a:bodyPr>
          <a:lstStyle/>
          <a:p>
            <a:pPr algn="ctr"/>
            <a:r>
              <a:rPr lang="en-US" sz="3000" b="1" dirty="0">
                <a:solidFill>
                  <a:srgbClr val="FF0000"/>
                </a:solidFill>
                <a:latin typeface="Angsana New" panose="02020603050405020304" pitchFamily="18" charset="-34"/>
              </a:rPr>
              <a:t>P – P Plot </a:t>
            </a:r>
            <a:r>
              <a:rPr lang="en-US" sz="3000" b="1" dirty="0">
                <a:solidFill>
                  <a:srgbClr val="0070C0"/>
                </a:solidFill>
                <a:latin typeface="Angsana New" panose="02020603050405020304" pitchFamily="18" charset="-34"/>
              </a:rPr>
              <a:t>= Plot of two cumulative distribution functions (</a:t>
            </a:r>
            <a:r>
              <a:rPr lang="en-US" sz="3000" b="1" dirty="0" err="1">
                <a:solidFill>
                  <a:srgbClr val="0070C0"/>
                </a:solidFill>
                <a:latin typeface="Angsana New" panose="02020603050405020304" pitchFamily="18" charset="-34"/>
              </a:rPr>
              <a:t>cdfs</a:t>
            </a:r>
            <a:r>
              <a:rPr lang="en-US" sz="3000" b="1" dirty="0">
                <a:solidFill>
                  <a:srgbClr val="0070C0"/>
                </a:solidFill>
                <a:latin typeface="Angsana New" panose="02020603050405020304" pitchFamily="18" charset="-34"/>
              </a:rPr>
              <a:t>) against each other </a:t>
            </a:r>
            <a:endParaRPr lang="th-TH" sz="3000" b="1" dirty="0">
              <a:solidFill>
                <a:srgbClr val="0070C0"/>
              </a:solidFill>
              <a:latin typeface="Angsana New" panose="02020603050405020304" pitchFamily="18" charset="-34"/>
            </a:endParaRPr>
          </a:p>
        </p:txBody>
      </p:sp>
      <p:sp>
        <p:nvSpPr>
          <p:cNvPr id="8" name="TextBox 7"/>
          <p:cNvSpPr txBox="1"/>
          <p:nvPr/>
        </p:nvSpPr>
        <p:spPr>
          <a:xfrm>
            <a:off x="1219200" y="1244025"/>
            <a:ext cx="2987074" cy="584775"/>
          </a:xfrm>
          <a:prstGeom prst="rect">
            <a:avLst/>
          </a:prstGeom>
          <a:noFill/>
        </p:spPr>
        <p:txBody>
          <a:bodyPr wrap="square" rtlCol="0">
            <a:spAutoFit/>
          </a:bodyPr>
          <a:lstStyle/>
          <a:p>
            <a:r>
              <a:rPr lang="en-US" sz="3200" b="1" dirty="0">
                <a:solidFill>
                  <a:srgbClr val="00B050"/>
                </a:solidFill>
                <a:latin typeface="Angsana New" panose="02020603050405020304" pitchFamily="18" charset="-34"/>
              </a:rPr>
              <a:t>=  P value plot</a:t>
            </a:r>
            <a:endParaRPr lang="th-TH" sz="3200" dirty="0">
              <a:solidFill>
                <a:srgbClr val="00B050"/>
              </a:solidFill>
              <a:latin typeface="Angsana New" panose="02020603050405020304" pitchFamily="18" charset="-34"/>
            </a:endParaRPr>
          </a:p>
        </p:txBody>
      </p:sp>
      <p:pic>
        <p:nvPicPr>
          <p:cNvPr id="9" name="Picture 2" descr="Probability-Probability plot, quality characteristic dat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755013"/>
            <a:ext cx="6039321" cy="452949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1295400" y="6442502"/>
            <a:ext cx="4617391" cy="415498"/>
          </a:xfrm>
          <a:prstGeom prst="rect">
            <a:avLst/>
          </a:prstGeom>
        </p:spPr>
        <p:txBody>
          <a:bodyPr wrap="square">
            <a:spAutoFit/>
          </a:bodyPr>
          <a:lstStyle/>
          <a:p>
            <a:r>
              <a:rPr lang="th-TH" sz="2100" dirty="0">
                <a:latin typeface="Angsana New" panose="02020603050405020304" pitchFamily="18" charset="-34"/>
              </a:rPr>
              <a:t>  </a:t>
            </a:r>
            <a:r>
              <a:rPr lang="en-GB" sz="2100" dirty="0">
                <a:latin typeface="Angsana New" panose="02020603050405020304" pitchFamily="18" charset="-34"/>
              </a:rPr>
              <a:t>Source: </a:t>
            </a:r>
            <a:r>
              <a:rPr lang="th-TH" sz="2100" dirty="0">
                <a:latin typeface="Angsana New" panose="02020603050405020304" pitchFamily="18" charset="-34"/>
              </a:rPr>
              <a:t>https://en.wikipedia.org/wiki/P%E2%80%93P_plot</a:t>
            </a:r>
          </a:p>
        </p:txBody>
      </p:sp>
      <p:sp>
        <p:nvSpPr>
          <p:cNvPr id="2" name="Slide Number Placeholder 1">
            <a:extLst>
              <a:ext uri="{FF2B5EF4-FFF2-40B4-BE49-F238E27FC236}">
                <a16:creationId xmlns:a16="http://schemas.microsoft.com/office/drawing/2014/main" id="{25637864-3DA9-4BD2-97B7-E9ECB71C1645}"/>
              </a:ext>
            </a:extLst>
          </p:cNvPr>
          <p:cNvSpPr>
            <a:spLocks noGrp="1"/>
          </p:cNvSpPr>
          <p:nvPr>
            <p:ph type="sldNum" sz="quarter" idx="12"/>
          </p:nvPr>
        </p:nvSpPr>
        <p:spPr/>
        <p:txBody>
          <a:bodyPr/>
          <a:lstStyle/>
          <a:p>
            <a:pPr>
              <a:defRPr/>
            </a:pPr>
            <a:fld id="{0598EADD-7714-4E0A-AD4B-AC83F9F5DA12}" type="slidenum">
              <a:rPr lang="en-US" smtClean="0"/>
              <a:pPr>
                <a:defRPr/>
              </a:pPr>
              <a:t>33</a:t>
            </a:fld>
            <a:endParaRPr lang="th-TH"/>
          </a:p>
        </p:txBody>
      </p:sp>
    </p:spTree>
    <p:extLst>
      <p:ext uri="{BB962C8B-B14F-4D97-AF65-F5344CB8AC3E}">
        <p14:creationId xmlns:p14="http://schemas.microsoft.com/office/powerpoint/2010/main" val="1412351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300"/>
                                        <p:tgtEl>
                                          <p:spTgt spid="7"/>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300"/>
                                        <p:tgtEl>
                                          <p:spTgt spid="4"/>
                                        </p:tgtEl>
                                      </p:cBhvr>
                                    </p:animEffect>
                                  </p:childTnLst>
                                </p:cTn>
                              </p:par>
                            </p:childTnLst>
                          </p:cTn>
                        </p:par>
                        <p:par>
                          <p:cTn id="12" fill="hold">
                            <p:stCondLst>
                              <p:cond delay="60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300"/>
                                        <p:tgtEl>
                                          <p:spTgt spid="5"/>
                                        </p:tgtEl>
                                      </p:cBhvr>
                                    </p:animEffect>
                                  </p:childTnLst>
                                </p:cTn>
                              </p:par>
                            </p:childTnLst>
                          </p:cTn>
                        </p:par>
                        <p:par>
                          <p:cTn id="16" fill="hold">
                            <p:stCondLst>
                              <p:cond delay="900"/>
                            </p:stCondLst>
                            <p:childTnLst>
                              <p:par>
                                <p:cTn id="17"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300"/>
                                        <p:tgtEl>
                                          <p:spTgt spid="8"/>
                                        </p:tgtEl>
                                      </p:cBhvr>
                                    </p:animEffect>
                                  </p:childTnLst>
                                </p:cTn>
                              </p:par>
                            </p:childTnLst>
                          </p:cTn>
                        </p:par>
                        <p:par>
                          <p:cTn id="20" fill="hold">
                            <p:stCondLst>
                              <p:cond delay="1200"/>
                            </p:stCondLst>
                            <p:childTnLst>
                              <p:par>
                                <p:cTn id="21" presetID="9" presetClass="entr" presetSubtype="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dissolve">
                                      <p:cBhvr>
                                        <p:cTn id="23" dur="500"/>
                                        <p:tgtEl>
                                          <p:spTgt spid="9"/>
                                        </p:tgtEl>
                                      </p:cBhvr>
                                    </p:animEffect>
                                  </p:childTnLst>
                                </p:cTn>
                              </p:par>
                            </p:childTnLst>
                          </p:cTn>
                        </p:par>
                        <p:par>
                          <p:cTn id="24" fill="hold">
                            <p:stCondLst>
                              <p:cond delay="1700"/>
                            </p:stCondLst>
                            <p:childTnLst>
                              <p:par>
                                <p:cTn id="25" presetID="22" presetClass="entr" presetSubtype="8"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700" y="732457"/>
            <a:ext cx="8451849" cy="584775"/>
          </a:xfrm>
          <a:prstGeom prst="rect">
            <a:avLst/>
          </a:prstGeom>
          <a:noFill/>
        </p:spPr>
        <p:txBody>
          <a:bodyPr wrap="square" rtlCol="0">
            <a:spAutoFit/>
          </a:bodyPr>
          <a:lstStyle/>
          <a:p>
            <a:r>
              <a:rPr lang="en-US" sz="3200" b="1" dirty="0">
                <a:solidFill>
                  <a:srgbClr val="0070C0"/>
                </a:solidFill>
                <a:latin typeface="Angsana New" panose="02020603050405020304" pitchFamily="18" charset="-34"/>
              </a:rPr>
              <a:t>Let </a:t>
            </a:r>
            <a:r>
              <a:rPr lang="en-US" sz="3200" b="1" dirty="0">
                <a:solidFill>
                  <a:srgbClr val="00B050"/>
                </a:solidFill>
                <a:latin typeface="Angsana New" panose="02020603050405020304" pitchFamily="18" charset="-34"/>
              </a:rPr>
              <a:t>F</a:t>
            </a:r>
            <a:r>
              <a:rPr lang="en-US" sz="3200" b="1" baseline="-25000" dirty="0">
                <a:solidFill>
                  <a:srgbClr val="00B050"/>
                </a:solidFill>
                <a:latin typeface="Angsana New" panose="02020603050405020304" pitchFamily="18" charset="-34"/>
              </a:rPr>
              <a:t>X</a:t>
            </a:r>
            <a:r>
              <a:rPr lang="en-US" sz="3200" b="1" dirty="0">
                <a:solidFill>
                  <a:srgbClr val="00B050"/>
                </a:solidFill>
                <a:latin typeface="Angsana New" panose="02020603050405020304" pitchFamily="18" charset="-34"/>
              </a:rPr>
              <a:t>(</a:t>
            </a:r>
            <a:r>
              <a:rPr lang="en-US" sz="3200" b="1" i="1" dirty="0">
                <a:solidFill>
                  <a:srgbClr val="00B050"/>
                </a:solidFill>
                <a:latin typeface="Angsana New" panose="02020603050405020304" pitchFamily="18" charset="-34"/>
              </a:rPr>
              <a:t>x</a:t>
            </a:r>
            <a:r>
              <a:rPr lang="en-US" sz="3200" b="1" dirty="0">
                <a:solidFill>
                  <a:srgbClr val="00B050"/>
                </a:solidFill>
                <a:latin typeface="Angsana New" panose="02020603050405020304" pitchFamily="18" charset="-34"/>
              </a:rPr>
              <a:t>) be </a:t>
            </a:r>
            <a:r>
              <a:rPr lang="en-US" sz="3200" b="1" dirty="0" err="1">
                <a:solidFill>
                  <a:srgbClr val="00B050"/>
                </a:solidFill>
                <a:latin typeface="Angsana New" panose="02020603050405020304" pitchFamily="18" charset="-34"/>
              </a:rPr>
              <a:t>cdf</a:t>
            </a:r>
            <a:r>
              <a:rPr lang="en-US" sz="3200" b="1" dirty="0">
                <a:solidFill>
                  <a:srgbClr val="00B050"/>
                </a:solidFill>
                <a:latin typeface="Angsana New" panose="02020603050405020304" pitchFamily="18" charset="-34"/>
              </a:rPr>
              <a:t> of Population 1 </a:t>
            </a:r>
            <a:r>
              <a:rPr lang="en-US" sz="3200" b="1" dirty="0">
                <a:solidFill>
                  <a:srgbClr val="0070C0"/>
                </a:solidFill>
                <a:latin typeface="Angsana New" panose="02020603050405020304" pitchFamily="18" charset="-34"/>
              </a:rPr>
              <a:t>and</a:t>
            </a:r>
            <a:r>
              <a:rPr lang="en-US" sz="3200" b="1" dirty="0">
                <a:solidFill>
                  <a:srgbClr val="00B050"/>
                </a:solidFill>
                <a:latin typeface="Angsana New" panose="02020603050405020304" pitchFamily="18" charset="-34"/>
              </a:rPr>
              <a:t> </a:t>
            </a:r>
            <a:r>
              <a:rPr lang="en-US" sz="3200" b="1" dirty="0">
                <a:solidFill>
                  <a:schemeClr val="accent2">
                    <a:lumMod val="75000"/>
                  </a:schemeClr>
                </a:solidFill>
                <a:latin typeface="Angsana New" panose="02020603050405020304" pitchFamily="18" charset="-34"/>
              </a:rPr>
              <a:t>G</a:t>
            </a:r>
            <a:r>
              <a:rPr lang="en-US" sz="3200" b="1" baseline="-25000" dirty="0">
                <a:solidFill>
                  <a:schemeClr val="accent2">
                    <a:lumMod val="75000"/>
                  </a:schemeClr>
                </a:solidFill>
                <a:latin typeface="Angsana New" panose="02020603050405020304" pitchFamily="18" charset="-34"/>
              </a:rPr>
              <a:t>Y</a:t>
            </a:r>
            <a:r>
              <a:rPr lang="en-US" sz="3200" b="1" dirty="0">
                <a:solidFill>
                  <a:schemeClr val="accent2">
                    <a:lumMod val="75000"/>
                  </a:schemeClr>
                </a:solidFill>
                <a:latin typeface="Angsana New" panose="02020603050405020304" pitchFamily="18" charset="-34"/>
              </a:rPr>
              <a:t>(y) be </a:t>
            </a:r>
            <a:r>
              <a:rPr lang="en-US" sz="3200" b="1" dirty="0" err="1">
                <a:solidFill>
                  <a:schemeClr val="accent2">
                    <a:lumMod val="75000"/>
                  </a:schemeClr>
                </a:solidFill>
                <a:latin typeface="Angsana New" panose="02020603050405020304" pitchFamily="18" charset="-34"/>
              </a:rPr>
              <a:t>cdf</a:t>
            </a:r>
            <a:r>
              <a:rPr lang="en-US" sz="3200" b="1" dirty="0">
                <a:solidFill>
                  <a:schemeClr val="accent2">
                    <a:lumMod val="75000"/>
                  </a:schemeClr>
                </a:solidFill>
                <a:latin typeface="Angsana New" panose="02020603050405020304" pitchFamily="18" charset="-34"/>
              </a:rPr>
              <a:t> of Population 2</a:t>
            </a:r>
            <a:endParaRPr lang="th-TH" sz="3200" b="1" dirty="0">
              <a:solidFill>
                <a:schemeClr val="accent2">
                  <a:lumMod val="75000"/>
                </a:schemeClr>
              </a:solidFill>
              <a:latin typeface="Angsana New" panose="02020603050405020304" pitchFamily="18" charset="-34"/>
            </a:endParaRPr>
          </a:p>
        </p:txBody>
      </p:sp>
      <p:sp>
        <p:nvSpPr>
          <p:cNvPr id="7" name="TextBox 6"/>
          <p:cNvSpPr txBox="1"/>
          <p:nvPr/>
        </p:nvSpPr>
        <p:spPr>
          <a:xfrm>
            <a:off x="224370" y="1400716"/>
            <a:ext cx="8843430" cy="1077218"/>
          </a:xfrm>
          <a:prstGeom prst="rect">
            <a:avLst/>
          </a:prstGeom>
          <a:noFill/>
        </p:spPr>
        <p:txBody>
          <a:bodyPr wrap="square" rtlCol="0">
            <a:spAutoFit/>
          </a:bodyPr>
          <a:lstStyle/>
          <a:p>
            <a:pPr marL="332185" indent="-332185"/>
            <a:r>
              <a:rPr lang="en-US" sz="3200" b="1" dirty="0">
                <a:solidFill>
                  <a:srgbClr val="7030A0"/>
                </a:solidFill>
                <a:latin typeface="Angsana New" panose="02020603050405020304" pitchFamily="18" charset="-34"/>
              </a:rPr>
              <a:t>=&gt; Comparing probability distributions (of </a:t>
            </a:r>
            <a:r>
              <a:rPr lang="en-US" sz="3200" b="1" dirty="0">
                <a:solidFill>
                  <a:srgbClr val="00B050"/>
                </a:solidFill>
                <a:latin typeface="Angsana New" panose="02020603050405020304" pitchFamily="18" charset="-34"/>
              </a:rPr>
              <a:t>X</a:t>
            </a:r>
            <a:r>
              <a:rPr lang="en-US" sz="3200" b="1" dirty="0">
                <a:solidFill>
                  <a:srgbClr val="7030A0"/>
                </a:solidFill>
                <a:latin typeface="Angsana New" panose="02020603050405020304" pitchFamily="18" charset="-34"/>
              </a:rPr>
              <a:t> and </a:t>
            </a:r>
            <a:r>
              <a:rPr lang="en-US" sz="3200" b="1" dirty="0">
                <a:solidFill>
                  <a:srgbClr val="C00000"/>
                </a:solidFill>
                <a:latin typeface="Angsana New" panose="02020603050405020304" pitchFamily="18" charset="-34"/>
              </a:rPr>
              <a:t>Y</a:t>
            </a:r>
            <a:r>
              <a:rPr lang="en-US" sz="3200" b="1" dirty="0">
                <a:solidFill>
                  <a:srgbClr val="7030A0"/>
                </a:solidFill>
                <a:latin typeface="Angsana New" panose="02020603050405020304" pitchFamily="18" charset="-34"/>
              </a:rPr>
              <a:t>) that have nearby or </a:t>
            </a:r>
          </a:p>
          <a:p>
            <a:pPr marL="332185" indent="-332185"/>
            <a:r>
              <a:rPr lang="en-US" sz="3200" b="1" dirty="0">
                <a:solidFill>
                  <a:srgbClr val="7030A0"/>
                </a:solidFill>
                <a:latin typeface="Angsana New" panose="02020603050405020304" pitchFamily="18" charset="-34"/>
              </a:rPr>
              <a:t>      equal location</a:t>
            </a:r>
            <a:endParaRPr lang="th-TH" sz="3200" b="1" dirty="0">
              <a:solidFill>
                <a:srgbClr val="7030A0"/>
              </a:solidFill>
              <a:latin typeface="Angsana New" panose="02020603050405020304" pitchFamily="18" charset="-34"/>
            </a:endParaRPr>
          </a:p>
        </p:txBody>
      </p:sp>
      <p:sp>
        <p:nvSpPr>
          <p:cNvPr id="6" name="TextBox 5"/>
          <p:cNvSpPr txBox="1"/>
          <p:nvPr/>
        </p:nvSpPr>
        <p:spPr>
          <a:xfrm>
            <a:off x="193196" y="2545716"/>
            <a:ext cx="8687186" cy="1569660"/>
          </a:xfrm>
          <a:prstGeom prst="rect">
            <a:avLst/>
          </a:prstGeom>
          <a:noFill/>
        </p:spPr>
        <p:txBody>
          <a:bodyPr wrap="square" rtlCol="0">
            <a:spAutoFit/>
          </a:bodyPr>
          <a:lstStyle/>
          <a:p>
            <a:pPr marL="332185" indent="-332185"/>
            <a:r>
              <a:rPr lang="en-US" sz="3200" b="1" dirty="0">
                <a:solidFill>
                  <a:srgbClr val="7030A0"/>
                </a:solidFill>
                <a:latin typeface="Angsana New" panose="02020603050405020304" pitchFamily="18" charset="-34"/>
              </a:rPr>
              <a:t>=&gt; Comparing a sample distribution </a:t>
            </a:r>
            <a:r>
              <a:rPr lang="en-US" sz="3200" b="1" dirty="0">
                <a:solidFill>
                  <a:schemeClr val="accent2">
                    <a:lumMod val="75000"/>
                  </a:schemeClr>
                </a:solidFill>
                <a:latin typeface="Angsana New" panose="02020603050405020304" pitchFamily="18" charset="-34"/>
              </a:rPr>
              <a:t>G</a:t>
            </a:r>
            <a:r>
              <a:rPr lang="en-US" sz="3200" b="1" baseline="-25000" dirty="0">
                <a:solidFill>
                  <a:schemeClr val="accent2">
                    <a:lumMod val="75000"/>
                  </a:schemeClr>
                </a:solidFill>
                <a:latin typeface="Angsana New" panose="02020603050405020304" pitchFamily="18" charset="-34"/>
              </a:rPr>
              <a:t>Y</a:t>
            </a:r>
            <a:r>
              <a:rPr lang="en-US" sz="3200" b="1" dirty="0">
                <a:solidFill>
                  <a:schemeClr val="accent2">
                    <a:lumMod val="75000"/>
                  </a:schemeClr>
                </a:solidFill>
                <a:latin typeface="Angsana New" panose="02020603050405020304" pitchFamily="18" charset="-34"/>
              </a:rPr>
              <a:t>(y) =</a:t>
            </a:r>
            <a:r>
              <a:rPr lang="en-US" sz="3200" b="1" dirty="0">
                <a:solidFill>
                  <a:srgbClr val="7030A0"/>
                </a:solidFill>
                <a:latin typeface="Angsana New" panose="02020603050405020304" pitchFamily="18" charset="-34"/>
              </a:rPr>
              <a:t> </a:t>
            </a:r>
            <a:r>
              <a:rPr lang="en-US" sz="3200" b="1" dirty="0">
                <a:solidFill>
                  <a:srgbClr val="C00000"/>
                </a:solidFill>
                <a:latin typeface="Angsana New" panose="02020603050405020304" pitchFamily="18" charset="-34"/>
              </a:rPr>
              <a:t>F</a:t>
            </a:r>
            <a:r>
              <a:rPr lang="en-US" sz="3200" b="1" baseline="-25000" dirty="0">
                <a:solidFill>
                  <a:srgbClr val="C00000"/>
                </a:solidFill>
                <a:latin typeface="Angsana New" panose="02020603050405020304" pitchFamily="18" charset="-34"/>
              </a:rPr>
              <a:t>N</a:t>
            </a:r>
            <a:r>
              <a:rPr lang="en-US" sz="3200" b="1" dirty="0">
                <a:solidFill>
                  <a:srgbClr val="C00000"/>
                </a:solidFill>
                <a:latin typeface="Angsana New" panose="02020603050405020304" pitchFamily="18" charset="-34"/>
              </a:rPr>
              <a:t>(</a:t>
            </a:r>
            <a:r>
              <a:rPr lang="en-US" sz="3200" b="1" i="1" dirty="0">
                <a:solidFill>
                  <a:srgbClr val="C00000"/>
                </a:solidFill>
                <a:latin typeface="Angsana New" panose="02020603050405020304" pitchFamily="18" charset="-34"/>
              </a:rPr>
              <a:t>x</a:t>
            </a:r>
            <a:r>
              <a:rPr lang="en-US" sz="3200" b="1" dirty="0">
                <a:solidFill>
                  <a:srgbClr val="C00000"/>
                </a:solidFill>
                <a:latin typeface="Angsana New" panose="02020603050405020304" pitchFamily="18" charset="-34"/>
              </a:rPr>
              <a:t>)  </a:t>
            </a:r>
            <a:r>
              <a:rPr lang="en-US" sz="3200" b="1" dirty="0">
                <a:solidFill>
                  <a:srgbClr val="7030A0"/>
                </a:solidFill>
                <a:latin typeface="Angsana New" panose="02020603050405020304" pitchFamily="18" charset="-34"/>
              </a:rPr>
              <a:t>to a </a:t>
            </a:r>
            <a:r>
              <a:rPr lang="en-US" sz="3200" b="1" i="1" dirty="0">
                <a:solidFill>
                  <a:srgbClr val="7030A0"/>
                </a:solidFill>
                <a:latin typeface="Angsana New" panose="02020603050405020304" pitchFamily="18" charset="-34"/>
              </a:rPr>
              <a:t>known</a:t>
            </a:r>
            <a:r>
              <a:rPr lang="en-US" sz="3200" b="1" dirty="0">
                <a:solidFill>
                  <a:srgbClr val="7030A0"/>
                </a:solidFill>
                <a:latin typeface="Angsana New" panose="02020603050405020304" pitchFamily="18" charset="-34"/>
              </a:rPr>
              <a:t> theoretical</a:t>
            </a:r>
          </a:p>
          <a:p>
            <a:pPr marL="332185" indent="-332185"/>
            <a:r>
              <a:rPr lang="en-US" sz="3200" b="1" dirty="0">
                <a:solidFill>
                  <a:srgbClr val="7030A0"/>
                </a:solidFill>
                <a:latin typeface="Angsana New" panose="02020603050405020304" pitchFamily="18" charset="-34"/>
              </a:rPr>
              <a:t>      distribution </a:t>
            </a:r>
            <a:r>
              <a:rPr lang="en-US" sz="3200" b="1" dirty="0">
                <a:solidFill>
                  <a:srgbClr val="00B050"/>
                </a:solidFill>
                <a:latin typeface="Angsana New" panose="02020603050405020304" pitchFamily="18" charset="-34"/>
              </a:rPr>
              <a:t>F</a:t>
            </a:r>
            <a:r>
              <a:rPr lang="en-US" sz="3200" b="1" baseline="-25000" dirty="0">
                <a:solidFill>
                  <a:srgbClr val="00B050"/>
                </a:solidFill>
                <a:latin typeface="Angsana New" panose="02020603050405020304" pitchFamily="18" charset="-34"/>
              </a:rPr>
              <a:t>X</a:t>
            </a:r>
            <a:r>
              <a:rPr lang="en-US" sz="3200" b="1" dirty="0">
                <a:solidFill>
                  <a:srgbClr val="00B050"/>
                </a:solidFill>
                <a:latin typeface="Angsana New" panose="02020603050405020304" pitchFamily="18" charset="-34"/>
              </a:rPr>
              <a:t>(</a:t>
            </a:r>
            <a:r>
              <a:rPr lang="en-US" sz="3200" b="1" i="1" dirty="0">
                <a:solidFill>
                  <a:srgbClr val="00B050"/>
                </a:solidFill>
                <a:latin typeface="Angsana New" panose="02020603050405020304" pitchFamily="18" charset="-34"/>
              </a:rPr>
              <a:t>x</a:t>
            </a:r>
            <a:r>
              <a:rPr lang="en-US" sz="3200" b="1" dirty="0">
                <a:solidFill>
                  <a:srgbClr val="00B050"/>
                </a:solidFill>
                <a:latin typeface="Angsana New" panose="02020603050405020304" pitchFamily="18" charset="-34"/>
              </a:rPr>
              <a:t>)</a:t>
            </a:r>
          </a:p>
          <a:p>
            <a:pPr marL="332185" indent="-332185"/>
            <a:r>
              <a:rPr lang="en-US" sz="3200" b="1" dirty="0">
                <a:solidFill>
                  <a:srgbClr val="00B050"/>
                </a:solidFill>
                <a:latin typeface="Angsana New" panose="02020603050405020304" pitchFamily="18" charset="-34"/>
              </a:rPr>
              <a:t>	 e.g., X </a:t>
            </a:r>
            <a:r>
              <a:rPr lang="en-US" sz="3200" b="1" dirty="0">
                <a:solidFill>
                  <a:srgbClr val="00B050"/>
                </a:solidFill>
                <a:latin typeface="Angsana New" panose="02020603050405020304" pitchFamily="18" charset="-34"/>
                <a:sym typeface="Symbol" panose="05050102010706020507" pitchFamily="18" charset="2"/>
              </a:rPr>
              <a:t> N(</a:t>
            </a:r>
            <a:r>
              <a:rPr lang="en-US" sz="2400" b="1" dirty="0">
                <a:solidFill>
                  <a:srgbClr val="00B050"/>
                </a:solidFill>
                <a:latin typeface="Angsana New" panose="02020603050405020304" pitchFamily="18" charset="-34"/>
                <a:sym typeface="Symbol" panose="05050102010706020507" pitchFamily="18" charset="2"/>
              </a:rPr>
              <a:t></a:t>
            </a:r>
            <a:r>
              <a:rPr lang="en-US" sz="3200" b="1" dirty="0">
                <a:solidFill>
                  <a:srgbClr val="00B050"/>
                </a:solidFill>
                <a:latin typeface="Angsana New" panose="02020603050405020304" pitchFamily="18" charset="-34"/>
                <a:sym typeface="Symbol" panose="05050102010706020507" pitchFamily="18" charset="2"/>
              </a:rPr>
              <a:t>, </a:t>
            </a:r>
            <a:r>
              <a:rPr lang="en-US" sz="2400" b="1" dirty="0">
                <a:solidFill>
                  <a:srgbClr val="00B050"/>
                </a:solidFill>
                <a:latin typeface="Angsana New" panose="02020603050405020304" pitchFamily="18" charset="-34"/>
                <a:sym typeface="Symbol" panose="05050102010706020507" pitchFamily="18" charset="2"/>
              </a:rPr>
              <a:t></a:t>
            </a:r>
            <a:r>
              <a:rPr lang="en-US" sz="3200" b="1" baseline="30000" dirty="0">
                <a:solidFill>
                  <a:srgbClr val="00B050"/>
                </a:solidFill>
                <a:latin typeface="Angsana New" panose="02020603050405020304" pitchFamily="18" charset="-34"/>
                <a:sym typeface="Symbol" panose="05050102010706020507" pitchFamily="18" charset="2"/>
              </a:rPr>
              <a:t>2</a:t>
            </a:r>
            <a:r>
              <a:rPr lang="en-US" sz="3200" b="1" dirty="0">
                <a:solidFill>
                  <a:srgbClr val="00B050"/>
                </a:solidFill>
                <a:latin typeface="Angsana New" panose="02020603050405020304" pitchFamily="18" charset="-34"/>
                <a:sym typeface="Symbol" panose="05050102010706020507" pitchFamily="18" charset="2"/>
              </a:rPr>
              <a:t>) =&gt; </a:t>
            </a:r>
            <a:r>
              <a:rPr lang="en-US" sz="3200" b="1" dirty="0">
                <a:solidFill>
                  <a:srgbClr val="FF0000"/>
                </a:solidFill>
                <a:latin typeface="Angsana New" panose="02020603050405020304" pitchFamily="18" charset="-34"/>
                <a:sym typeface="Symbol" panose="05050102010706020507" pitchFamily="18" charset="2"/>
              </a:rPr>
              <a:t>Normal P – P Plot</a:t>
            </a:r>
            <a:r>
              <a:rPr lang="en-US" sz="3200" b="1" dirty="0">
                <a:solidFill>
                  <a:srgbClr val="FF0000"/>
                </a:solidFill>
                <a:latin typeface="Angsana New" panose="02020603050405020304" pitchFamily="18" charset="-34"/>
              </a:rPr>
              <a:t> </a:t>
            </a:r>
            <a:endParaRPr lang="th-TH" sz="3200" b="1" dirty="0">
              <a:solidFill>
                <a:srgbClr val="FF0000"/>
              </a:solidFill>
            </a:endParaRPr>
          </a:p>
        </p:txBody>
      </p:sp>
      <p:sp>
        <p:nvSpPr>
          <p:cNvPr id="10" name="TextBox 9"/>
          <p:cNvSpPr txBox="1"/>
          <p:nvPr/>
        </p:nvSpPr>
        <p:spPr>
          <a:xfrm>
            <a:off x="189060" y="4450140"/>
            <a:ext cx="8691321" cy="1077218"/>
          </a:xfrm>
          <a:prstGeom prst="rect">
            <a:avLst/>
          </a:prstGeom>
          <a:noFill/>
        </p:spPr>
        <p:txBody>
          <a:bodyPr wrap="square" rtlCol="0">
            <a:spAutoFit/>
          </a:bodyPr>
          <a:lstStyle/>
          <a:p>
            <a:pPr marL="332185" indent="-332185"/>
            <a:r>
              <a:rPr lang="en-US" sz="3200" b="1" dirty="0">
                <a:solidFill>
                  <a:srgbClr val="FF0000"/>
                </a:solidFill>
                <a:latin typeface="Angsana New" panose="02020603050405020304" pitchFamily="18" charset="-34"/>
              </a:rPr>
              <a:t>=&gt; The resulting goodness of fit of the 45° line gives a measure of the </a:t>
            </a:r>
          </a:p>
          <a:p>
            <a:pPr marL="332185" indent="-332185"/>
            <a:r>
              <a:rPr lang="en-US" sz="3200" b="1" dirty="0">
                <a:solidFill>
                  <a:srgbClr val="FF0000"/>
                </a:solidFill>
                <a:latin typeface="Angsana New" panose="02020603050405020304" pitchFamily="18" charset="-34"/>
              </a:rPr>
              <a:t>      difference between a sample set and the theoretical distribution.</a:t>
            </a:r>
          </a:p>
        </p:txBody>
      </p:sp>
      <p:sp>
        <p:nvSpPr>
          <p:cNvPr id="8" name="TextBox 7"/>
          <p:cNvSpPr txBox="1"/>
          <p:nvPr/>
        </p:nvSpPr>
        <p:spPr>
          <a:xfrm>
            <a:off x="0" y="0"/>
            <a:ext cx="9144000" cy="553998"/>
          </a:xfrm>
          <a:prstGeom prst="rect">
            <a:avLst/>
          </a:prstGeom>
          <a:noFill/>
        </p:spPr>
        <p:txBody>
          <a:bodyPr wrap="square" rtlCol="0">
            <a:spAutoFit/>
          </a:bodyPr>
          <a:lstStyle/>
          <a:p>
            <a:pPr algn="ctr"/>
            <a:r>
              <a:rPr lang="en-US" sz="3000" b="1" dirty="0">
                <a:solidFill>
                  <a:srgbClr val="FF0000"/>
                </a:solidFill>
                <a:latin typeface="Angsana New" panose="02020603050405020304" pitchFamily="18" charset="-34"/>
              </a:rPr>
              <a:t>P – P Plot </a:t>
            </a:r>
            <a:r>
              <a:rPr lang="en-US" sz="3000" b="1" dirty="0">
                <a:solidFill>
                  <a:srgbClr val="0070C0"/>
                </a:solidFill>
                <a:latin typeface="Angsana New" panose="02020603050405020304" pitchFamily="18" charset="-34"/>
              </a:rPr>
              <a:t>= Plot of two cumulative distribution functions (</a:t>
            </a:r>
            <a:r>
              <a:rPr lang="en-US" sz="3000" b="1" dirty="0" err="1">
                <a:solidFill>
                  <a:srgbClr val="0070C0"/>
                </a:solidFill>
                <a:latin typeface="Angsana New" panose="02020603050405020304" pitchFamily="18" charset="-34"/>
              </a:rPr>
              <a:t>cdfs</a:t>
            </a:r>
            <a:r>
              <a:rPr lang="en-US" sz="3000" b="1" dirty="0">
                <a:solidFill>
                  <a:srgbClr val="0070C0"/>
                </a:solidFill>
                <a:latin typeface="Angsana New" panose="02020603050405020304" pitchFamily="18" charset="-34"/>
              </a:rPr>
              <a:t>) against each other </a:t>
            </a:r>
            <a:endParaRPr lang="th-TH" sz="3000" b="1" dirty="0">
              <a:solidFill>
                <a:srgbClr val="0070C0"/>
              </a:solidFill>
              <a:latin typeface="Angsana New" panose="02020603050405020304" pitchFamily="18" charset="-34"/>
            </a:endParaRPr>
          </a:p>
        </p:txBody>
      </p:sp>
      <p:sp>
        <p:nvSpPr>
          <p:cNvPr id="2" name="Slide Number Placeholder 1">
            <a:extLst>
              <a:ext uri="{FF2B5EF4-FFF2-40B4-BE49-F238E27FC236}">
                <a16:creationId xmlns:a16="http://schemas.microsoft.com/office/drawing/2014/main" id="{9F8A5DF5-1046-45D6-9165-D1A345AD9E29}"/>
              </a:ext>
            </a:extLst>
          </p:cNvPr>
          <p:cNvSpPr>
            <a:spLocks noGrp="1"/>
          </p:cNvSpPr>
          <p:nvPr>
            <p:ph type="sldNum" sz="quarter" idx="12"/>
          </p:nvPr>
        </p:nvSpPr>
        <p:spPr/>
        <p:txBody>
          <a:bodyPr/>
          <a:lstStyle/>
          <a:p>
            <a:pPr>
              <a:defRPr/>
            </a:pPr>
            <a:fld id="{3DEAF3BF-11C4-4504-A2C2-F31678299685}" type="slidenum">
              <a:rPr lang="en-US" smtClean="0"/>
              <a:pPr>
                <a:defRPr/>
              </a:pPr>
              <a:t>34</a:t>
            </a:fld>
            <a:endParaRPr lang="th-TH"/>
          </a:p>
        </p:txBody>
      </p:sp>
    </p:spTree>
    <p:extLst>
      <p:ext uri="{BB962C8B-B14F-4D97-AF65-F5344CB8AC3E}">
        <p14:creationId xmlns:p14="http://schemas.microsoft.com/office/powerpoint/2010/main" val="108397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300"/>
                                        <p:tgtEl>
                                          <p:spTgt spid="4">
                                            <p:txEl>
                                              <p:pRg st="0" end="0"/>
                                            </p:txEl>
                                          </p:spTgt>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300"/>
                                        <p:tgtEl>
                                          <p:spTgt spid="7">
                                            <p:txEl>
                                              <p:pRg st="0" end="0"/>
                                            </p:txEl>
                                          </p:spTgt>
                                        </p:tgtEl>
                                      </p:cBhvr>
                                    </p:animEffect>
                                  </p:childTnLst>
                                </p:cTn>
                              </p:par>
                            </p:childTnLst>
                          </p:cTn>
                        </p:par>
                        <p:par>
                          <p:cTn id="12" fill="hold">
                            <p:stCondLst>
                              <p:cond delay="600"/>
                            </p:stCondLst>
                            <p:childTnLst>
                              <p:par>
                                <p:cTn id="13" presetID="22" presetClass="entr" presetSubtype="8" fill="hold" grpId="0" nodeType="after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wipe(left)">
                                      <p:cBhvr>
                                        <p:cTn id="15" dur="300"/>
                                        <p:tgtEl>
                                          <p:spTgt spid="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wipe(left)">
                                      <p:cBhvr>
                                        <p:cTn id="20" dur="300"/>
                                        <p:tgtEl>
                                          <p:spTgt spid="6">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wipe(left)">
                                      <p:cBhvr>
                                        <p:cTn id="25" dur="300"/>
                                        <p:tgtEl>
                                          <p:spTgt spid="6">
                                            <p:txEl>
                                              <p:pRg st="1" end="1"/>
                                            </p:txEl>
                                          </p:spTgt>
                                        </p:tgtEl>
                                      </p:cBhvr>
                                    </p:animEffect>
                                  </p:childTnLst>
                                </p:cTn>
                              </p:par>
                            </p:childTnLst>
                          </p:cTn>
                        </p:par>
                        <p:par>
                          <p:cTn id="26" fill="hold">
                            <p:stCondLst>
                              <p:cond delay="300"/>
                            </p:stCondLst>
                            <p:childTnLst>
                              <p:par>
                                <p:cTn id="27" presetID="22" presetClass="entr" presetSubtype="8" fill="hold" grpId="0" nodeType="after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Effect transition="in" filter="wipe(left)">
                                      <p:cBhvr>
                                        <p:cTn id="29" dur="300"/>
                                        <p:tgtEl>
                                          <p:spTgt spid="6">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
                                            <p:txEl>
                                              <p:pRg st="0" end="0"/>
                                            </p:txEl>
                                          </p:spTgt>
                                        </p:tgtEl>
                                        <p:attrNameLst>
                                          <p:attrName>style.visibility</p:attrName>
                                        </p:attrNameLst>
                                      </p:cBhvr>
                                      <p:to>
                                        <p:strVal val="visible"/>
                                      </p:to>
                                    </p:set>
                                    <p:animEffect transition="in" filter="wipe(left)">
                                      <p:cBhvr>
                                        <p:cTn id="34" dur="300"/>
                                        <p:tgtEl>
                                          <p:spTgt spid="10">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
                                            <p:txEl>
                                              <p:pRg st="1" end="1"/>
                                            </p:txEl>
                                          </p:spTgt>
                                        </p:tgtEl>
                                        <p:attrNameLst>
                                          <p:attrName>style.visibility</p:attrName>
                                        </p:attrNameLst>
                                      </p:cBhvr>
                                      <p:to>
                                        <p:strVal val="visible"/>
                                      </p:to>
                                    </p:set>
                                    <p:animEffect transition="in" filter="wipe(left)">
                                      <p:cBhvr>
                                        <p:cTn id="39" dur="3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build="p"/>
      <p:bldP spid="6" grpId="0" uiExpand="1" build="p"/>
      <p:bldP spid="10"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869897" y="3352799"/>
            <a:ext cx="4086607" cy="3274481"/>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2657371685"/>
              </p:ext>
            </p:extLst>
          </p:nvPr>
        </p:nvGraphicFramePr>
        <p:xfrm>
          <a:off x="1189377" y="641985"/>
          <a:ext cx="1395073" cy="5987415"/>
        </p:xfrm>
        <a:graphic>
          <a:graphicData uri="http://schemas.openxmlformats.org/drawingml/2006/table">
            <a:tbl>
              <a:tblPr/>
              <a:tblGrid>
                <a:gridCol w="643325">
                  <a:extLst>
                    <a:ext uri="{9D8B030D-6E8A-4147-A177-3AD203B41FA5}">
                      <a16:colId xmlns:a16="http://schemas.microsoft.com/office/drawing/2014/main" val="2472553051"/>
                    </a:ext>
                  </a:extLst>
                </a:gridCol>
                <a:gridCol w="751748">
                  <a:extLst>
                    <a:ext uri="{9D8B030D-6E8A-4147-A177-3AD203B41FA5}">
                      <a16:colId xmlns:a16="http://schemas.microsoft.com/office/drawing/2014/main" val="1324516979"/>
                    </a:ext>
                  </a:extLst>
                </a:gridCol>
              </a:tblGrid>
              <a:tr h="226486">
                <a:tc>
                  <a:txBody>
                    <a:bodyPr/>
                    <a:lstStyle/>
                    <a:p>
                      <a:pPr algn="ctr" fontAlgn="b">
                        <a:lnSpc>
                          <a:spcPts val="2200"/>
                        </a:lnSpc>
                      </a:pPr>
                      <a:r>
                        <a:rPr lang="en-US" sz="2100" b="1" i="0" u="none" strike="noStrike" dirty="0">
                          <a:solidFill>
                            <a:srgbClr val="0070C0"/>
                          </a:solidFill>
                          <a:effectLst/>
                          <a:latin typeface="Angsana New" panose="02020603050405020304" pitchFamily="18" charset="-34"/>
                          <a:cs typeface="Angsana New" panose="02020603050405020304" pitchFamily="18" charset="-34"/>
                        </a:rPr>
                        <a:t>2.50</a:t>
                      </a:r>
                      <a:endParaRPr lang="th-TH" sz="2100" b="1" i="0" u="none" strike="noStrike" dirty="0">
                        <a:solidFill>
                          <a:srgbClr val="0070C0"/>
                        </a:solidFill>
                        <a:effectLst/>
                        <a:latin typeface="Angsana New" panose="02020603050405020304" pitchFamily="18" charset="-34"/>
                        <a:cs typeface="Angsana New" panose="02020603050405020304" pitchFamily="18" charset="-34"/>
                      </a:endParaRP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3994831958"/>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2.60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560027778"/>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2.66</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230921359"/>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2.67</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2</a:t>
                      </a:r>
                    </a:p>
                  </a:txBody>
                  <a:tcPr marL="5715" marR="5715" marT="5715" marB="0">
                    <a:lnL>
                      <a:noFill/>
                    </a:lnL>
                    <a:lnR>
                      <a:noFill/>
                    </a:lnR>
                    <a:lnT>
                      <a:noFill/>
                    </a:lnT>
                    <a:lnB>
                      <a:noFill/>
                    </a:lnB>
                  </a:tcPr>
                </a:tc>
                <a:extLst>
                  <a:ext uri="{0D108BD9-81ED-4DB2-BD59-A6C34878D82A}">
                    <a16:rowId xmlns:a16="http://schemas.microsoft.com/office/drawing/2014/main" val="2484445012"/>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2.70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028469796"/>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2.92</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3562610917"/>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3.00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2</a:t>
                      </a:r>
                    </a:p>
                  </a:txBody>
                  <a:tcPr marL="5715" marR="5715" marT="5715" marB="0">
                    <a:lnL>
                      <a:noFill/>
                    </a:lnL>
                    <a:lnR>
                      <a:noFill/>
                    </a:lnR>
                    <a:lnT>
                      <a:noFill/>
                    </a:lnT>
                    <a:lnB>
                      <a:noFill/>
                    </a:lnB>
                  </a:tcPr>
                </a:tc>
                <a:extLst>
                  <a:ext uri="{0D108BD9-81ED-4DB2-BD59-A6C34878D82A}">
                    <a16:rowId xmlns:a16="http://schemas.microsoft.com/office/drawing/2014/main" val="1235453528"/>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3.10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1917400003"/>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3.16</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42278830"/>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3.23</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2</a:t>
                      </a:r>
                    </a:p>
                  </a:txBody>
                  <a:tcPr marL="5715" marR="5715" marT="5715" marB="0">
                    <a:lnL>
                      <a:noFill/>
                    </a:lnL>
                    <a:lnR>
                      <a:noFill/>
                    </a:lnR>
                    <a:lnT>
                      <a:noFill/>
                    </a:lnT>
                    <a:lnB>
                      <a:noFill/>
                    </a:lnB>
                  </a:tcPr>
                </a:tc>
                <a:extLst>
                  <a:ext uri="{0D108BD9-81ED-4DB2-BD59-A6C34878D82A}">
                    <a16:rowId xmlns:a16="http://schemas.microsoft.com/office/drawing/2014/main" val="2874218215"/>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3.45</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3914950971"/>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3.46</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648980599"/>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3.48</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89820012"/>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3.50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3988116072"/>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3.53</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697602311"/>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3.56</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874549629"/>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3.61</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606050901"/>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3.75</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1410121964"/>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3.77</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983389531"/>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3.82</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664181093"/>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3.92</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2</a:t>
                      </a:r>
                    </a:p>
                  </a:txBody>
                  <a:tcPr marL="5715" marR="5715" marT="5715" marB="0">
                    <a:lnL>
                      <a:noFill/>
                    </a:lnL>
                    <a:lnR>
                      <a:noFill/>
                    </a:lnR>
                    <a:lnT>
                      <a:noFill/>
                    </a:lnT>
                    <a:lnB>
                      <a:noFill/>
                    </a:lnB>
                  </a:tcPr>
                </a:tc>
                <a:extLst>
                  <a:ext uri="{0D108BD9-81ED-4DB2-BD59-A6C34878D82A}">
                    <a16:rowId xmlns:a16="http://schemas.microsoft.com/office/drawing/2014/main" val="1624230041"/>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3269680846"/>
              </p:ext>
            </p:extLst>
          </p:nvPr>
        </p:nvGraphicFramePr>
        <p:xfrm>
          <a:off x="2770348" y="639866"/>
          <a:ext cx="973666" cy="5987415"/>
        </p:xfrm>
        <a:graphic>
          <a:graphicData uri="http://schemas.openxmlformats.org/drawingml/2006/table">
            <a:tbl>
              <a:tblPr/>
              <a:tblGrid>
                <a:gridCol w="973666">
                  <a:extLst>
                    <a:ext uri="{9D8B030D-6E8A-4147-A177-3AD203B41FA5}">
                      <a16:colId xmlns:a16="http://schemas.microsoft.com/office/drawing/2014/main" val="703370563"/>
                    </a:ext>
                  </a:extLst>
                </a:gridCol>
              </a:tblGrid>
              <a:tr h="226486">
                <a:tc>
                  <a:txBody>
                    <a:bodyPr/>
                    <a:lstStyle/>
                    <a:p>
                      <a:pPr algn="ctr" fontAlgn="b">
                        <a:lnSpc>
                          <a:spcPts val="2200"/>
                        </a:lnSpc>
                      </a:pPr>
                      <a:r>
                        <a:rPr lang="th-TH" sz="2100" b="1" i="0" u="none" strike="noStrike" dirty="0">
                          <a:solidFill>
                            <a:srgbClr val="C00000"/>
                          </a:solidFill>
                          <a:effectLst/>
                          <a:latin typeface="Angsana New" panose="02020603050405020304" pitchFamily="18" charset="-34"/>
                          <a:cs typeface="Angsana New" panose="02020603050405020304" pitchFamily="18" charset="-34"/>
                        </a:rPr>
                        <a:t>0.040</a:t>
                      </a:r>
                    </a:p>
                  </a:txBody>
                  <a:tcPr marL="5715" marR="5715" marT="5715" marB="0" anchor="b">
                    <a:lnL>
                      <a:noFill/>
                    </a:lnL>
                    <a:lnR>
                      <a:noFill/>
                    </a:lnR>
                    <a:lnT>
                      <a:noFill/>
                    </a:lnT>
                    <a:lnB>
                      <a:noFill/>
                    </a:lnB>
                  </a:tcPr>
                </a:tc>
                <a:extLst>
                  <a:ext uri="{0D108BD9-81ED-4DB2-BD59-A6C34878D82A}">
                    <a16:rowId xmlns:a16="http://schemas.microsoft.com/office/drawing/2014/main" val="3994831958"/>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0.080</a:t>
                      </a:r>
                    </a:p>
                  </a:txBody>
                  <a:tcPr marL="5715" marR="5715" marT="5715" marB="0" anchor="b">
                    <a:lnL>
                      <a:noFill/>
                    </a:lnL>
                    <a:lnR>
                      <a:noFill/>
                    </a:lnR>
                    <a:lnT>
                      <a:noFill/>
                    </a:lnT>
                    <a:lnB>
                      <a:noFill/>
                    </a:lnB>
                  </a:tcPr>
                </a:tc>
                <a:extLst>
                  <a:ext uri="{0D108BD9-81ED-4DB2-BD59-A6C34878D82A}">
                    <a16:rowId xmlns:a16="http://schemas.microsoft.com/office/drawing/2014/main" val="2560027778"/>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0.120</a:t>
                      </a:r>
                    </a:p>
                  </a:txBody>
                  <a:tcPr marL="5715" marR="5715" marT="5715" marB="0" anchor="b">
                    <a:lnL>
                      <a:noFill/>
                    </a:lnL>
                    <a:lnR>
                      <a:noFill/>
                    </a:lnR>
                    <a:lnT>
                      <a:noFill/>
                    </a:lnT>
                    <a:lnB>
                      <a:noFill/>
                    </a:lnB>
                  </a:tcPr>
                </a:tc>
                <a:extLst>
                  <a:ext uri="{0D108BD9-81ED-4DB2-BD59-A6C34878D82A}">
                    <a16:rowId xmlns:a16="http://schemas.microsoft.com/office/drawing/2014/main" val="2230921359"/>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0.200</a:t>
                      </a:r>
                    </a:p>
                  </a:txBody>
                  <a:tcPr marL="5715" marR="5715" marT="5715" marB="0" anchor="b">
                    <a:lnL>
                      <a:noFill/>
                    </a:lnL>
                    <a:lnR>
                      <a:noFill/>
                    </a:lnR>
                    <a:lnT>
                      <a:noFill/>
                    </a:lnT>
                    <a:lnB>
                      <a:noFill/>
                    </a:lnB>
                  </a:tcPr>
                </a:tc>
                <a:extLst>
                  <a:ext uri="{0D108BD9-81ED-4DB2-BD59-A6C34878D82A}">
                    <a16:rowId xmlns:a16="http://schemas.microsoft.com/office/drawing/2014/main" val="2484445012"/>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0.240</a:t>
                      </a:r>
                    </a:p>
                  </a:txBody>
                  <a:tcPr marL="5715" marR="5715" marT="5715" marB="0" anchor="b">
                    <a:lnL>
                      <a:noFill/>
                    </a:lnL>
                    <a:lnR>
                      <a:noFill/>
                    </a:lnR>
                    <a:lnT>
                      <a:noFill/>
                    </a:lnT>
                    <a:lnB>
                      <a:noFill/>
                    </a:lnB>
                  </a:tcPr>
                </a:tc>
                <a:extLst>
                  <a:ext uri="{0D108BD9-81ED-4DB2-BD59-A6C34878D82A}">
                    <a16:rowId xmlns:a16="http://schemas.microsoft.com/office/drawing/2014/main" val="2028469796"/>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0.280</a:t>
                      </a:r>
                    </a:p>
                  </a:txBody>
                  <a:tcPr marL="5715" marR="5715" marT="5715" marB="0" anchor="b">
                    <a:lnL>
                      <a:noFill/>
                    </a:lnL>
                    <a:lnR>
                      <a:noFill/>
                    </a:lnR>
                    <a:lnT>
                      <a:noFill/>
                    </a:lnT>
                    <a:lnB>
                      <a:noFill/>
                    </a:lnB>
                  </a:tcPr>
                </a:tc>
                <a:extLst>
                  <a:ext uri="{0D108BD9-81ED-4DB2-BD59-A6C34878D82A}">
                    <a16:rowId xmlns:a16="http://schemas.microsoft.com/office/drawing/2014/main" val="3562610917"/>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0.360</a:t>
                      </a:r>
                    </a:p>
                  </a:txBody>
                  <a:tcPr marL="5715" marR="5715" marT="5715" marB="0" anchor="b">
                    <a:lnL>
                      <a:noFill/>
                    </a:lnL>
                    <a:lnR>
                      <a:noFill/>
                    </a:lnR>
                    <a:lnT>
                      <a:noFill/>
                    </a:lnT>
                    <a:lnB>
                      <a:noFill/>
                    </a:lnB>
                  </a:tcPr>
                </a:tc>
                <a:extLst>
                  <a:ext uri="{0D108BD9-81ED-4DB2-BD59-A6C34878D82A}">
                    <a16:rowId xmlns:a16="http://schemas.microsoft.com/office/drawing/2014/main" val="1235453528"/>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0.400</a:t>
                      </a:r>
                    </a:p>
                  </a:txBody>
                  <a:tcPr marL="5715" marR="5715" marT="5715" marB="0" anchor="b">
                    <a:lnL>
                      <a:noFill/>
                    </a:lnL>
                    <a:lnR>
                      <a:noFill/>
                    </a:lnR>
                    <a:lnT>
                      <a:noFill/>
                    </a:lnT>
                    <a:lnB>
                      <a:noFill/>
                    </a:lnB>
                  </a:tcPr>
                </a:tc>
                <a:extLst>
                  <a:ext uri="{0D108BD9-81ED-4DB2-BD59-A6C34878D82A}">
                    <a16:rowId xmlns:a16="http://schemas.microsoft.com/office/drawing/2014/main" val="1917400003"/>
                  </a:ext>
                </a:extLst>
              </a:tr>
              <a:tr h="215265">
                <a:tc>
                  <a:txBody>
                    <a:bodyPr/>
                    <a:lstStyle/>
                    <a:p>
                      <a:pPr algn="ctr" fontAlgn="b">
                        <a:lnSpc>
                          <a:spcPts val="2200"/>
                        </a:lnSpc>
                      </a:pPr>
                      <a:r>
                        <a:rPr lang="th-TH" sz="2100" b="1" i="0" u="none" strike="noStrike" dirty="0">
                          <a:solidFill>
                            <a:srgbClr val="C00000"/>
                          </a:solidFill>
                          <a:effectLst/>
                          <a:latin typeface="Angsana New" panose="02020603050405020304" pitchFamily="18" charset="-34"/>
                          <a:cs typeface="Angsana New" panose="02020603050405020304" pitchFamily="18" charset="-34"/>
                        </a:rPr>
                        <a:t>0.440</a:t>
                      </a:r>
                    </a:p>
                  </a:txBody>
                  <a:tcPr marL="5715" marR="5715" marT="5715" marB="0" anchor="b">
                    <a:lnL>
                      <a:noFill/>
                    </a:lnL>
                    <a:lnR>
                      <a:noFill/>
                    </a:lnR>
                    <a:lnT>
                      <a:noFill/>
                    </a:lnT>
                    <a:lnB>
                      <a:noFill/>
                    </a:lnB>
                  </a:tcPr>
                </a:tc>
                <a:extLst>
                  <a:ext uri="{0D108BD9-81ED-4DB2-BD59-A6C34878D82A}">
                    <a16:rowId xmlns:a16="http://schemas.microsoft.com/office/drawing/2014/main" val="242278830"/>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0.520</a:t>
                      </a:r>
                    </a:p>
                  </a:txBody>
                  <a:tcPr marL="5715" marR="5715" marT="5715" marB="0" anchor="b">
                    <a:lnL>
                      <a:noFill/>
                    </a:lnL>
                    <a:lnR>
                      <a:noFill/>
                    </a:lnR>
                    <a:lnT>
                      <a:noFill/>
                    </a:lnT>
                    <a:lnB>
                      <a:noFill/>
                    </a:lnB>
                  </a:tcPr>
                </a:tc>
                <a:extLst>
                  <a:ext uri="{0D108BD9-81ED-4DB2-BD59-A6C34878D82A}">
                    <a16:rowId xmlns:a16="http://schemas.microsoft.com/office/drawing/2014/main" val="2874218215"/>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0.560</a:t>
                      </a:r>
                    </a:p>
                  </a:txBody>
                  <a:tcPr marL="5715" marR="5715" marT="5715" marB="0" anchor="b">
                    <a:lnL>
                      <a:noFill/>
                    </a:lnL>
                    <a:lnR>
                      <a:noFill/>
                    </a:lnR>
                    <a:lnT>
                      <a:noFill/>
                    </a:lnT>
                    <a:lnB>
                      <a:noFill/>
                    </a:lnB>
                  </a:tcPr>
                </a:tc>
                <a:extLst>
                  <a:ext uri="{0D108BD9-81ED-4DB2-BD59-A6C34878D82A}">
                    <a16:rowId xmlns:a16="http://schemas.microsoft.com/office/drawing/2014/main" val="3914950971"/>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0.600</a:t>
                      </a:r>
                    </a:p>
                  </a:txBody>
                  <a:tcPr marL="5715" marR="5715" marT="5715" marB="0" anchor="b">
                    <a:lnL>
                      <a:noFill/>
                    </a:lnL>
                    <a:lnR>
                      <a:noFill/>
                    </a:lnR>
                    <a:lnT>
                      <a:noFill/>
                    </a:lnT>
                    <a:lnB>
                      <a:noFill/>
                    </a:lnB>
                  </a:tcPr>
                </a:tc>
                <a:extLst>
                  <a:ext uri="{0D108BD9-81ED-4DB2-BD59-A6C34878D82A}">
                    <a16:rowId xmlns:a16="http://schemas.microsoft.com/office/drawing/2014/main" val="648980599"/>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0.640</a:t>
                      </a:r>
                    </a:p>
                  </a:txBody>
                  <a:tcPr marL="5715" marR="5715" marT="5715" marB="0" anchor="b">
                    <a:lnL>
                      <a:noFill/>
                    </a:lnL>
                    <a:lnR>
                      <a:noFill/>
                    </a:lnR>
                    <a:lnT>
                      <a:noFill/>
                    </a:lnT>
                    <a:lnB>
                      <a:noFill/>
                    </a:lnB>
                  </a:tcPr>
                </a:tc>
                <a:extLst>
                  <a:ext uri="{0D108BD9-81ED-4DB2-BD59-A6C34878D82A}">
                    <a16:rowId xmlns:a16="http://schemas.microsoft.com/office/drawing/2014/main" val="89820012"/>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0.680</a:t>
                      </a:r>
                    </a:p>
                  </a:txBody>
                  <a:tcPr marL="5715" marR="5715" marT="5715" marB="0" anchor="b">
                    <a:lnL>
                      <a:noFill/>
                    </a:lnL>
                    <a:lnR>
                      <a:noFill/>
                    </a:lnR>
                    <a:lnT>
                      <a:noFill/>
                    </a:lnT>
                    <a:lnB>
                      <a:noFill/>
                    </a:lnB>
                  </a:tcPr>
                </a:tc>
                <a:extLst>
                  <a:ext uri="{0D108BD9-81ED-4DB2-BD59-A6C34878D82A}">
                    <a16:rowId xmlns:a16="http://schemas.microsoft.com/office/drawing/2014/main" val="3988116072"/>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0.720</a:t>
                      </a:r>
                    </a:p>
                  </a:txBody>
                  <a:tcPr marL="5715" marR="5715" marT="5715" marB="0" anchor="b">
                    <a:lnL>
                      <a:noFill/>
                    </a:lnL>
                    <a:lnR>
                      <a:noFill/>
                    </a:lnR>
                    <a:lnT>
                      <a:noFill/>
                    </a:lnT>
                    <a:lnB>
                      <a:noFill/>
                    </a:lnB>
                  </a:tcPr>
                </a:tc>
                <a:extLst>
                  <a:ext uri="{0D108BD9-81ED-4DB2-BD59-A6C34878D82A}">
                    <a16:rowId xmlns:a16="http://schemas.microsoft.com/office/drawing/2014/main" val="697602311"/>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0.760</a:t>
                      </a:r>
                    </a:p>
                  </a:txBody>
                  <a:tcPr marL="5715" marR="5715" marT="5715" marB="0" anchor="b">
                    <a:lnL>
                      <a:noFill/>
                    </a:lnL>
                    <a:lnR>
                      <a:noFill/>
                    </a:lnR>
                    <a:lnT>
                      <a:noFill/>
                    </a:lnT>
                    <a:lnB>
                      <a:noFill/>
                    </a:lnB>
                  </a:tcPr>
                </a:tc>
                <a:extLst>
                  <a:ext uri="{0D108BD9-81ED-4DB2-BD59-A6C34878D82A}">
                    <a16:rowId xmlns:a16="http://schemas.microsoft.com/office/drawing/2014/main" val="2874549629"/>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0.800</a:t>
                      </a:r>
                    </a:p>
                  </a:txBody>
                  <a:tcPr marL="5715" marR="5715" marT="5715" marB="0" anchor="b">
                    <a:lnL>
                      <a:noFill/>
                    </a:lnL>
                    <a:lnR>
                      <a:noFill/>
                    </a:lnR>
                    <a:lnT>
                      <a:noFill/>
                    </a:lnT>
                    <a:lnB>
                      <a:noFill/>
                    </a:lnB>
                  </a:tcPr>
                </a:tc>
                <a:extLst>
                  <a:ext uri="{0D108BD9-81ED-4DB2-BD59-A6C34878D82A}">
                    <a16:rowId xmlns:a16="http://schemas.microsoft.com/office/drawing/2014/main" val="606050901"/>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0.840</a:t>
                      </a:r>
                    </a:p>
                  </a:txBody>
                  <a:tcPr marL="5715" marR="5715" marT="5715" marB="0" anchor="b">
                    <a:lnL>
                      <a:noFill/>
                    </a:lnL>
                    <a:lnR>
                      <a:noFill/>
                    </a:lnR>
                    <a:lnT>
                      <a:noFill/>
                    </a:lnT>
                    <a:lnB>
                      <a:noFill/>
                    </a:lnB>
                  </a:tcPr>
                </a:tc>
                <a:extLst>
                  <a:ext uri="{0D108BD9-81ED-4DB2-BD59-A6C34878D82A}">
                    <a16:rowId xmlns:a16="http://schemas.microsoft.com/office/drawing/2014/main" val="1410121964"/>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0.880</a:t>
                      </a:r>
                    </a:p>
                  </a:txBody>
                  <a:tcPr marL="5715" marR="5715" marT="5715" marB="0" anchor="b">
                    <a:lnL>
                      <a:noFill/>
                    </a:lnL>
                    <a:lnR>
                      <a:noFill/>
                    </a:lnR>
                    <a:lnT>
                      <a:noFill/>
                    </a:lnT>
                    <a:lnB>
                      <a:noFill/>
                    </a:lnB>
                  </a:tcPr>
                </a:tc>
                <a:extLst>
                  <a:ext uri="{0D108BD9-81ED-4DB2-BD59-A6C34878D82A}">
                    <a16:rowId xmlns:a16="http://schemas.microsoft.com/office/drawing/2014/main" val="983389531"/>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0.920</a:t>
                      </a:r>
                    </a:p>
                  </a:txBody>
                  <a:tcPr marL="5715" marR="5715" marT="5715" marB="0" anchor="b">
                    <a:lnL>
                      <a:noFill/>
                    </a:lnL>
                    <a:lnR>
                      <a:noFill/>
                    </a:lnR>
                    <a:lnT>
                      <a:noFill/>
                    </a:lnT>
                    <a:lnB>
                      <a:noFill/>
                    </a:lnB>
                  </a:tcPr>
                </a:tc>
                <a:extLst>
                  <a:ext uri="{0D108BD9-81ED-4DB2-BD59-A6C34878D82A}">
                    <a16:rowId xmlns:a16="http://schemas.microsoft.com/office/drawing/2014/main" val="664181093"/>
                  </a:ext>
                </a:extLst>
              </a:tr>
              <a:tr h="215265">
                <a:tc>
                  <a:txBody>
                    <a:bodyPr/>
                    <a:lstStyle/>
                    <a:p>
                      <a:pPr algn="ctr" fontAlgn="b">
                        <a:lnSpc>
                          <a:spcPts val="2200"/>
                        </a:lnSpc>
                      </a:pPr>
                      <a:r>
                        <a:rPr lang="th-TH" sz="2100" b="1" i="0" u="none" strike="noStrike" dirty="0">
                          <a:solidFill>
                            <a:srgbClr val="C00000"/>
                          </a:solidFill>
                          <a:effectLst/>
                          <a:latin typeface="Angsana New" panose="02020603050405020304" pitchFamily="18" charset="-34"/>
                          <a:cs typeface="Angsana New" panose="02020603050405020304" pitchFamily="18" charset="-34"/>
                        </a:rPr>
                        <a:t>1.000</a:t>
                      </a:r>
                    </a:p>
                  </a:txBody>
                  <a:tcPr marL="5715" marR="5715" marT="5715" marB="0" anchor="b">
                    <a:lnL>
                      <a:noFill/>
                    </a:lnL>
                    <a:lnR>
                      <a:noFill/>
                    </a:lnR>
                    <a:lnT>
                      <a:noFill/>
                    </a:lnT>
                    <a:lnB>
                      <a:noFill/>
                    </a:lnB>
                  </a:tcPr>
                </a:tc>
                <a:extLst>
                  <a:ext uri="{0D108BD9-81ED-4DB2-BD59-A6C34878D82A}">
                    <a16:rowId xmlns:a16="http://schemas.microsoft.com/office/drawing/2014/main" val="1624230041"/>
                  </a:ext>
                </a:extLst>
              </a:tr>
            </a:tbl>
          </a:graphicData>
        </a:graphic>
      </p:graphicFrame>
      <p:grpSp>
        <p:nvGrpSpPr>
          <p:cNvPr id="21" name="Group 20"/>
          <p:cNvGrpSpPr/>
          <p:nvPr/>
        </p:nvGrpSpPr>
        <p:grpSpPr>
          <a:xfrm>
            <a:off x="1206311" y="133982"/>
            <a:ext cx="1629444" cy="6482718"/>
            <a:chOff x="112888" y="104414"/>
            <a:chExt cx="2172592" cy="8643624"/>
          </a:xfrm>
        </p:grpSpPr>
        <p:sp>
          <p:nvSpPr>
            <p:cNvPr id="10" name="TextBox 9"/>
            <p:cNvSpPr txBox="1"/>
            <p:nvPr/>
          </p:nvSpPr>
          <p:spPr>
            <a:xfrm>
              <a:off x="146755" y="124179"/>
              <a:ext cx="2138725" cy="553997"/>
            </a:xfrm>
            <a:prstGeom prst="rect">
              <a:avLst/>
            </a:prstGeom>
            <a:noFill/>
          </p:spPr>
          <p:txBody>
            <a:bodyPr wrap="square" rtlCol="0">
              <a:spAutoFit/>
            </a:bodyPr>
            <a:lstStyle/>
            <a:p>
              <a:r>
                <a:rPr lang="en-GB" sz="2100" b="1" dirty="0">
                  <a:solidFill>
                    <a:srgbClr val="0070C0"/>
                  </a:solidFill>
                  <a:latin typeface="Angsana New" panose="02020603050405020304" pitchFamily="18" charset="-34"/>
                </a:rPr>
                <a:t>Data   </a:t>
              </a:r>
              <a:r>
                <a:rPr lang="en-GB" sz="2100" b="1" dirty="0">
                  <a:solidFill>
                    <a:srgbClr val="00B050"/>
                  </a:solidFill>
                  <a:latin typeface="Angsana New" panose="02020603050405020304" pitchFamily="18" charset="-34"/>
                </a:rPr>
                <a:t>Frequency</a:t>
              </a:r>
              <a:endParaRPr lang="th-TH" sz="2100" b="1" dirty="0">
                <a:solidFill>
                  <a:srgbClr val="00B050"/>
                </a:solidFill>
                <a:latin typeface="Angsana New" panose="02020603050405020304" pitchFamily="18" charset="-34"/>
              </a:endParaRPr>
            </a:p>
          </p:txBody>
        </p:sp>
        <p:cxnSp>
          <p:nvCxnSpPr>
            <p:cNvPr id="16" name="Straight Connector 15"/>
            <p:cNvCxnSpPr/>
            <p:nvPr/>
          </p:nvCxnSpPr>
          <p:spPr>
            <a:xfrm>
              <a:off x="112888" y="104414"/>
              <a:ext cx="200942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18531" y="730951"/>
              <a:ext cx="200942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24175" y="8748038"/>
              <a:ext cx="2009423" cy="0"/>
            </a:xfrm>
            <a:prstGeom prst="line">
              <a:avLst/>
            </a:prstGeom>
            <a:ln w="19050"/>
          </p:spPr>
          <p:style>
            <a:lnRef idx="1">
              <a:schemeClr val="accent1"/>
            </a:lnRef>
            <a:fillRef idx="0">
              <a:schemeClr val="accent1"/>
            </a:fillRef>
            <a:effectRef idx="0">
              <a:schemeClr val="accent1"/>
            </a:effectRef>
            <a:fontRef idx="minor">
              <a:schemeClr val="tx1"/>
            </a:fontRef>
          </p:style>
        </p:cxnSp>
      </p:grpSp>
      <p:graphicFrame>
        <p:nvGraphicFramePr>
          <p:cNvPr id="22" name="Table 21"/>
          <p:cNvGraphicFramePr>
            <a:graphicFrameLocks noGrp="1"/>
          </p:cNvGraphicFramePr>
          <p:nvPr>
            <p:extLst>
              <p:ext uri="{D42A27DB-BD31-4B8C-83A1-F6EECF244321}">
                <p14:modId xmlns:p14="http://schemas.microsoft.com/office/powerpoint/2010/main" val="83368579"/>
              </p:ext>
            </p:extLst>
          </p:nvPr>
        </p:nvGraphicFramePr>
        <p:xfrm>
          <a:off x="3815964" y="641133"/>
          <a:ext cx="973666" cy="5987415"/>
        </p:xfrm>
        <a:graphic>
          <a:graphicData uri="http://schemas.openxmlformats.org/drawingml/2006/table">
            <a:tbl>
              <a:tblPr/>
              <a:tblGrid>
                <a:gridCol w="973666">
                  <a:extLst>
                    <a:ext uri="{9D8B030D-6E8A-4147-A177-3AD203B41FA5}">
                      <a16:colId xmlns:a16="http://schemas.microsoft.com/office/drawing/2014/main" val="703370563"/>
                    </a:ext>
                  </a:extLst>
                </a:gridCol>
              </a:tblGrid>
              <a:tr h="226486">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0.047</a:t>
                      </a:r>
                    </a:p>
                  </a:txBody>
                  <a:tcPr marL="5715" marR="5715" marT="5715" marB="0" anchor="b">
                    <a:lnL>
                      <a:noFill/>
                    </a:lnL>
                    <a:lnR>
                      <a:noFill/>
                    </a:lnR>
                    <a:lnT>
                      <a:noFill/>
                    </a:lnT>
                    <a:lnB>
                      <a:noFill/>
                    </a:lnB>
                  </a:tcPr>
                </a:tc>
                <a:extLst>
                  <a:ext uri="{0D108BD9-81ED-4DB2-BD59-A6C34878D82A}">
                    <a16:rowId xmlns:a16="http://schemas.microsoft.com/office/drawing/2014/main" val="3994831958"/>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0.074</a:t>
                      </a:r>
                    </a:p>
                  </a:txBody>
                  <a:tcPr marL="5715" marR="5715" marT="5715" marB="0" anchor="b">
                    <a:lnL>
                      <a:noFill/>
                    </a:lnL>
                    <a:lnR>
                      <a:noFill/>
                    </a:lnR>
                    <a:lnT>
                      <a:noFill/>
                    </a:lnT>
                    <a:lnB>
                      <a:noFill/>
                    </a:lnB>
                  </a:tcPr>
                </a:tc>
                <a:extLst>
                  <a:ext uri="{0D108BD9-81ED-4DB2-BD59-A6C34878D82A}">
                    <a16:rowId xmlns:a16="http://schemas.microsoft.com/office/drawing/2014/main" val="2560027778"/>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0.095</a:t>
                      </a:r>
                    </a:p>
                  </a:txBody>
                  <a:tcPr marL="5715" marR="5715" marT="5715" marB="0" anchor="b">
                    <a:lnL>
                      <a:noFill/>
                    </a:lnL>
                    <a:lnR>
                      <a:noFill/>
                    </a:lnR>
                    <a:lnT>
                      <a:noFill/>
                    </a:lnT>
                    <a:lnB>
                      <a:noFill/>
                    </a:lnB>
                  </a:tcPr>
                </a:tc>
                <a:extLst>
                  <a:ext uri="{0D108BD9-81ED-4DB2-BD59-A6C34878D82A}">
                    <a16:rowId xmlns:a16="http://schemas.microsoft.com/office/drawing/2014/main" val="2230921359"/>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0.098</a:t>
                      </a:r>
                    </a:p>
                  </a:txBody>
                  <a:tcPr marL="5715" marR="5715" marT="5715" marB="0" anchor="b">
                    <a:lnL>
                      <a:noFill/>
                    </a:lnL>
                    <a:lnR>
                      <a:noFill/>
                    </a:lnR>
                    <a:lnT>
                      <a:noFill/>
                    </a:lnT>
                    <a:lnB>
                      <a:noFill/>
                    </a:lnB>
                  </a:tcPr>
                </a:tc>
                <a:extLst>
                  <a:ext uri="{0D108BD9-81ED-4DB2-BD59-A6C34878D82A}">
                    <a16:rowId xmlns:a16="http://schemas.microsoft.com/office/drawing/2014/main" val="2484445012"/>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0.111</a:t>
                      </a:r>
                    </a:p>
                  </a:txBody>
                  <a:tcPr marL="5715" marR="5715" marT="5715" marB="0" anchor="b">
                    <a:lnL>
                      <a:noFill/>
                    </a:lnL>
                    <a:lnR>
                      <a:noFill/>
                    </a:lnR>
                    <a:lnT>
                      <a:noFill/>
                    </a:lnT>
                    <a:lnB>
                      <a:noFill/>
                    </a:lnB>
                  </a:tcPr>
                </a:tc>
                <a:extLst>
                  <a:ext uri="{0D108BD9-81ED-4DB2-BD59-A6C34878D82A}">
                    <a16:rowId xmlns:a16="http://schemas.microsoft.com/office/drawing/2014/main" val="2028469796"/>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0.232</a:t>
                      </a:r>
                    </a:p>
                  </a:txBody>
                  <a:tcPr marL="5715" marR="5715" marT="5715" marB="0" anchor="b">
                    <a:lnL>
                      <a:noFill/>
                    </a:lnL>
                    <a:lnR>
                      <a:noFill/>
                    </a:lnR>
                    <a:lnT>
                      <a:noFill/>
                    </a:lnT>
                    <a:lnB>
                      <a:noFill/>
                    </a:lnB>
                  </a:tcPr>
                </a:tc>
                <a:extLst>
                  <a:ext uri="{0D108BD9-81ED-4DB2-BD59-A6C34878D82A}">
                    <a16:rowId xmlns:a16="http://schemas.microsoft.com/office/drawing/2014/main" val="3562610917"/>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0.290</a:t>
                      </a:r>
                    </a:p>
                  </a:txBody>
                  <a:tcPr marL="5715" marR="5715" marT="5715" marB="0" anchor="b">
                    <a:lnL>
                      <a:noFill/>
                    </a:lnL>
                    <a:lnR>
                      <a:noFill/>
                    </a:lnR>
                    <a:lnT>
                      <a:noFill/>
                    </a:lnT>
                    <a:lnB>
                      <a:noFill/>
                    </a:lnB>
                  </a:tcPr>
                </a:tc>
                <a:extLst>
                  <a:ext uri="{0D108BD9-81ED-4DB2-BD59-A6C34878D82A}">
                    <a16:rowId xmlns:a16="http://schemas.microsoft.com/office/drawing/2014/main" val="1235453528"/>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0.370</a:t>
                      </a:r>
                    </a:p>
                  </a:txBody>
                  <a:tcPr marL="5715" marR="5715" marT="5715" marB="0" anchor="b">
                    <a:lnL>
                      <a:noFill/>
                    </a:lnL>
                    <a:lnR>
                      <a:noFill/>
                    </a:lnR>
                    <a:lnT>
                      <a:noFill/>
                    </a:lnT>
                    <a:lnB>
                      <a:noFill/>
                    </a:lnB>
                  </a:tcPr>
                </a:tc>
                <a:extLst>
                  <a:ext uri="{0D108BD9-81ED-4DB2-BD59-A6C34878D82A}">
                    <a16:rowId xmlns:a16="http://schemas.microsoft.com/office/drawing/2014/main" val="1917400003"/>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0.422</a:t>
                      </a:r>
                    </a:p>
                  </a:txBody>
                  <a:tcPr marL="5715" marR="5715" marT="5715" marB="0" anchor="b">
                    <a:lnL>
                      <a:noFill/>
                    </a:lnL>
                    <a:lnR>
                      <a:noFill/>
                    </a:lnR>
                    <a:lnT>
                      <a:noFill/>
                    </a:lnT>
                    <a:lnB>
                      <a:noFill/>
                    </a:lnB>
                  </a:tcPr>
                </a:tc>
                <a:extLst>
                  <a:ext uri="{0D108BD9-81ED-4DB2-BD59-A6C34878D82A}">
                    <a16:rowId xmlns:a16="http://schemas.microsoft.com/office/drawing/2014/main" val="242278830"/>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0.484</a:t>
                      </a:r>
                    </a:p>
                  </a:txBody>
                  <a:tcPr marL="5715" marR="5715" marT="5715" marB="0" anchor="b">
                    <a:lnL>
                      <a:noFill/>
                    </a:lnL>
                    <a:lnR>
                      <a:noFill/>
                    </a:lnR>
                    <a:lnT>
                      <a:noFill/>
                    </a:lnT>
                    <a:lnB>
                      <a:noFill/>
                    </a:lnB>
                  </a:tcPr>
                </a:tc>
                <a:extLst>
                  <a:ext uri="{0D108BD9-81ED-4DB2-BD59-A6C34878D82A}">
                    <a16:rowId xmlns:a16="http://schemas.microsoft.com/office/drawing/2014/main" val="2874218215"/>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0.674</a:t>
                      </a:r>
                    </a:p>
                  </a:txBody>
                  <a:tcPr marL="5715" marR="5715" marT="5715" marB="0" anchor="b">
                    <a:lnL>
                      <a:noFill/>
                    </a:lnL>
                    <a:lnR>
                      <a:noFill/>
                    </a:lnR>
                    <a:lnT>
                      <a:noFill/>
                    </a:lnT>
                    <a:lnB>
                      <a:noFill/>
                    </a:lnB>
                  </a:tcPr>
                </a:tc>
                <a:extLst>
                  <a:ext uri="{0D108BD9-81ED-4DB2-BD59-A6C34878D82A}">
                    <a16:rowId xmlns:a16="http://schemas.microsoft.com/office/drawing/2014/main" val="3914950971"/>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0.682</a:t>
                      </a:r>
                    </a:p>
                  </a:txBody>
                  <a:tcPr marL="5715" marR="5715" marT="5715" marB="0" anchor="b">
                    <a:lnL>
                      <a:noFill/>
                    </a:lnL>
                    <a:lnR>
                      <a:noFill/>
                    </a:lnR>
                    <a:lnT>
                      <a:noFill/>
                    </a:lnT>
                    <a:lnB>
                      <a:noFill/>
                    </a:lnB>
                  </a:tcPr>
                </a:tc>
                <a:extLst>
                  <a:ext uri="{0D108BD9-81ED-4DB2-BD59-A6C34878D82A}">
                    <a16:rowId xmlns:a16="http://schemas.microsoft.com/office/drawing/2014/main" val="648980599"/>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0.697</a:t>
                      </a:r>
                    </a:p>
                  </a:txBody>
                  <a:tcPr marL="5715" marR="5715" marT="5715" marB="0" anchor="b">
                    <a:lnL>
                      <a:noFill/>
                    </a:lnL>
                    <a:lnR>
                      <a:noFill/>
                    </a:lnR>
                    <a:lnT>
                      <a:noFill/>
                    </a:lnT>
                    <a:lnB>
                      <a:noFill/>
                    </a:lnB>
                  </a:tcPr>
                </a:tc>
                <a:extLst>
                  <a:ext uri="{0D108BD9-81ED-4DB2-BD59-A6C34878D82A}">
                    <a16:rowId xmlns:a16="http://schemas.microsoft.com/office/drawing/2014/main" val="89820012"/>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0.713</a:t>
                      </a:r>
                    </a:p>
                  </a:txBody>
                  <a:tcPr marL="5715" marR="5715" marT="5715" marB="0" anchor="b">
                    <a:lnL>
                      <a:noFill/>
                    </a:lnL>
                    <a:lnR>
                      <a:noFill/>
                    </a:lnR>
                    <a:lnT>
                      <a:noFill/>
                    </a:lnT>
                    <a:lnB>
                      <a:noFill/>
                    </a:lnB>
                  </a:tcPr>
                </a:tc>
                <a:extLst>
                  <a:ext uri="{0D108BD9-81ED-4DB2-BD59-A6C34878D82A}">
                    <a16:rowId xmlns:a16="http://schemas.microsoft.com/office/drawing/2014/main" val="3988116072"/>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0.735</a:t>
                      </a:r>
                    </a:p>
                  </a:txBody>
                  <a:tcPr marL="5715" marR="5715" marT="5715" marB="0" anchor="b">
                    <a:lnL>
                      <a:noFill/>
                    </a:lnL>
                    <a:lnR>
                      <a:noFill/>
                    </a:lnR>
                    <a:lnT>
                      <a:noFill/>
                    </a:lnT>
                    <a:lnB>
                      <a:noFill/>
                    </a:lnB>
                  </a:tcPr>
                </a:tc>
                <a:extLst>
                  <a:ext uri="{0D108BD9-81ED-4DB2-BD59-A6C34878D82A}">
                    <a16:rowId xmlns:a16="http://schemas.microsoft.com/office/drawing/2014/main" val="697602311"/>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0.757</a:t>
                      </a:r>
                    </a:p>
                  </a:txBody>
                  <a:tcPr marL="5715" marR="5715" marT="5715" marB="0" anchor="b">
                    <a:lnL>
                      <a:noFill/>
                    </a:lnL>
                    <a:lnR>
                      <a:noFill/>
                    </a:lnR>
                    <a:lnT>
                      <a:noFill/>
                    </a:lnT>
                    <a:lnB>
                      <a:noFill/>
                    </a:lnB>
                  </a:tcPr>
                </a:tc>
                <a:extLst>
                  <a:ext uri="{0D108BD9-81ED-4DB2-BD59-A6C34878D82A}">
                    <a16:rowId xmlns:a16="http://schemas.microsoft.com/office/drawing/2014/main" val="2874549629"/>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0.790</a:t>
                      </a:r>
                    </a:p>
                  </a:txBody>
                  <a:tcPr marL="5715" marR="5715" marT="5715" marB="0" anchor="b">
                    <a:lnL>
                      <a:noFill/>
                    </a:lnL>
                    <a:lnR>
                      <a:noFill/>
                    </a:lnR>
                    <a:lnT>
                      <a:noFill/>
                    </a:lnT>
                    <a:lnB>
                      <a:noFill/>
                    </a:lnB>
                  </a:tcPr>
                </a:tc>
                <a:extLst>
                  <a:ext uri="{0D108BD9-81ED-4DB2-BD59-A6C34878D82A}">
                    <a16:rowId xmlns:a16="http://schemas.microsoft.com/office/drawing/2014/main" val="606050901"/>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0.868</a:t>
                      </a:r>
                    </a:p>
                  </a:txBody>
                  <a:tcPr marL="5715" marR="5715" marT="5715" marB="0" anchor="b">
                    <a:lnL>
                      <a:noFill/>
                    </a:lnL>
                    <a:lnR>
                      <a:noFill/>
                    </a:lnR>
                    <a:lnT>
                      <a:noFill/>
                    </a:lnT>
                    <a:lnB>
                      <a:noFill/>
                    </a:lnB>
                  </a:tcPr>
                </a:tc>
                <a:extLst>
                  <a:ext uri="{0D108BD9-81ED-4DB2-BD59-A6C34878D82A}">
                    <a16:rowId xmlns:a16="http://schemas.microsoft.com/office/drawing/2014/main" val="1410121964"/>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0.878</a:t>
                      </a:r>
                    </a:p>
                  </a:txBody>
                  <a:tcPr marL="5715" marR="5715" marT="5715" marB="0" anchor="b">
                    <a:lnL>
                      <a:noFill/>
                    </a:lnL>
                    <a:lnR>
                      <a:noFill/>
                    </a:lnR>
                    <a:lnT>
                      <a:noFill/>
                    </a:lnT>
                    <a:lnB>
                      <a:noFill/>
                    </a:lnB>
                  </a:tcPr>
                </a:tc>
                <a:extLst>
                  <a:ext uri="{0D108BD9-81ED-4DB2-BD59-A6C34878D82A}">
                    <a16:rowId xmlns:a16="http://schemas.microsoft.com/office/drawing/2014/main" val="983389531"/>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0.899</a:t>
                      </a:r>
                    </a:p>
                  </a:txBody>
                  <a:tcPr marL="5715" marR="5715" marT="5715" marB="0" anchor="b">
                    <a:lnL>
                      <a:noFill/>
                    </a:lnL>
                    <a:lnR>
                      <a:noFill/>
                    </a:lnR>
                    <a:lnT>
                      <a:noFill/>
                    </a:lnT>
                    <a:lnB>
                      <a:noFill/>
                    </a:lnB>
                  </a:tcPr>
                </a:tc>
                <a:extLst>
                  <a:ext uri="{0D108BD9-81ED-4DB2-BD59-A6C34878D82A}">
                    <a16:rowId xmlns:a16="http://schemas.microsoft.com/office/drawing/2014/main" val="664181093"/>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0.933</a:t>
                      </a:r>
                    </a:p>
                  </a:txBody>
                  <a:tcPr marL="5715" marR="5715" marT="5715" marB="0" anchor="b">
                    <a:lnL>
                      <a:noFill/>
                    </a:lnL>
                    <a:lnR>
                      <a:noFill/>
                    </a:lnR>
                    <a:lnT>
                      <a:noFill/>
                    </a:lnT>
                    <a:lnB>
                      <a:noFill/>
                    </a:lnB>
                  </a:tcPr>
                </a:tc>
                <a:extLst>
                  <a:ext uri="{0D108BD9-81ED-4DB2-BD59-A6C34878D82A}">
                    <a16:rowId xmlns:a16="http://schemas.microsoft.com/office/drawing/2014/main" val="1624230041"/>
                  </a:ext>
                </a:extLst>
              </a:tr>
            </a:tbl>
          </a:graphicData>
        </a:graphic>
      </p:graphicFrame>
      <p:grpSp>
        <p:nvGrpSpPr>
          <p:cNvPr id="34" name="Group 33"/>
          <p:cNvGrpSpPr/>
          <p:nvPr/>
        </p:nvGrpSpPr>
        <p:grpSpPr>
          <a:xfrm>
            <a:off x="2645256" y="127823"/>
            <a:ext cx="1265767" cy="6488877"/>
            <a:chOff x="4046558" y="110057"/>
            <a:chExt cx="1687689" cy="8651836"/>
          </a:xfrm>
        </p:grpSpPr>
        <p:sp>
          <p:nvSpPr>
            <p:cNvPr id="11" name="TextBox 10"/>
            <p:cNvSpPr txBox="1"/>
            <p:nvPr/>
          </p:nvSpPr>
          <p:spPr>
            <a:xfrm>
              <a:off x="4046558" y="110057"/>
              <a:ext cx="1687689" cy="704467"/>
            </a:xfrm>
            <a:prstGeom prst="rect">
              <a:avLst/>
            </a:prstGeom>
            <a:noFill/>
          </p:spPr>
          <p:txBody>
            <a:bodyPr wrap="square" rtlCol="0">
              <a:spAutoFit/>
            </a:bodyPr>
            <a:lstStyle/>
            <a:p>
              <a:pPr algn="ctr">
                <a:lnSpc>
                  <a:spcPts val="1650"/>
                </a:lnSpc>
              </a:pPr>
              <a:r>
                <a:rPr lang="en-GB" sz="2100" b="1" dirty="0">
                  <a:solidFill>
                    <a:srgbClr val="BC0024"/>
                  </a:solidFill>
                  <a:latin typeface="Angsana New" panose="02020603050405020304" pitchFamily="18" charset="-34"/>
                </a:rPr>
                <a:t>Empirical</a:t>
              </a:r>
            </a:p>
            <a:p>
              <a:pPr algn="ctr">
                <a:lnSpc>
                  <a:spcPts val="1650"/>
                </a:lnSpc>
              </a:pPr>
              <a:r>
                <a:rPr lang="en-GB" sz="2100" b="1" dirty="0" err="1">
                  <a:solidFill>
                    <a:srgbClr val="BC0024"/>
                  </a:solidFill>
                  <a:latin typeface="Angsana New" panose="02020603050405020304" pitchFamily="18" charset="-34"/>
                </a:rPr>
                <a:t>cdf</a:t>
              </a:r>
              <a:endParaRPr lang="th-TH" sz="2100" b="1" dirty="0">
                <a:solidFill>
                  <a:srgbClr val="BC0024"/>
                </a:solidFill>
                <a:latin typeface="Angsana New" panose="02020603050405020304" pitchFamily="18" charset="-34"/>
              </a:endParaRPr>
            </a:p>
          </p:txBody>
        </p:sp>
        <p:grpSp>
          <p:nvGrpSpPr>
            <p:cNvPr id="29" name="Group 28"/>
            <p:cNvGrpSpPr/>
            <p:nvPr/>
          </p:nvGrpSpPr>
          <p:grpSpPr>
            <a:xfrm>
              <a:off x="4300556" y="112623"/>
              <a:ext cx="1157648" cy="8649270"/>
              <a:chOff x="2274707" y="112623"/>
              <a:chExt cx="1157648" cy="8649270"/>
            </a:xfrm>
          </p:grpSpPr>
          <p:cxnSp>
            <p:nvCxnSpPr>
              <p:cNvPr id="19" name="Straight Connector 18"/>
              <p:cNvCxnSpPr/>
              <p:nvPr/>
            </p:nvCxnSpPr>
            <p:spPr>
              <a:xfrm>
                <a:off x="2274708" y="112623"/>
                <a:ext cx="1152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280355" y="750450"/>
                <a:ext cx="1152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274707" y="8761893"/>
                <a:ext cx="1152000"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grpSp>
        <p:nvGrpSpPr>
          <p:cNvPr id="32" name="Group 31"/>
          <p:cNvGrpSpPr/>
          <p:nvPr/>
        </p:nvGrpSpPr>
        <p:grpSpPr>
          <a:xfrm>
            <a:off x="3624696" y="133979"/>
            <a:ext cx="1265767" cy="6482721"/>
            <a:chOff x="3911591" y="104411"/>
            <a:chExt cx="1687689" cy="8643628"/>
          </a:xfrm>
        </p:grpSpPr>
        <p:sp>
          <p:nvSpPr>
            <p:cNvPr id="12" name="TextBox 11"/>
            <p:cNvSpPr txBox="1"/>
            <p:nvPr/>
          </p:nvSpPr>
          <p:spPr>
            <a:xfrm>
              <a:off x="3911591" y="115700"/>
              <a:ext cx="1687689" cy="704467"/>
            </a:xfrm>
            <a:prstGeom prst="rect">
              <a:avLst/>
            </a:prstGeom>
            <a:noFill/>
          </p:spPr>
          <p:txBody>
            <a:bodyPr wrap="square" rtlCol="0">
              <a:spAutoFit/>
            </a:bodyPr>
            <a:lstStyle/>
            <a:p>
              <a:pPr algn="ctr">
                <a:lnSpc>
                  <a:spcPts val="1650"/>
                </a:lnSpc>
              </a:pPr>
              <a:r>
                <a:rPr lang="en-GB" sz="2100" b="1" dirty="0">
                  <a:solidFill>
                    <a:schemeClr val="accent4">
                      <a:lumMod val="75000"/>
                    </a:schemeClr>
                  </a:solidFill>
                  <a:latin typeface="Angsana New" panose="02020603050405020304" pitchFamily="18" charset="-34"/>
                </a:rPr>
                <a:t>Normal</a:t>
              </a:r>
            </a:p>
            <a:p>
              <a:pPr algn="ctr">
                <a:lnSpc>
                  <a:spcPts val="1650"/>
                </a:lnSpc>
              </a:pPr>
              <a:r>
                <a:rPr lang="en-GB" sz="2100" b="1" dirty="0" err="1">
                  <a:solidFill>
                    <a:schemeClr val="accent4">
                      <a:lumMod val="75000"/>
                    </a:schemeClr>
                  </a:solidFill>
                  <a:latin typeface="Angsana New" panose="02020603050405020304" pitchFamily="18" charset="-34"/>
                </a:rPr>
                <a:t>cdf</a:t>
              </a:r>
              <a:endParaRPr lang="th-TH" sz="2100" b="1" dirty="0">
                <a:solidFill>
                  <a:schemeClr val="accent4">
                    <a:lumMod val="75000"/>
                  </a:schemeClr>
                </a:solidFill>
                <a:latin typeface="Angsana New" panose="02020603050405020304" pitchFamily="18" charset="-34"/>
              </a:endParaRPr>
            </a:p>
          </p:txBody>
        </p:sp>
        <p:grpSp>
          <p:nvGrpSpPr>
            <p:cNvPr id="30" name="Group 29"/>
            <p:cNvGrpSpPr/>
            <p:nvPr/>
          </p:nvGrpSpPr>
          <p:grpSpPr>
            <a:xfrm>
              <a:off x="4199458" y="104411"/>
              <a:ext cx="1204937" cy="8643628"/>
              <a:chOff x="3759196" y="104411"/>
              <a:chExt cx="1204937" cy="8643628"/>
            </a:xfrm>
          </p:grpSpPr>
          <p:cxnSp>
            <p:nvCxnSpPr>
              <p:cNvPr id="23" name="Straight Connector 22"/>
              <p:cNvCxnSpPr/>
              <p:nvPr/>
            </p:nvCxnSpPr>
            <p:spPr>
              <a:xfrm>
                <a:off x="3759197" y="104411"/>
                <a:ext cx="118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776133" y="730948"/>
                <a:ext cx="118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759196" y="8748039"/>
                <a:ext cx="11880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grpSp>
      <p:sp>
        <p:nvSpPr>
          <p:cNvPr id="33" name="TextBox 32"/>
          <p:cNvSpPr txBox="1"/>
          <p:nvPr/>
        </p:nvSpPr>
        <p:spPr>
          <a:xfrm>
            <a:off x="31169" y="86458"/>
            <a:ext cx="1309254" cy="507831"/>
          </a:xfrm>
          <a:prstGeom prst="rect">
            <a:avLst/>
          </a:prstGeom>
          <a:noFill/>
        </p:spPr>
        <p:txBody>
          <a:bodyPr wrap="square" rtlCol="0">
            <a:spAutoFit/>
          </a:bodyPr>
          <a:lstStyle/>
          <a:p>
            <a:r>
              <a:rPr lang="en-GB" sz="2700" b="1" dirty="0">
                <a:solidFill>
                  <a:srgbClr val="7030A0"/>
                </a:solidFill>
                <a:latin typeface="Angsana New" panose="02020603050405020304" pitchFamily="18" charset="-34"/>
              </a:rPr>
              <a:t>Example</a:t>
            </a:r>
            <a:endParaRPr lang="th-TH" sz="2700" b="1" dirty="0">
              <a:solidFill>
                <a:srgbClr val="7030A0"/>
              </a:solidFill>
              <a:latin typeface="Angsana New" panose="02020603050405020304" pitchFamily="18" charset="-34"/>
            </a:endParaRPr>
          </a:p>
        </p:txBody>
      </p:sp>
      <p:pic>
        <p:nvPicPr>
          <p:cNvPr id="2" name="Picture 1"/>
          <p:cNvPicPr>
            <a:picLocks noChangeAspect="1"/>
          </p:cNvPicPr>
          <p:nvPr/>
        </p:nvPicPr>
        <p:blipFill>
          <a:blip r:embed="rId3"/>
          <a:stretch>
            <a:fillRect/>
          </a:stretch>
        </p:blipFill>
        <p:spPr>
          <a:xfrm>
            <a:off x="5342991" y="224479"/>
            <a:ext cx="4029609" cy="3228812"/>
          </a:xfrm>
          <a:prstGeom prst="rect">
            <a:avLst/>
          </a:prstGeom>
        </p:spPr>
      </p:pic>
      <p:sp>
        <p:nvSpPr>
          <p:cNvPr id="4" name="Slide Number Placeholder 3">
            <a:extLst>
              <a:ext uri="{FF2B5EF4-FFF2-40B4-BE49-F238E27FC236}">
                <a16:creationId xmlns:a16="http://schemas.microsoft.com/office/drawing/2014/main" id="{BF4F37FB-7E8F-4534-A356-C2D90F8B9246}"/>
              </a:ext>
            </a:extLst>
          </p:cNvPr>
          <p:cNvSpPr>
            <a:spLocks noGrp="1"/>
          </p:cNvSpPr>
          <p:nvPr>
            <p:ph type="sldNum" sz="quarter" idx="12"/>
          </p:nvPr>
        </p:nvSpPr>
        <p:spPr/>
        <p:txBody>
          <a:bodyPr/>
          <a:lstStyle/>
          <a:p>
            <a:pPr>
              <a:defRPr/>
            </a:pPr>
            <a:fld id="{3DEAF3BF-11C4-4504-A2C2-F31678299685}" type="slidenum">
              <a:rPr lang="en-US" smtClean="0"/>
              <a:pPr>
                <a:defRPr/>
              </a:pPr>
              <a:t>35</a:t>
            </a:fld>
            <a:endParaRPr lang="th-TH"/>
          </a:p>
        </p:txBody>
      </p:sp>
    </p:spTree>
    <p:extLst>
      <p:ext uri="{BB962C8B-B14F-4D97-AF65-F5344CB8AC3E}">
        <p14:creationId xmlns:p14="http://schemas.microsoft.com/office/powerpoint/2010/main" val="3285827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300"/>
                            </p:stCondLst>
                            <p:childTnLst>
                              <p:par>
                                <p:cTn id="9" presetID="22" presetClass="entr" presetSubtype="8"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300"/>
                                        <p:tgtEl>
                                          <p:spTgt spid="21"/>
                                        </p:tgtEl>
                                      </p:cBhvr>
                                    </p:animEffect>
                                  </p:childTnLst>
                                </p:cTn>
                              </p:par>
                              <p:par>
                                <p:cTn id="12" presetID="22" presetClass="entr" presetSubtype="8"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left)">
                                      <p:cBhvr>
                                        <p:cTn id="14" dur="3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300"/>
                                        <p:tgtEl>
                                          <p:spTgt spid="34"/>
                                        </p:tgtEl>
                                      </p:cBhvr>
                                    </p:animEffect>
                                  </p:childTnLst>
                                </p:cTn>
                              </p:par>
                              <p:par>
                                <p:cTn id="20" presetID="22" presetClass="entr" presetSubtype="8"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3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300"/>
                                        <p:tgtEl>
                                          <p:spTgt spid="32"/>
                                        </p:tgtEl>
                                      </p:cBhvr>
                                    </p:animEffect>
                                  </p:childTnLst>
                                </p:cTn>
                              </p:par>
                              <p:par>
                                <p:cTn id="28" presetID="22" presetClass="entr" presetSubtype="8"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3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dissolve">
                                      <p:cBhvr>
                                        <p:cTn id="35" dur="3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206311" y="133982"/>
            <a:ext cx="1629444" cy="6482718"/>
            <a:chOff x="112888" y="104414"/>
            <a:chExt cx="2172592" cy="8643624"/>
          </a:xfrm>
        </p:grpSpPr>
        <p:sp>
          <p:nvSpPr>
            <p:cNvPr id="10" name="TextBox 9"/>
            <p:cNvSpPr txBox="1"/>
            <p:nvPr/>
          </p:nvSpPr>
          <p:spPr>
            <a:xfrm>
              <a:off x="146755" y="124179"/>
              <a:ext cx="2138725" cy="553997"/>
            </a:xfrm>
            <a:prstGeom prst="rect">
              <a:avLst/>
            </a:prstGeom>
            <a:noFill/>
          </p:spPr>
          <p:txBody>
            <a:bodyPr wrap="square" rtlCol="0">
              <a:spAutoFit/>
            </a:bodyPr>
            <a:lstStyle/>
            <a:p>
              <a:r>
                <a:rPr lang="en-GB" sz="2100" b="1" dirty="0">
                  <a:solidFill>
                    <a:srgbClr val="0070C0"/>
                  </a:solidFill>
                  <a:latin typeface="Angsana New" panose="02020603050405020304" pitchFamily="18" charset="-34"/>
                </a:rPr>
                <a:t>Data   </a:t>
              </a:r>
              <a:r>
                <a:rPr lang="en-GB" sz="2100" b="1" dirty="0">
                  <a:solidFill>
                    <a:srgbClr val="00B050"/>
                  </a:solidFill>
                  <a:latin typeface="Angsana New" panose="02020603050405020304" pitchFamily="18" charset="-34"/>
                </a:rPr>
                <a:t>Frequency</a:t>
              </a:r>
              <a:endParaRPr lang="th-TH" sz="2100" b="1" dirty="0">
                <a:solidFill>
                  <a:srgbClr val="00B050"/>
                </a:solidFill>
                <a:latin typeface="Angsana New" panose="02020603050405020304" pitchFamily="18" charset="-34"/>
              </a:endParaRPr>
            </a:p>
          </p:txBody>
        </p:sp>
        <p:cxnSp>
          <p:nvCxnSpPr>
            <p:cNvPr id="16" name="Straight Connector 15"/>
            <p:cNvCxnSpPr/>
            <p:nvPr/>
          </p:nvCxnSpPr>
          <p:spPr>
            <a:xfrm>
              <a:off x="112888" y="104414"/>
              <a:ext cx="200942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18531" y="730951"/>
              <a:ext cx="200942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24175" y="8748038"/>
              <a:ext cx="2009423"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2645256" y="127823"/>
            <a:ext cx="1265767" cy="6488877"/>
            <a:chOff x="4046558" y="110057"/>
            <a:chExt cx="1687689" cy="8651836"/>
          </a:xfrm>
        </p:grpSpPr>
        <p:sp>
          <p:nvSpPr>
            <p:cNvPr id="11" name="TextBox 10"/>
            <p:cNvSpPr txBox="1"/>
            <p:nvPr/>
          </p:nvSpPr>
          <p:spPr>
            <a:xfrm>
              <a:off x="4046558" y="110057"/>
              <a:ext cx="1687689" cy="704467"/>
            </a:xfrm>
            <a:prstGeom prst="rect">
              <a:avLst/>
            </a:prstGeom>
            <a:noFill/>
          </p:spPr>
          <p:txBody>
            <a:bodyPr wrap="square" rtlCol="0">
              <a:spAutoFit/>
            </a:bodyPr>
            <a:lstStyle/>
            <a:p>
              <a:pPr algn="ctr">
                <a:lnSpc>
                  <a:spcPts val="1650"/>
                </a:lnSpc>
              </a:pPr>
              <a:r>
                <a:rPr lang="en-GB" sz="2100" b="1" dirty="0">
                  <a:solidFill>
                    <a:srgbClr val="BC0024"/>
                  </a:solidFill>
                  <a:latin typeface="Angsana New" panose="02020603050405020304" pitchFamily="18" charset="-34"/>
                </a:rPr>
                <a:t>Empirical</a:t>
              </a:r>
            </a:p>
            <a:p>
              <a:pPr algn="ctr">
                <a:lnSpc>
                  <a:spcPts val="1650"/>
                </a:lnSpc>
              </a:pPr>
              <a:r>
                <a:rPr lang="en-GB" sz="2100" b="1" dirty="0" err="1">
                  <a:solidFill>
                    <a:srgbClr val="BC0024"/>
                  </a:solidFill>
                  <a:latin typeface="Angsana New" panose="02020603050405020304" pitchFamily="18" charset="-34"/>
                </a:rPr>
                <a:t>cdf</a:t>
              </a:r>
              <a:endParaRPr lang="th-TH" sz="2100" b="1" dirty="0">
                <a:solidFill>
                  <a:srgbClr val="BC0024"/>
                </a:solidFill>
                <a:latin typeface="Angsana New" panose="02020603050405020304" pitchFamily="18" charset="-34"/>
              </a:endParaRPr>
            </a:p>
          </p:txBody>
        </p:sp>
        <p:grpSp>
          <p:nvGrpSpPr>
            <p:cNvPr id="29" name="Group 28"/>
            <p:cNvGrpSpPr/>
            <p:nvPr/>
          </p:nvGrpSpPr>
          <p:grpSpPr>
            <a:xfrm>
              <a:off x="4300556" y="112623"/>
              <a:ext cx="1157648" cy="8649270"/>
              <a:chOff x="2274707" y="112623"/>
              <a:chExt cx="1157648" cy="8649270"/>
            </a:xfrm>
          </p:grpSpPr>
          <p:cxnSp>
            <p:nvCxnSpPr>
              <p:cNvPr id="19" name="Straight Connector 18"/>
              <p:cNvCxnSpPr/>
              <p:nvPr/>
            </p:nvCxnSpPr>
            <p:spPr>
              <a:xfrm>
                <a:off x="2274708" y="112623"/>
                <a:ext cx="1152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280355" y="750450"/>
                <a:ext cx="1152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274707" y="8761893"/>
                <a:ext cx="1152000"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grpSp>
        <p:nvGrpSpPr>
          <p:cNvPr id="32" name="Group 31"/>
          <p:cNvGrpSpPr/>
          <p:nvPr/>
        </p:nvGrpSpPr>
        <p:grpSpPr>
          <a:xfrm>
            <a:off x="3624696" y="133979"/>
            <a:ext cx="1265767" cy="6482721"/>
            <a:chOff x="3911591" y="104411"/>
            <a:chExt cx="1687689" cy="8643628"/>
          </a:xfrm>
        </p:grpSpPr>
        <p:sp>
          <p:nvSpPr>
            <p:cNvPr id="12" name="TextBox 11"/>
            <p:cNvSpPr txBox="1"/>
            <p:nvPr/>
          </p:nvSpPr>
          <p:spPr>
            <a:xfrm>
              <a:off x="3911591" y="115700"/>
              <a:ext cx="1687689" cy="704467"/>
            </a:xfrm>
            <a:prstGeom prst="rect">
              <a:avLst/>
            </a:prstGeom>
            <a:noFill/>
          </p:spPr>
          <p:txBody>
            <a:bodyPr wrap="square" rtlCol="0">
              <a:spAutoFit/>
            </a:bodyPr>
            <a:lstStyle/>
            <a:p>
              <a:pPr algn="ctr">
                <a:lnSpc>
                  <a:spcPts val="1650"/>
                </a:lnSpc>
              </a:pPr>
              <a:r>
                <a:rPr lang="en-GB" sz="2100" b="1" dirty="0">
                  <a:solidFill>
                    <a:schemeClr val="accent4">
                      <a:lumMod val="75000"/>
                    </a:schemeClr>
                  </a:solidFill>
                  <a:latin typeface="Angsana New" panose="02020603050405020304" pitchFamily="18" charset="-34"/>
                </a:rPr>
                <a:t>Normal</a:t>
              </a:r>
            </a:p>
            <a:p>
              <a:pPr algn="ctr">
                <a:lnSpc>
                  <a:spcPts val="1650"/>
                </a:lnSpc>
              </a:pPr>
              <a:r>
                <a:rPr lang="en-GB" sz="2100" b="1" dirty="0" err="1">
                  <a:solidFill>
                    <a:schemeClr val="accent4">
                      <a:lumMod val="75000"/>
                    </a:schemeClr>
                  </a:solidFill>
                  <a:latin typeface="Angsana New" panose="02020603050405020304" pitchFamily="18" charset="-34"/>
                </a:rPr>
                <a:t>cdf</a:t>
              </a:r>
              <a:endParaRPr lang="th-TH" sz="2100" b="1" dirty="0">
                <a:solidFill>
                  <a:schemeClr val="accent4">
                    <a:lumMod val="75000"/>
                  </a:schemeClr>
                </a:solidFill>
                <a:latin typeface="Angsana New" panose="02020603050405020304" pitchFamily="18" charset="-34"/>
              </a:endParaRPr>
            </a:p>
          </p:txBody>
        </p:sp>
        <p:grpSp>
          <p:nvGrpSpPr>
            <p:cNvPr id="30" name="Group 29"/>
            <p:cNvGrpSpPr/>
            <p:nvPr/>
          </p:nvGrpSpPr>
          <p:grpSpPr>
            <a:xfrm>
              <a:off x="4199458" y="104411"/>
              <a:ext cx="1204937" cy="8643628"/>
              <a:chOff x="3759196" y="104411"/>
              <a:chExt cx="1204937" cy="8643628"/>
            </a:xfrm>
          </p:grpSpPr>
          <p:cxnSp>
            <p:nvCxnSpPr>
              <p:cNvPr id="23" name="Straight Connector 22"/>
              <p:cNvCxnSpPr/>
              <p:nvPr/>
            </p:nvCxnSpPr>
            <p:spPr>
              <a:xfrm>
                <a:off x="3759197" y="104411"/>
                <a:ext cx="118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776133" y="730948"/>
                <a:ext cx="118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759196" y="8748039"/>
                <a:ext cx="11880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grpSp>
      <p:sp>
        <p:nvSpPr>
          <p:cNvPr id="33" name="TextBox 32"/>
          <p:cNvSpPr txBox="1"/>
          <p:nvPr/>
        </p:nvSpPr>
        <p:spPr>
          <a:xfrm>
            <a:off x="31169" y="86458"/>
            <a:ext cx="1309254" cy="507831"/>
          </a:xfrm>
          <a:prstGeom prst="rect">
            <a:avLst/>
          </a:prstGeom>
          <a:noFill/>
        </p:spPr>
        <p:txBody>
          <a:bodyPr wrap="square" rtlCol="0">
            <a:spAutoFit/>
          </a:bodyPr>
          <a:lstStyle/>
          <a:p>
            <a:r>
              <a:rPr lang="en-GB" sz="2700" b="1" dirty="0">
                <a:solidFill>
                  <a:srgbClr val="7030A0"/>
                </a:solidFill>
                <a:latin typeface="Angsana New" panose="02020603050405020304" pitchFamily="18" charset="-34"/>
              </a:rPr>
              <a:t>Example</a:t>
            </a:r>
            <a:endParaRPr lang="th-TH" sz="2700" b="1" dirty="0">
              <a:solidFill>
                <a:srgbClr val="7030A0"/>
              </a:solidFill>
              <a:latin typeface="Angsana New" panose="02020603050405020304" pitchFamily="18" charset="-34"/>
            </a:endParaRPr>
          </a:p>
        </p:txBody>
      </p:sp>
      <p:graphicFrame>
        <p:nvGraphicFramePr>
          <p:cNvPr id="27" name="Table 26"/>
          <p:cNvGraphicFramePr>
            <a:graphicFrameLocks noGrp="1"/>
          </p:cNvGraphicFramePr>
          <p:nvPr>
            <p:extLst>
              <p:ext uri="{D42A27DB-BD31-4B8C-83A1-F6EECF244321}">
                <p14:modId xmlns:p14="http://schemas.microsoft.com/office/powerpoint/2010/main" val="997585086"/>
              </p:ext>
            </p:extLst>
          </p:nvPr>
        </p:nvGraphicFramePr>
        <p:xfrm>
          <a:off x="1153165" y="644021"/>
          <a:ext cx="1634069" cy="5987415"/>
        </p:xfrm>
        <a:graphic>
          <a:graphicData uri="http://schemas.openxmlformats.org/drawingml/2006/table">
            <a:tbl>
              <a:tblPr/>
              <a:tblGrid>
                <a:gridCol w="753535">
                  <a:extLst>
                    <a:ext uri="{9D8B030D-6E8A-4147-A177-3AD203B41FA5}">
                      <a16:colId xmlns:a16="http://schemas.microsoft.com/office/drawing/2014/main" val="2472553051"/>
                    </a:ext>
                  </a:extLst>
                </a:gridCol>
                <a:gridCol w="880534">
                  <a:extLst>
                    <a:ext uri="{9D8B030D-6E8A-4147-A177-3AD203B41FA5}">
                      <a16:colId xmlns:a16="http://schemas.microsoft.com/office/drawing/2014/main" val="1324516979"/>
                    </a:ext>
                  </a:extLst>
                </a:gridCol>
              </a:tblGrid>
              <a:tr h="226486">
                <a:tc>
                  <a:txBody>
                    <a:bodyPr/>
                    <a:lstStyle/>
                    <a:p>
                      <a:pPr algn="ctr" fontAlgn="b">
                        <a:lnSpc>
                          <a:spcPts val="2200"/>
                        </a:lnSpc>
                      </a:pPr>
                      <a:r>
                        <a:rPr lang="en-US" sz="2100" b="1" i="0" u="none" strike="noStrike" dirty="0">
                          <a:solidFill>
                            <a:srgbClr val="0070C0"/>
                          </a:solidFill>
                          <a:effectLst/>
                          <a:latin typeface="Angsana New" panose="02020603050405020304" pitchFamily="18" charset="-34"/>
                          <a:cs typeface="Angsana New" panose="02020603050405020304" pitchFamily="18" charset="-34"/>
                        </a:rPr>
                        <a:t>1.25</a:t>
                      </a:r>
                      <a:endParaRPr lang="th-TH" sz="2100" b="1" i="0" u="none" strike="noStrike" dirty="0">
                        <a:solidFill>
                          <a:srgbClr val="0070C0"/>
                        </a:solidFill>
                        <a:effectLst/>
                        <a:latin typeface="Angsana New" panose="02020603050405020304" pitchFamily="18" charset="-34"/>
                        <a:cs typeface="Angsana New" panose="02020603050405020304" pitchFamily="18" charset="-34"/>
                      </a:endParaRP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3994831958"/>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a:t>
                      </a:r>
                      <a:r>
                        <a:rPr lang="en-US" sz="2100" b="1" i="0" u="none" strike="noStrike" dirty="0">
                          <a:solidFill>
                            <a:srgbClr val="0070C0"/>
                          </a:solidFill>
                          <a:effectLst/>
                          <a:latin typeface="Angsana New" panose="02020603050405020304" pitchFamily="18" charset="-34"/>
                          <a:cs typeface="Angsana New" panose="02020603050405020304" pitchFamily="18" charset="-34"/>
                        </a:rPr>
                        <a:t>1</a:t>
                      </a:r>
                      <a:r>
                        <a:rPr lang="th-TH" sz="2100" b="1" i="0" u="none" strike="noStrike" dirty="0">
                          <a:solidFill>
                            <a:srgbClr val="0070C0"/>
                          </a:solidFill>
                          <a:effectLst/>
                          <a:latin typeface="Angsana New" panose="02020603050405020304" pitchFamily="18" charset="-34"/>
                          <a:cs typeface="Angsana New" panose="02020603050405020304" pitchFamily="18" charset="-34"/>
                        </a:rPr>
                        <a:t>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560027778"/>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2.66</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230921359"/>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2.67</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2</a:t>
                      </a:r>
                    </a:p>
                  </a:txBody>
                  <a:tcPr marL="5715" marR="5715" marT="5715" marB="0">
                    <a:lnL>
                      <a:noFill/>
                    </a:lnL>
                    <a:lnR>
                      <a:noFill/>
                    </a:lnR>
                    <a:lnT>
                      <a:noFill/>
                    </a:lnT>
                    <a:lnB>
                      <a:noFill/>
                    </a:lnB>
                  </a:tcPr>
                </a:tc>
                <a:extLst>
                  <a:ext uri="{0D108BD9-81ED-4DB2-BD59-A6C34878D82A}">
                    <a16:rowId xmlns:a16="http://schemas.microsoft.com/office/drawing/2014/main" val="2484445012"/>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2.70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028469796"/>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2.92</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3562610917"/>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3.00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2</a:t>
                      </a:r>
                    </a:p>
                  </a:txBody>
                  <a:tcPr marL="5715" marR="5715" marT="5715" marB="0">
                    <a:lnL>
                      <a:noFill/>
                    </a:lnL>
                    <a:lnR>
                      <a:noFill/>
                    </a:lnR>
                    <a:lnT>
                      <a:noFill/>
                    </a:lnT>
                    <a:lnB>
                      <a:noFill/>
                    </a:lnB>
                  </a:tcPr>
                </a:tc>
                <a:extLst>
                  <a:ext uri="{0D108BD9-81ED-4DB2-BD59-A6C34878D82A}">
                    <a16:rowId xmlns:a16="http://schemas.microsoft.com/office/drawing/2014/main" val="1235453528"/>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3.10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1917400003"/>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3.16</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42278830"/>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3.23</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2</a:t>
                      </a:r>
                    </a:p>
                  </a:txBody>
                  <a:tcPr marL="5715" marR="5715" marT="5715" marB="0">
                    <a:lnL>
                      <a:noFill/>
                    </a:lnL>
                    <a:lnR>
                      <a:noFill/>
                    </a:lnR>
                    <a:lnT>
                      <a:noFill/>
                    </a:lnT>
                    <a:lnB>
                      <a:noFill/>
                    </a:lnB>
                  </a:tcPr>
                </a:tc>
                <a:extLst>
                  <a:ext uri="{0D108BD9-81ED-4DB2-BD59-A6C34878D82A}">
                    <a16:rowId xmlns:a16="http://schemas.microsoft.com/office/drawing/2014/main" val="2874218215"/>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3.45</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3914950971"/>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3.46</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648980599"/>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3.48</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89820012"/>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3.50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3988116072"/>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3.53</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697602311"/>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3.56</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874549629"/>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3.61</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606050901"/>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3.75</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1410121964"/>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3.77</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983389531"/>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3.82</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664181093"/>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3.92</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2</a:t>
                      </a:r>
                    </a:p>
                  </a:txBody>
                  <a:tcPr marL="5715" marR="5715" marT="5715" marB="0">
                    <a:lnL>
                      <a:noFill/>
                    </a:lnL>
                    <a:lnR>
                      <a:noFill/>
                    </a:lnR>
                    <a:lnT>
                      <a:noFill/>
                    </a:lnT>
                    <a:lnB>
                      <a:noFill/>
                    </a:lnB>
                  </a:tcPr>
                </a:tc>
                <a:extLst>
                  <a:ext uri="{0D108BD9-81ED-4DB2-BD59-A6C34878D82A}">
                    <a16:rowId xmlns:a16="http://schemas.microsoft.com/office/drawing/2014/main" val="1624230041"/>
                  </a:ext>
                </a:extLst>
              </a:tr>
            </a:tbl>
          </a:graphicData>
        </a:graphic>
      </p:graphicFrame>
      <p:graphicFrame>
        <p:nvGraphicFramePr>
          <p:cNvPr id="28" name="Table 27"/>
          <p:cNvGraphicFramePr>
            <a:graphicFrameLocks noGrp="1"/>
          </p:cNvGraphicFramePr>
          <p:nvPr>
            <p:extLst>
              <p:ext uri="{D42A27DB-BD31-4B8C-83A1-F6EECF244321}">
                <p14:modId xmlns:p14="http://schemas.microsoft.com/office/powerpoint/2010/main" val="1691395477"/>
              </p:ext>
            </p:extLst>
          </p:nvPr>
        </p:nvGraphicFramePr>
        <p:xfrm>
          <a:off x="2793404" y="641902"/>
          <a:ext cx="973666" cy="5987415"/>
        </p:xfrm>
        <a:graphic>
          <a:graphicData uri="http://schemas.openxmlformats.org/drawingml/2006/table">
            <a:tbl>
              <a:tblPr/>
              <a:tblGrid>
                <a:gridCol w="973666">
                  <a:extLst>
                    <a:ext uri="{9D8B030D-6E8A-4147-A177-3AD203B41FA5}">
                      <a16:colId xmlns:a16="http://schemas.microsoft.com/office/drawing/2014/main" val="703370563"/>
                    </a:ext>
                  </a:extLst>
                </a:gridCol>
              </a:tblGrid>
              <a:tr h="226486">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0.040</a:t>
                      </a:r>
                    </a:p>
                  </a:txBody>
                  <a:tcPr marL="5715" marR="5715" marT="5715" marB="0" anchor="b">
                    <a:lnL>
                      <a:noFill/>
                    </a:lnL>
                    <a:lnR>
                      <a:noFill/>
                    </a:lnR>
                    <a:lnT>
                      <a:noFill/>
                    </a:lnT>
                    <a:lnB>
                      <a:noFill/>
                    </a:lnB>
                  </a:tcPr>
                </a:tc>
                <a:extLst>
                  <a:ext uri="{0D108BD9-81ED-4DB2-BD59-A6C34878D82A}">
                    <a16:rowId xmlns:a16="http://schemas.microsoft.com/office/drawing/2014/main" val="3994831958"/>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0.080</a:t>
                      </a:r>
                    </a:p>
                  </a:txBody>
                  <a:tcPr marL="5715" marR="5715" marT="5715" marB="0" anchor="b">
                    <a:lnL>
                      <a:noFill/>
                    </a:lnL>
                    <a:lnR>
                      <a:noFill/>
                    </a:lnR>
                    <a:lnT>
                      <a:noFill/>
                    </a:lnT>
                    <a:lnB>
                      <a:noFill/>
                    </a:lnB>
                  </a:tcPr>
                </a:tc>
                <a:extLst>
                  <a:ext uri="{0D108BD9-81ED-4DB2-BD59-A6C34878D82A}">
                    <a16:rowId xmlns:a16="http://schemas.microsoft.com/office/drawing/2014/main" val="2560027778"/>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0.120</a:t>
                      </a:r>
                    </a:p>
                  </a:txBody>
                  <a:tcPr marL="5715" marR="5715" marT="5715" marB="0" anchor="b">
                    <a:lnL>
                      <a:noFill/>
                    </a:lnL>
                    <a:lnR>
                      <a:noFill/>
                    </a:lnR>
                    <a:lnT>
                      <a:noFill/>
                    </a:lnT>
                    <a:lnB>
                      <a:noFill/>
                    </a:lnB>
                  </a:tcPr>
                </a:tc>
                <a:extLst>
                  <a:ext uri="{0D108BD9-81ED-4DB2-BD59-A6C34878D82A}">
                    <a16:rowId xmlns:a16="http://schemas.microsoft.com/office/drawing/2014/main" val="2230921359"/>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0.200</a:t>
                      </a:r>
                    </a:p>
                  </a:txBody>
                  <a:tcPr marL="5715" marR="5715" marT="5715" marB="0" anchor="b">
                    <a:lnL>
                      <a:noFill/>
                    </a:lnL>
                    <a:lnR>
                      <a:noFill/>
                    </a:lnR>
                    <a:lnT>
                      <a:noFill/>
                    </a:lnT>
                    <a:lnB>
                      <a:noFill/>
                    </a:lnB>
                  </a:tcPr>
                </a:tc>
                <a:extLst>
                  <a:ext uri="{0D108BD9-81ED-4DB2-BD59-A6C34878D82A}">
                    <a16:rowId xmlns:a16="http://schemas.microsoft.com/office/drawing/2014/main" val="2484445012"/>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0.240</a:t>
                      </a:r>
                    </a:p>
                  </a:txBody>
                  <a:tcPr marL="5715" marR="5715" marT="5715" marB="0" anchor="b">
                    <a:lnL>
                      <a:noFill/>
                    </a:lnL>
                    <a:lnR>
                      <a:noFill/>
                    </a:lnR>
                    <a:lnT>
                      <a:noFill/>
                    </a:lnT>
                    <a:lnB>
                      <a:noFill/>
                    </a:lnB>
                  </a:tcPr>
                </a:tc>
                <a:extLst>
                  <a:ext uri="{0D108BD9-81ED-4DB2-BD59-A6C34878D82A}">
                    <a16:rowId xmlns:a16="http://schemas.microsoft.com/office/drawing/2014/main" val="2028469796"/>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0.280</a:t>
                      </a:r>
                    </a:p>
                  </a:txBody>
                  <a:tcPr marL="5715" marR="5715" marT="5715" marB="0" anchor="b">
                    <a:lnL>
                      <a:noFill/>
                    </a:lnL>
                    <a:lnR>
                      <a:noFill/>
                    </a:lnR>
                    <a:lnT>
                      <a:noFill/>
                    </a:lnT>
                    <a:lnB>
                      <a:noFill/>
                    </a:lnB>
                  </a:tcPr>
                </a:tc>
                <a:extLst>
                  <a:ext uri="{0D108BD9-81ED-4DB2-BD59-A6C34878D82A}">
                    <a16:rowId xmlns:a16="http://schemas.microsoft.com/office/drawing/2014/main" val="3562610917"/>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0.360</a:t>
                      </a:r>
                    </a:p>
                  </a:txBody>
                  <a:tcPr marL="5715" marR="5715" marT="5715" marB="0" anchor="b">
                    <a:lnL>
                      <a:noFill/>
                    </a:lnL>
                    <a:lnR>
                      <a:noFill/>
                    </a:lnR>
                    <a:lnT>
                      <a:noFill/>
                    </a:lnT>
                    <a:lnB>
                      <a:noFill/>
                    </a:lnB>
                  </a:tcPr>
                </a:tc>
                <a:extLst>
                  <a:ext uri="{0D108BD9-81ED-4DB2-BD59-A6C34878D82A}">
                    <a16:rowId xmlns:a16="http://schemas.microsoft.com/office/drawing/2014/main" val="1235453528"/>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0.400</a:t>
                      </a:r>
                    </a:p>
                  </a:txBody>
                  <a:tcPr marL="5715" marR="5715" marT="5715" marB="0" anchor="b">
                    <a:lnL>
                      <a:noFill/>
                    </a:lnL>
                    <a:lnR>
                      <a:noFill/>
                    </a:lnR>
                    <a:lnT>
                      <a:noFill/>
                    </a:lnT>
                    <a:lnB>
                      <a:noFill/>
                    </a:lnB>
                  </a:tcPr>
                </a:tc>
                <a:extLst>
                  <a:ext uri="{0D108BD9-81ED-4DB2-BD59-A6C34878D82A}">
                    <a16:rowId xmlns:a16="http://schemas.microsoft.com/office/drawing/2014/main" val="1917400003"/>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0.440</a:t>
                      </a:r>
                    </a:p>
                  </a:txBody>
                  <a:tcPr marL="5715" marR="5715" marT="5715" marB="0" anchor="b">
                    <a:lnL>
                      <a:noFill/>
                    </a:lnL>
                    <a:lnR>
                      <a:noFill/>
                    </a:lnR>
                    <a:lnT>
                      <a:noFill/>
                    </a:lnT>
                    <a:lnB>
                      <a:noFill/>
                    </a:lnB>
                  </a:tcPr>
                </a:tc>
                <a:extLst>
                  <a:ext uri="{0D108BD9-81ED-4DB2-BD59-A6C34878D82A}">
                    <a16:rowId xmlns:a16="http://schemas.microsoft.com/office/drawing/2014/main" val="242278830"/>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0.520</a:t>
                      </a:r>
                    </a:p>
                  </a:txBody>
                  <a:tcPr marL="5715" marR="5715" marT="5715" marB="0" anchor="b">
                    <a:lnL>
                      <a:noFill/>
                    </a:lnL>
                    <a:lnR>
                      <a:noFill/>
                    </a:lnR>
                    <a:lnT>
                      <a:noFill/>
                    </a:lnT>
                    <a:lnB>
                      <a:noFill/>
                    </a:lnB>
                  </a:tcPr>
                </a:tc>
                <a:extLst>
                  <a:ext uri="{0D108BD9-81ED-4DB2-BD59-A6C34878D82A}">
                    <a16:rowId xmlns:a16="http://schemas.microsoft.com/office/drawing/2014/main" val="2874218215"/>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0.560</a:t>
                      </a:r>
                    </a:p>
                  </a:txBody>
                  <a:tcPr marL="5715" marR="5715" marT="5715" marB="0" anchor="b">
                    <a:lnL>
                      <a:noFill/>
                    </a:lnL>
                    <a:lnR>
                      <a:noFill/>
                    </a:lnR>
                    <a:lnT>
                      <a:noFill/>
                    </a:lnT>
                    <a:lnB>
                      <a:noFill/>
                    </a:lnB>
                  </a:tcPr>
                </a:tc>
                <a:extLst>
                  <a:ext uri="{0D108BD9-81ED-4DB2-BD59-A6C34878D82A}">
                    <a16:rowId xmlns:a16="http://schemas.microsoft.com/office/drawing/2014/main" val="3914950971"/>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0.600</a:t>
                      </a:r>
                    </a:p>
                  </a:txBody>
                  <a:tcPr marL="5715" marR="5715" marT="5715" marB="0" anchor="b">
                    <a:lnL>
                      <a:noFill/>
                    </a:lnL>
                    <a:lnR>
                      <a:noFill/>
                    </a:lnR>
                    <a:lnT>
                      <a:noFill/>
                    </a:lnT>
                    <a:lnB>
                      <a:noFill/>
                    </a:lnB>
                  </a:tcPr>
                </a:tc>
                <a:extLst>
                  <a:ext uri="{0D108BD9-81ED-4DB2-BD59-A6C34878D82A}">
                    <a16:rowId xmlns:a16="http://schemas.microsoft.com/office/drawing/2014/main" val="648980599"/>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0.640</a:t>
                      </a:r>
                    </a:p>
                  </a:txBody>
                  <a:tcPr marL="5715" marR="5715" marT="5715" marB="0" anchor="b">
                    <a:lnL>
                      <a:noFill/>
                    </a:lnL>
                    <a:lnR>
                      <a:noFill/>
                    </a:lnR>
                    <a:lnT>
                      <a:noFill/>
                    </a:lnT>
                    <a:lnB>
                      <a:noFill/>
                    </a:lnB>
                  </a:tcPr>
                </a:tc>
                <a:extLst>
                  <a:ext uri="{0D108BD9-81ED-4DB2-BD59-A6C34878D82A}">
                    <a16:rowId xmlns:a16="http://schemas.microsoft.com/office/drawing/2014/main" val="89820012"/>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0.680</a:t>
                      </a:r>
                    </a:p>
                  </a:txBody>
                  <a:tcPr marL="5715" marR="5715" marT="5715" marB="0" anchor="b">
                    <a:lnL>
                      <a:noFill/>
                    </a:lnL>
                    <a:lnR>
                      <a:noFill/>
                    </a:lnR>
                    <a:lnT>
                      <a:noFill/>
                    </a:lnT>
                    <a:lnB>
                      <a:noFill/>
                    </a:lnB>
                  </a:tcPr>
                </a:tc>
                <a:extLst>
                  <a:ext uri="{0D108BD9-81ED-4DB2-BD59-A6C34878D82A}">
                    <a16:rowId xmlns:a16="http://schemas.microsoft.com/office/drawing/2014/main" val="3988116072"/>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0.720</a:t>
                      </a:r>
                    </a:p>
                  </a:txBody>
                  <a:tcPr marL="5715" marR="5715" marT="5715" marB="0" anchor="b">
                    <a:lnL>
                      <a:noFill/>
                    </a:lnL>
                    <a:lnR>
                      <a:noFill/>
                    </a:lnR>
                    <a:lnT>
                      <a:noFill/>
                    </a:lnT>
                    <a:lnB>
                      <a:noFill/>
                    </a:lnB>
                  </a:tcPr>
                </a:tc>
                <a:extLst>
                  <a:ext uri="{0D108BD9-81ED-4DB2-BD59-A6C34878D82A}">
                    <a16:rowId xmlns:a16="http://schemas.microsoft.com/office/drawing/2014/main" val="697602311"/>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0.760</a:t>
                      </a:r>
                    </a:p>
                  </a:txBody>
                  <a:tcPr marL="5715" marR="5715" marT="5715" marB="0" anchor="b">
                    <a:lnL>
                      <a:noFill/>
                    </a:lnL>
                    <a:lnR>
                      <a:noFill/>
                    </a:lnR>
                    <a:lnT>
                      <a:noFill/>
                    </a:lnT>
                    <a:lnB>
                      <a:noFill/>
                    </a:lnB>
                  </a:tcPr>
                </a:tc>
                <a:extLst>
                  <a:ext uri="{0D108BD9-81ED-4DB2-BD59-A6C34878D82A}">
                    <a16:rowId xmlns:a16="http://schemas.microsoft.com/office/drawing/2014/main" val="2874549629"/>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0.800</a:t>
                      </a:r>
                    </a:p>
                  </a:txBody>
                  <a:tcPr marL="5715" marR="5715" marT="5715" marB="0" anchor="b">
                    <a:lnL>
                      <a:noFill/>
                    </a:lnL>
                    <a:lnR>
                      <a:noFill/>
                    </a:lnR>
                    <a:lnT>
                      <a:noFill/>
                    </a:lnT>
                    <a:lnB>
                      <a:noFill/>
                    </a:lnB>
                  </a:tcPr>
                </a:tc>
                <a:extLst>
                  <a:ext uri="{0D108BD9-81ED-4DB2-BD59-A6C34878D82A}">
                    <a16:rowId xmlns:a16="http://schemas.microsoft.com/office/drawing/2014/main" val="606050901"/>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0.840</a:t>
                      </a:r>
                    </a:p>
                  </a:txBody>
                  <a:tcPr marL="5715" marR="5715" marT="5715" marB="0" anchor="b">
                    <a:lnL>
                      <a:noFill/>
                    </a:lnL>
                    <a:lnR>
                      <a:noFill/>
                    </a:lnR>
                    <a:lnT>
                      <a:noFill/>
                    </a:lnT>
                    <a:lnB>
                      <a:noFill/>
                    </a:lnB>
                  </a:tcPr>
                </a:tc>
                <a:extLst>
                  <a:ext uri="{0D108BD9-81ED-4DB2-BD59-A6C34878D82A}">
                    <a16:rowId xmlns:a16="http://schemas.microsoft.com/office/drawing/2014/main" val="1410121964"/>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0.880</a:t>
                      </a:r>
                    </a:p>
                  </a:txBody>
                  <a:tcPr marL="5715" marR="5715" marT="5715" marB="0" anchor="b">
                    <a:lnL>
                      <a:noFill/>
                    </a:lnL>
                    <a:lnR>
                      <a:noFill/>
                    </a:lnR>
                    <a:lnT>
                      <a:noFill/>
                    </a:lnT>
                    <a:lnB>
                      <a:noFill/>
                    </a:lnB>
                  </a:tcPr>
                </a:tc>
                <a:extLst>
                  <a:ext uri="{0D108BD9-81ED-4DB2-BD59-A6C34878D82A}">
                    <a16:rowId xmlns:a16="http://schemas.microsoft.com/office/drawing/2014/main" val="983389531"/>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0.920</a:t>
                      </a:r>
                    </a:p>
                  </a:txBody>
                  <a:tcPr marL="5715" marR="5715" marT="5715" marB="0" anchor="b">
                    <a:lnL>
                      <a:noFill/>
                    </a:lnL>
                    <a:lnR>
                      <a:noFill/>
                    </a:lnR>
                    <a:lnT>
                      <a:noFill/>
                    </a:lnT>
                    <a:lnB>
                      <a:noFill/>
                    </a:lnB>
                  </a:tcPr>
                </a:tc>
                <a:extLst>
                  <a:ext uri="{0D108BD9-81ED-4DB2-BD59-A6C34878D82A}">
                    <a16:rowId xmlns:a16="http://schemas.microsoft.com/office/drawing/2014/main" val="664181093"/>
                  </a:ext>
                </a:extLst>
              </a:tr>
              <a:tr h="215265">
                <a:tc>
                  <a:txBody>
                    <a:bodyPr/>
                    <a:lstStyle/>
                    <a:p>
                      <a:pPr algn="ctr" fontAlgn="b">
                        <a:lnSpc>
                          <a:spcPts val="2200"/>
                        </a:lnSpc>
                      </a:pPr>
                      <a:r>
                        <a:rPr lang="th-TH" sz="2100" b="1" i="0" u="none" strike="noStrike" dirty="0">
                          <a:solidFill>
                            <a:srgbClr val="C00000"/>
                          </a:solidFill>
                          <a:effectLst/>
                          <a:latin typeface="Angsana New" panose="02020603050405020304" pitchFamily="18" charset="-34"/>
                          <a:cs typeface="Angsana New" panose="02020603050405020304" pitchFamily="18" charset="-34"/>
                        </a:rPr>
                        <a:t>1.000</a:t>
                      </a:r>
                    </a:p>
                  </a:txBody>
                  <a:tcPr marL="5715" marR="5715" marT="5715" marB="0" anchor="b">
                    <a:lnL>
                      <a:noFill/>
                    </a:lnL>
                    <a:lnR>
                      <a:noFill/>
                    </a:lnR>
                    <a:lnT>
                      <a:noFill/>
                    </a:lnT>
                    <a:lnB>
                      <a:noFill/>
                    </a:lnB>
                  </a:tcPr>
                </a:tc>
                <a:extLst>
                  <a:ext uri="{0D108BD9-81ED-4DB2-BD59-A6C34878D82A}">
                    <a16:rowId xmlns:a16="http://schemas.microsoft.com/office/drawing/2014/main" val="1624230041"/>
                  </a:ext>
                </a:extLst>
              </a:tr>
            </a:tbl>
          </a:graphicData>
        </a:graphic>
      </p:graphicFrame>
      <p:graphicFrame>
        <p:nvGraphicFramePr>
          <p:cNvPr id="31" name="Table 30"/>
          <p:cNvGraphicFramePr>
            <a:graphicFrameLocks noGrp="1"/>
          </p:cNvGraphicFramePr>
          <p:nvPr>
            <p:extLst>
              <p:ext uri="{D42A27DB-BD31-4B8C-83A1-F6EECF244321}">
                <p14:modId xmlns:p14="http://schemas.microsoft.com/office/powerpoint/2010/main" val="1258757472"/>
              </p:ext>
            </p:extLst>
          </p:nvPr>
        </p:nvGraphicFramePr>
        <p:xfrm>
          <a:off x="3826934" y="635000"/>
          <a:ext cx="973666" cy="5987415"/>
        </p:xfrm>
        <a:graphic>
          <a:graphicData uri="http://schemas.openxmlformats.org/drawingml/2006/table">
            <a:tbl>
              <a:tblPr/>
              <a:tblGrid>
                <a:gridCol w="973666">
                  <a:extLst>
                    <a:ext uri="{9D8B030D-6E8A-4147-A177-3AD203B41FA5}">
                      <a16:colId xmlns:a16="http://schemas.microsoft.com/office/drawing/2014/main" val="703370563"/>
                    </a:ext>
                  </a:extLst>
                </a:gridCol>
              </a:tblGrid>
              <a:tr h="226486">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0.001</a:t>
                      </a:r>
                    </a:p>
                  </a:txBody>
                  <a:tcPr marL="5715" marR="5715" marT="5715" marB="0" anchor="b">
                    <a:lnL>
                      <a:noFill/>
                    </a:lnL>
                    <a:lnR>
                      <a:noFill/>
                    </a:lnR>
                    <a:lnT>
                      <a:noFill/>
                    </a:lnT>
                    <a:lnB>
                      <a:noFill/>
                    </a:lnB>
                  </a:tcPr>
                </a:tc>
                <a:extLst>
                  <a:ext uri="{0D108BD9-81ED-4DB2-BD59-A6C34878D82A}">
                    <a16:rowId xmlns:a16="http://schemas.microsoft.com/office/drawing/2014/main" val="3994831958"/>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0.039</a:t>
                      </a:r>
                    </a:p>
                  </a:txBody>
                  <a:tcPr marL="5715" marR="5715" marT="5715" marB="0" anchor="b">
                    <a:lnL>
                      <a:noFill/>
                    </a:lnL>
                    <a:lnR>
                      <a:noFill/>
                    </a:lnR>
                    <a:lnT>
                      <a:noFill/>
                    </a:lnT>
                    <a:lnB>
                      <a:noFill/>
                    </a:lnB>
                  </a:tcPr>
                </a:tc>
                <a:extLst>
                  <a:ext uri="{0D108BD9-81ED-4DB2-BD59-A6C34878D82A}">
                    <a16:rowId xmlns:a16="http://schemas.microsoft.com/office/drawing/2014/main" val="2560027778"/>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0.199</a:t>
                      </a:r>
                    </a:p>
                  </a:txBody>
                  <a:tcPr marL="5715" marR="5715" marT="5715" marB="0" anchor="b">
                    <a:lnL>
                      <a:noFill/>
                    </a:lnL>
                    <a:lnR>
                      <a:noFill/>
                    </a:lnR>
                    <a:lnT>
                      <a:noFill/>
                    </a:lnT>
                    <a:lnB>
                      <a:noFill/>
                    </a:lnB>
                  </a:tcPr>
                </a:tc>
                <a:extLst>
                  <a:ext uri="{0D108BD9-81ED-4DB2-BD59-A6C34878D82A}">
                    <a16:rowId xmlns:a16="http://schemas.microsoft.com/office/drawing/2014/main" val="2230921359"/>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0.204</a:t>
                      </a:r>
                    </a:p>
                  </a:txBody>
                  <a:tcPr marL="5715" marR="5715" marT="5715" marB="0" anchor="b">
                    <a:lnL>
                      <a:noFill/>
                    </a:lnL>
                    <a:lnR>
                      <a:noFill/>
                    </a:lnR>
                    <a:lnT>
                      <a:noFill/>
                    </a:lnT>
                    <a:lnB>
                      <a:noFill/>
                    </a:lnB>
                  </a:tcPr>
                </a:tc>
                <a:extLst>
                  <a:ext uri="{0D108BD9-81ED-4DB2-BD59-A6C34878D82A}">
                    <a16:rowId xmlns:a16="http://schemas.microsoft.com/office/drawing/2014/main" val="2484445012"/>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0.218</a:t>
                      </a:r>
                    </a:p>
                  </a:txBody>
                  <a:tcPr marL="5715" marR="5715" marT="5715" marB="0" anchor="b">
                    <a:lnL>
                      <a:noFill/>
                    </a:lnL>
                    <a:lnR>
                      <a:noFill/>
                    </a:lnR>
                    <a:lnT>
                      <a:noFill/>
                    </a:lnT>
                    <a:lnB>
                      <a:noFill/>
                    </a:lnB>
                  </a:tcPr>
                </a:tc>
                <a:extLst>
                  <a:ext uri="{0D108BD9-81ED-4DB2-BD59-A6C34878D82A}">
                    <a16:rowId xmlns:a16="http://schemas.microsoft.com/office/drawing/2014/main" val="2028469796"/>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0.337</a:t>
                      </a:r>
                    </a:p>
                  </a:txBody>
                  <a:tcPr marL="5715" marR="5715" marT="5715" marB="0" anchor="b">
                    <a:lnL>
                      <a:noFill/>
                    </a:lnL>
                    <a:lnR>
                      <a:noFill/>
                    </a:lnR>
                    <a:lnT>
                      <a:noFill/>
                    </a:lnT>
                    <a:lnB>
                      <a:noFill/>
                    </a:lnB>
                  </a:tcPr>
                </a:tc>
                <a:extLst>
                  <a:ext uri="{0D108BD9-81ED-4DB2-BD59-A6C34878D82A}">
                    <a16:rowId xmlns:a16="http://schemas.microsoft.com/office/drawing/2014/main" val="3562610917"/>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0.386</a:t>
                      </a:r>
                    </a:p>
                  </a:txBody>
                  <a:tcPr marL="5715" marR="5715" marT="5715" marB="0" anchor="b">
                    <a:lnL>
                      <a:noFill/>
                    </a:lnL>
                    <a:lnR>
                      <a:noFill/>
                    </a:lnR>
                    <a:lnT>
                      <a:noFill/>
                    </a:lnT>
                    <a:lnB>
                      <a:noFill/>
                    </a:lnB>
                  </a:tcPr>
                </a:tc>
                <a:extLst>
                  <a:ext uri="{0D108BD9-81ED-4DB2-BD59-A6C34878D82A}">
                    <a16:rowId xmlns:a16="http://schemas.microsoft.com/office/drawing/2014/main" val="1235453528"/>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0.449</a:t>
                      </a:r>
                    </a:p>
                  </a:txBody>
                  <a:tcPr marL="5715" marR="5715" marT="5715" marB="0" anchor="b">
                    <a:lnL>
                      <a:noFill/>
                    </a:lnL>
                    <a:lnR>
                      <a:noFill/>
                    </a:lnR>
                    <a:lnT>
                      <a:noFill/>
                    </a:lnT>
                    <a:lnB>
                      <a:noFill/>
                    </a:lnB>
                  </a:tcPr>
                </a:tc>
                <a:extLst>
                  <a:ext uri="{0D108BD9-81ED-4DB2-BD59-A6C34878D82A}">
                    <a16:rowId xmlns:a16="http://schemas.microsoft.com/office/drawing/2014/main" val="1917400003"/>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0.488</a:t>
                      </a:r>
                    </a:p>
                  </a:txBody>
                  <a:tcPr marL="5715" marR="5715" marT="5715" marB="0" anchor="b">
                    <a:lnL>
                      <a:noFill/>
                    </a:lnL>
                    <a:lnR>
                      <a:noFill/>
                    </a:lnR>
                    <a:lnT>
                      <a:noFill/>
                    </a:lnT>
                    <a:lnB>
                      <a:noFill/>
                    </a:lnB>
                  </a:tcPr>
                </a:tc>
                <a:extLst>
                  <a:ext uri="{0D108BD9-81ED-4DB2-BD59-A6C34878D82A}">
                    <a16:rowId xmlns:a16="http://schemas.microsoft.com/office/drawing/2014/main" val="242278830"/>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0.534</a:t>
                      </a:r>
                    </a:p>
                  </a:txBody>
                  <a:tcPr marL="5715" marR="5715" marT="5715" marB="0" anchor="b">
                    <a:lnL>
                      <a:noFill/>
                    </a:lnL>
                    <a:lnR>
                      <a:noFill/>
                    </a:lnR>
                    <a:lnT>
                      <a:noFill/>
                    </a:lnT>
                    <a:lnB>
                      <a:noFill/>
                    </a:lnB>
                  </a:tcPr>
                </a:tc>
                <a:extLst>
                  <a:ext uri="{0D108BD9-81ED-4DB2-BD59-A6C34878D82A}">
                    <a16:rowId xmlns:a16="http://schemas.microsoft.com/office/drawing/2014/main" val="2874218215"/>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0.671</a:t>
                      </a:r>
                    </a:p>
                  </a:txBody>
                  <a:tcPr marL="5715" marR="5715" marT="5715" marB="0" anchor="b">
                    <a:lnL>
                      <a:noFill/>
                    </a:lnL>
                    <a:lnR>
                      <a:noFill/>
                    </a:lnR>
                    <a:lnT>
                      <a:noFill/>
                    </a:lnT>
                    <a:lnB>
                      <a:noFill/>
                    </a:lnB>
                  </a:tcPr>
                </a:tc>
                <a:extLst>
                  <a:ext uri="{0D108BD9-81ED-4DB2-BD59-A6C34878D82A}">
                    <a16:rowId xmlns:a16="http://schemas.microsoft.com/office/drawing/2014/main" val="3914950971"/>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0.677</a:t>
                      </a:r>
                    </a:p>
                  </a:txBody>
                  <a:tcPr marL="5715" marR="5715" marT="5715" marB="0" anchor="b">
                    <a:lnL>
                      <a:noFill/>
                    </a:lnL>
                    <a:lnR>
                      <a:noFill/>
                    </a:lnR>
                    <a:lnT>
                      <a:noFill/>
                    </a:lnT>
                    <a:lnB>
                      <a:noFill/>
                    </a:lnB>
                  </a:tcPr>
                </a:tc>
                <a:extLst>
                  <a:ext uri="{0D108BD9-81ED-4DB2-BD59-A6C34878D82A}">
                    <a16:rowId xmlns:a16="http://schemas.microsoft.com/office/drawing/2014/main" val="648980599"/>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0.689</a:t>
                      </a:r>
                    </a:p>
                  </a:txBody>
                  <a:tcPr marL="5715" marR="5715" marT="5715" marB="0" anchor="b">
                    <a:lnL>
                      <a:noFill/>
                    </a:lnL>
                    <a:lnR>
                      <a:noFill/>
                    </a:lnR>
                    <a:lnT>
                      <a:noFill/>
                    </a:lnT>
                    <a:lnB>
                      <a:noFill/>
                    </a:lnB>
                  </a:tcPr>
                </a:tc>
                <a:extLst>
                  <a:ext uri="{0D108BD9-81ED-4DB2-BD59-A6C34878D82A}">
                    <a16:rowId xmlns:a16="http://schemas.microsoft.com/office/drawing/2014/main" val="89820012"/>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0.700</a:t>
                      </a:r>
                    </a:p>
                  </a:txBody>
                  <a:tcPr marL="5715" marR="5715" marT="5715" marB="0" anchor="b">
                    <a:lnL>
                      <a:noFill/>
                    </a:lnL>
                    <a:lnR>
                      <a:noFill/>
                    </a:lnR>
                    <a:lnT>
                      <a:noFill/>
                    </a:lnT>
                    <a:lnB>
                      <a:noFill/>
                    </a:lnB>
                  </a:tcPr>
                </a:tc>
                <a:extLst>
                  <a:ext uri="{0D108BD9-81ED-4DB2-BD59-A6C34878D82A}">
                    <a16:rowId xmlns:a16="http://schemas.microsoft.com/office/drawing/2014/main" val="3988116072"/>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0.717</a:t>
                      </a:r>
                    </a:p>
                  </a:txBody>
                  <a:tcPr marL="5715" marR="5715" marT="5715" marB="0" anchor="b">
                    <a:lnL>
                      <a:noFill/>
                    </a:lnL>
                    <a:lnR>
                      <a:noFill/>
                    </a:lnR>
                    <a:lnT>
                      <a:noFill/>
                    </a:lnT>
                    <a:lnB>
                      <a:noFill/>
                    </a:lnB>
                  </a:tcPr>
                </a:tc>
                <a:extLst>
                  <a:ext uri="{0D108BD9-81ED-4DB2-BD59-A6C34878D82A}">
                    <a16:rowId xmlns:a16="http://schemas.microsoft.com/office/drawing/2014/main" val="697602311"/>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0.733</a:t>
                      </a:r>
                    </a:p>
                  </a:txBody>
                  <a:tcPr marL="5715" marR="5715" marT="5715" marB="0" anchor="b">
                    <a:lnL>
                      <a:noFill/>
                    </a:lnL>
                    <a:lnR>
                      <a:noFill/>
                    </a:lnR>
                    <a:lnT>
                      <a:noFill/>
                    </a:lnT>
                    <a:lnB>
                      <a:noFill/>
                    </a:lnB>
                  </a:tcPr>
                </a:tc>
                <a:extLst>
                  <a:ext uri="{0D108BD9-81ED-4DB2-BD59-A6C34878D82A}">
                    <a16:rowId xmlns:a16="http://schemas.microsoft.com/office/drawing/2014/main" val="2874549629"/>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0.759</a:t>
                      </a:r>
                    </a:p>
                  </a:txBody>
                  <a:tcPr marL="5715" marR="5715" marT="5715" marB="0" anchor="b">
                    <a:lnL>
                      <a:noFill/>
                    </a:lnL>
                    <a:lnR>
                      <a:noFill/>
                    </a:lnR>
                    <a:lnT>
                      <a:noFill/>
                    </a:lnT>
                    <a:lnB>
                      <a:noFill/>
                    </a:lnB>
                  </a:tcPr>
                </a:tc>
                <a:extLst>
                  <a:ext uri="{0D108BD9-81ED-4DB2-BD59-A6C34878D82A}">
                    <a16:rowId xmlns:a16="http://schemas.microsoft.com/office/drawing/2014/main" val="606050901"/>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0.824</a:t>
                      </a:r>
                    </a:p>
                  </a:txBody>
                  <a:tcPr marL="5715" marR="5715" marT="5715" marB="0" anchor="b">
                    <a:lnL>
                      <a:noFill/>
                    </a:lnL>
                    <a:lnR>
                      <a:noFill/>
                    </a:lnR>
                    <a:lnT>
                      <a:noFill/>
                    </a:lnT>
                    <a:lnB>
                      <a:noFill/>
                    </a:lnB>
                  </a:tcPr>
                </a:tc>
                <a:extLst>
                  <a:ext uri="{0D108BD9-81ED-4DB2-BD59-A6C34878D82A}">
                    <a16:rowId xmlns:a16="http://schemas.microsoft.com/office/drawing/2014/main" val="1410121964"/>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0.833</a:t>
                      </a:r>
                    </a:p>
                  </a:txBody>
                  <a:tcPr marL="5715" marR="5715" marT="5715" marB="0" anchor="b">
                    <a:lnL>
                      <a:noFill/>
                    </a:lnL>
                    <a:lnR>
                      <a:noFill/>
                    </a:lnR>
                    <a:lnT>
                      <a:noFill/>
                    </a:lnT>
                    <a:lnB>
                      <a:noFill/>
                    </a:lnB>
                  </a:tcPr>
                </a:tc>
                <a:extLst>
                  <a:ext uri="{0D108BD9-81ED-4DB2-BD59-A6C34878D82A}">
                    <a16:rowId xmlns:a16="http://schemas.microsoft.com/office/drawing/2014/main" val="983389531"/>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0.852</a:t>
                      </a:r>
                    </a:p>
                  </a:txBody>
                  <a:tcPr marL="5715" marR="5715" marT="5715" marB="0" anchor="b">
                    <a:lnL>
                      <a:noFill/>
                    </a:lnL>
                    <a:lnR>
                      <a:noFill/>
                    </a:lnR>
                    <a:lnT>
                      <a:noFill/>
                    </a:lnT>
                    <a:lnB>
                      <a:noFill/>
                    </a:lnB>
                  </a:tcPr>
                </a:tc>
                <a:extLst>
                  <a:ext uri="{0D108BD9-81ED-4DB2-BD59-A6C34878D82A}">
                    <a16:rowId xmlns:a16="http://schemas.microsoft.com/office/drawing/2014/main" val="664181093"/>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0.887</a:t>
                      </a:r>
                    </a:p>
                  </a:txBody>
                  <a:tcPr marL="5715" marR="5715" marT="5715" marB="0" anchor="b">
                    <a:lnL>
                      <a:noFill/>
                    </a:lnL>
                    <a:lnR>
                      <a:noFill/>
                    </a:lnR>
                    <a:lnT>
                      <a:noFill/>
                    </a:lnT>
                    <a:lnB>
                      <a:noFill/>
                    </a:lnB>
                  </a:tcPr>
                </a:tc>
                <a:extLst>
                  <a:ext uri="{0D108BD9-81ED-4DB2-BD59-A6C34878D82A}">
                    <a16:rowId xmlns:a16="http://schemas.microsoft.com/office/drawing/2014/main" val="1624230041"/>
                  </a:ext>
                </a:extLst>
              </a:tr>
            </a:tbl>
          </a:graphicData>
        </a:graphic>
      </p:graphicFrame>
      <p:pic>
        <p:nvPicPr>
          <p:cNvPr id="35" name="Picture 34"/>
          <p:cNvPicPr>
            <a:picLocks noChangeAspect="1"/>
          </p:cNvPicPr>
          <p:nvPr/>
        </p:nvPicPr>
        <p:blipFill>
          <a:blip r:embed="rId2"/>
          <a:stretch>
            <a:fillRect/>
          </a:stretch>
        </p:blipFill>
        <p:spPr>
          <a:xfrm>
            <a:off x="5207964" y="147972"/>
            <a:ext cx="3999675" cy="3204828"/>
          </a:xfrm>
          <a:prstGeom prst="rect">
            <a:avLst/>
          </a:prstGeom>
        </p:spPr>
      </p:pic>
      <p:pic>
        <p:nvPicPr>
          <p:cNvPr id="36" name="Picture 35"/>
          <p:cNvPicPr>
            <a:picLocks noChangeAspect="1"/>
          </p:cNvPicPr>
          <p:nvPr/>
        </p:nvPicPr>
        <p:blipFill>
          <a:blip r:embed="rId3"/>
          <a:stretch>
            <a:fillRect/>
          </a:stretch>
        </p:blipFill>
        <p:spPr>
          <a:xfrm>
            <a:off x="4637587" y="3465016"/>
            <a:ext cx="4125413" cy="3305578"/>
          </a:xfrm>
          <a:prstGeom prst="rect">
            <a:avLst/>
          </a:prstGeom>
        </p:spPr>
      </p:pic>
      <p:sp>
        <p:nvSpPr>
          <p:cNvPr id="2" name="Slide Number Placeholder 1">
            <a:extLst>
              <a:ext uri="{FF2B5EF4-FFF2-40B4-BE49-F238E27FC236}">
                <a16:creationId xmlns:a16="http://schemas.microsoft.com/office/drawing/2014/main" id="{0A995535-20CF-440E-BA3F-B4CAC053AFB1}"/>
              </a:ext>
            </a:extLst>
          </p:cNvPr>
          <p:cNvSpPr>
            <a:spLocks noGrp="1"/>
          </p:cNvSpPr>
          <p:nvPr>
            <p:ph type="sldNum" sz="quarter" idx="12"/>
          </p:nvPr>
        </p:nvSpPr>
        <p:spPr/>
        <p:txBody>
          <a:bodyPr/>
          <a:lstStyle/>
          <a:p>
            <a:pPr>
              <a:defRPr/>
            </a:pPr>
            <a:fld id="{3DEAF3BF-11C4-4504-A2C2-F31678299685}" type="slidenum">
              <a:rPr lang="en-US" smtClean="0"/>
              <a:pPr>
                <a:defRPr/>
              </a:pPr>
              <a:t>36</a:t>
            </a:fld>
            <a:endParaRPr lang="th-TH"/>
          </a:p>
        </p:txBody>
      </p:sp>
    </p:spTree>
    <p:extLst>
      <p:ext uri="{BB962C8B-B14F-4D97-AF65-F5344CB8AC3E}">
        <p14:creationId xmlns:p14="http://schemas.microsoft.com/office/powerpoint/2010/main" val="25068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300"/>
                            </p:stCondLst>
                            <p:childTnLst>
                              <p:par>
                                <p:cTn id="9" presetID="22" presetClass="entr" presetSubtype="8"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3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3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left)">
                                      <p:cBhvr>
                                        <p:cTn id="21" dur="300"/>
                                        <p:tgtEl>
                                          <p:spTgt spid="32"/>
                                        </p:tgtEl>
                                      </p:cBhvr>
                                    </p:animEffect>
                                  </p:childTnLst>
                                </p:cTn>
                              </p:par>
                              <p:par>
                                <p:cTn id="22" presetID="22" presetClass="entr" presetSubtype="8"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left)">
                                      <p:cBhvr>
                                        <p:cTn id="24" dur="300"/>
                                        <p:tgtEl>
                                          <p:spTgt spid="27"/>
                                        </p:tgtEl>
                                      </p:cBhvr>
                                    </p:animEffect>
                                  </p:childTnLst>
                                </p:cTn>
                              </p:par>
                              <p:par>
                                <p:cTn id="25" presetID="22" presetClass="entr" presetSubtype="8"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300"/>
                                        <p:tgtEl>
                                          <p:spTgt spid="28"/>
                                        </p:tgtEl>
                                      </p:cBhvr>
                                    </p:animEffect>
                                  </p:childTnLst>
                                </p:cTn>
                              </p:par>
                              <p:par>
                                <p:cTn id="28" presetID="22" presetClass="entr" presetSubtype="8" fill="hold"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wipe(left)">
                                      <p:cBhvr>
                                        <p:cTn id="30" dur="3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1206311" y="133982"/>
            <a:ext cx="1629444" cy="6482718"/>
            <a:chOff x="112888" y="104414"/>
            <a:chExt cx="2172592" cy="8643624"/>
          </a:xfrm>
        </p:grpSpPr>
        <p:sp>
          <p:nvSpPr>
            <p:cNvPr id="10" name="TextBox 9"/>
            <p:cNvSpPr txBox="1"/>
            <p:nvPr/>
          </p:nvSpPr>
          <p:spPr>
            <a:xfrm>
              <a:off x="146755" y="124179"/>
              <a:ext cx="2138725" cy="553997"/>
            </a:xfrm>
            <a:prstGeom prst="rect">
              <a:avLst/>
            </a:prstGeom>
            <a:noFill/>
          </p:spPr>
          <p:txBody>
            <a:bodyPr wrap="square" rtlCol="0">
              <a:spAutoFit/>
            </a:bodyPr>
            <a:lstStyle/>
            <a:p>
              <a:r>
                <a:rPr lang="en-GB" sz="2100" b="1" dirty="0">
                  <a:solidFill>
                    <a:srgbClr val="0070C0"/>
                  </a:solidFill>
                  <a:latin typeface="Angsana New" panose="02020603050405020304" pitchFamily="18" charset="-34"/>
                </a:rPr>
                <a:t>Data   </a:t>
              </a:r>
              <a:r>
                <a:rPr lang="en-GB" sz="2100" b="1" dirty="0">
                  <a:solidFill>
                    <a:srgbClr val="00B050"/>
                  </a:solidFill>
                  <a:latin typeface="Angsana New" panose="02020603050405020304" pitchFamily="18" charset="-34"/>
                </a:rPr>
                <a:t>Frequency</a:t>
              </a:r>
              <a:endParaRPr lang="th-TH" sz="2100" b="1" dirty="0">
                <a:solidFill>
                  <a:srgbClr val="00B050"/>
                </a:solidFill>
                <a:latin typeface="Angsana New" panose="02020603050405020304" pitchFamily="18" charset="-34"/>
              </a:endParaRPr>
            </a:p>
          </p:txBody>
        </p:sp>
        <p:cxnSp>
          <p:nvCxnSpPr>
            <p:cNvPr id="16" name="Straight Connector 15"/>
            <p:cNvCxnSpPr/>
            <p:nvPr/>
          </p:nvCxnSpPr>
          <p:spPr>
            <a:xfrm>
              <a:off x="112888" y="104414"/>
              <a:ext cx="200942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18531" y="730951"/>
              <a:ext cx="200942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24175" y="8748038"/>
              <a:ext cx="2009423"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2645256" y="127823"/>
            <a:ext cx="1265767" cy="6488877"/>
            <a:chOff x="4046558" y="110057"/>
            <a:chExt cx="1687689" cy="8651836"/>
          </a:xfrm>
        </p:grpSpPr>
        <p:sp>
          <p:nvSpPr>
            <p:cNvPr id="11" name="TextBox 10"/>
            <p:cNvSpPr txBox="1"/>
            <p:nvPr/>
          </p:nvSpPr>
          <p:spPr>
            <a:xfrm>
              <a:off x="4046558" y="110057"/>
              <a:ext cx="1687689" cy="704467"/>
            </a:xfrm>
            <a:prstGeom prst="rect">
              <a:avLst/>
            </a:prstGeom>
            <a:noFill/>
          </p:spPr>
          <p:txBody>
            <a:bodyPr wrap="square" rtlCol="0">
              <a:spAutoFit/>
            </a:bodyPr>
            <a:lstStyle/>
            <a:p>
              <a:pPr algn="ctr">
                <a:lnSpc>
                  <a:spcPts val="1650"/>
                </a:lnSpc>
              </a:pPr>
              <a:r>
                <a:rPr lang="en-GB" sz="2100" b="1" dirty="0">
                  <a:solidFill>
                    <a:srgbClr val="BC0024"/>
                  </a:solidFill>
                  <a:latin typeface="Angsana New" panose="02020603050405020304" pitchFamily="18" charset="-34"/>
                </a:rPr>
                <a:t>Empirical</a:t>
              </a:r>
            </a:p>
            <a:p>
              <a:pPr algn="ctr">
                <a:lnSpc>
                  <a:spcPts val="1650"/>
                </a:lnSpc>
              </a:pPr>
              <a:r>
                <a:rPr lang="en-GB" sz="2100" b="1" dirty="0" err="1">
                  <a:solidFill>
                    <a:srgbClr val="BC0024"/>
                  </a:solidFill>
                  <a:latin typeface="Angsana New" panose="02020603050405020304" pitchFamily="18" charset="-34"/>
                </a:rPr>
                <a:t>cdf</a:t>
              </a:r>
              <a:endParaRPr lang="th-TH" sz="2100" b="1" dirty="0">
                <a:solidFill>
                  <a:srgbClr val="BC0024"/>
                </a:solidFill>
                <a:latin typeface="Angsana New" panose="02020603050405020304" pitchFamily="18" charset="-34"/>
              </a:endParaRPr>
            </a:p>
          </p:txBody>
        </p:sp>
        <p:grpSp>
          <p:nvGrpSpPr>
            <p:cNvPr id="29" name="Group 28"/>
            <p:cNvGrpSpPr/>
            <p:nvPr/>
          </p:nvGrpSpPr>
          <p:grpSpPr>
            <a:xfrm>
              <a:off x="4300556" y="112623"/>
              <a:ext cx="1157648" cy="8649270"/>
              <a:chOff x="2274707" y="112623"/>
              <a:chExt cx="1157648" cy="8649270"/>
            </a:xfrm>
          </p:grpSpPr>
          <p:cxnSp>
            <p:nvCxnSpPr>
              <p:cNvPr id="19" name="Straight Connector 18"/>
              <p:cNvCxnSpPr/>
              <p:nvPr/>
            </p:nvCxnSpPr>
            <p:spPr>
              <a:xfrm>
                <a:off x="2274708" y="112623"/>
                <a:ext cx="1152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280355" y="750450"/>
                <a:ext cx="1152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274707" y="8761893"/>
                <a:ext cx="1152000"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grpSp>
        <p:nvGrpSpPr>
          <p:cNvPr id="32" name="Group 31"/>
          <p:cNvGrpSpPr/>
          <p:nvPr/>
        </p:nvGrpSpPr>
        <p:grpSpPr>
          <a:xfrm>
            <a:off x="3624696" y="133979"/>
            <a:ext cx="1265767" cy="6482721"/>
            <a:chOff x="3911591" y="104411"/>
            <a:chExt cx="1687689" cy="8643628"/>
          </a:xfrm>
        </p:grpSpPr>
        <p:sp>
          <p:nvSpPr>
            <p:cNvPr id="12" name="TextBox 11"/>
            <p:cNvSpPr txBox="1"/>
            <p:nvPr/>
          </p:nvSpPr>
          <p:spPr>
            <a:xfrm>
              <a:off x="3911591" y="115700"/>
              <a:ext cx="1687689" cy="704467"/>
            </a:xfrm>
            <a:prstGeom prst="rect">
              <a:avLst/>
            </a:prstGeom>
            <a:noFill/>
          </p:spPr>
          <p:txBody>
            <a:bodyPr wrap="square" rtlCol="0">
              <a:spAutoFit/>
            </a:bodyPr>
            <a:lstStyle/>
            <a:p>
              <a:pPr algn="ctr">
                <a:lnSpc>
                  <a:spcPts val="1650"/>
                </a:lnSpc>
              </a:pPr>
              <a:r>
                <a:rPr lang="en-GB" sz="2100" b="1" dirty="0">
                  <a:solidFill>
                    <a:schemeClr val="accent4">
                      <a:lumMod val="75000"/>
                    </a:schemeClr>
                  </a:solidFill>
                  <a:latin typeface="Angsana New" panose="02020603050405020304" pitchFamily="18" charset="-34"/>
                </a:rPr>
                <a:t>Normal</a:t>
              </a:r>
            </a:p>
            <a:p>
              <a:pPr algn="ctr">
                <a:lnSpc>
                  <a:spcPts val="1650"/>
                </a:lnSpc>
              </a:pPr>
              <a:r>
                <a:rPr lang="en-GB" sz="2100" b="1" dirty="0" err="1">
                  <a:solidFill>
                    <a:schemeClr val="accent4">
                      <a:lumMod val="75000"/>
                    </a:schemeClr>
                  </a:solidFill>
                  <a:latin typeface="Angsana New" panose="02020603050405020304" pitchFamily="18" charset="-34"/>
                </a:rPr>
                <a:t>cdf</a:t>
              </a:r>
              <a:endParaRPr lang="th-TH" sz="2100" b="1" dirty="0">
                <a:solidFill>
                  <a:schemeClr val="accent4">
                    <a:lumMod val="75000"/>
                  </a:schemeClr>
                </a:solidFill>
                <a:latin typeface="Angsana New" panose="02020603050405020304" pitchFamily="18" charset="-34"/>
              </a:endParaRPr>
            </a:p>
          </p:txBody>
        </p:sp>
        <p:grpSp>
          <p:nvGrpSpPr>
            <p:cNvPr id="30" name="Group 29"/>
            <p:cNvGrpSpPr/>
            <p:nvPr/>
          </p:nvGrpSpPr>
          <p:grpSpPr>
            <a:xfrm>
              <a:off x="4199458" y="104411"/>
              <a:ext cx="1204937" cy="8643628"/>
              <a:chOff x="3759196" y="104411"/>
              <a:chExt cx="1204937" cy="8643628"/>
            </a:xfrm>
          </p:grpSpPr>
          <p:cxnSp>
            <p:nvCxnSpPr>
              <p:cNvPr id="23" name="Straight Connector 22"/>
              <p:cNvCxnSpPr/>
              <p:nvPr/>
            </p:nvCxnSpPr>
            <p:spPr>
              <a:xfrm>
                <a:off x="3759197" y="104411"/>
                <a:ext cx="118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776133" y="730948"/>
                <a:ext cx="118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759196" y="8748039"/>
                <a:ext cx="1188000"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grpSp>
      </p:grpSp>
      <p:sp>
        <p:nvSpPr>
          <p:cNvPr id="33" name="TextBox 32"/>
          <p:cNvSpPr txBox="1"/>
          <p:nvPr/>
        </p:nvSpPr>
        <p:spPr>
          <a:xfrm>
            <a:off x="31169" y="86458"/>
            <a:ext cx="1309254" cy="507831"/>
          </a:xfrm>
          <a:prstGeom prst="rect">
            <a:avLst/>
          </a:prstGeom>
          <a:noFill/>
        </p:spPr>
        <p:txBody>
          <a:bodyPr wrap="square" rtlCol="0">
            <a:spAutoFit/>
          </a:bodyPr>
          <a:lstStyle/>
          <a:p>
            <a:r>
              <a:rPr lang="en-GB" sz="2700" b="1" dirty="0">
                <a:solidFill>
                  <a:srgbClr val="7030A0"/>
                </a:solidFill>
                <a:latin typeface="Angsana New" panose="02020603050405020304" pitchFamily="18" charset="-34"/>
              </a:rPr>
              <a:t>Example</a:t>
            </a:r>
            <a:endParaRPr lang="th-TH" sz="2700" b="1" dirty="0">
              <a:solidFill>
                <a:srgbClr val="7030A0"/>
              </a:solidFill>
              <a:latin typeface="Angsana New" panose="02020603050405020304" pitchFamily="18" charset="-34"/>
            </a:endParaRPr>
          </a:p>
        </p:txBody>
      </p:sp>
      <p:graphicFrame>
        <p:nvGraphicFramePr>
          <p:cNvPr id="37" name="Table 36"/>
          <p:cNvGraphicFramePr>
            <a:graphicFrameLocks noGrp="1"/>
          </p:cNvGraphicFramePr>
          <p:nvPr>
            <p:extLst>
              <p:ext uri="{D42A27DB-BD31-4B8C-83A1-F6EECF244321}">
                <p14:modId xmlns:p14="http://schemas.microsoft.com/office/powerpoint/2010/main" val="3056828185"/>
              </p:ext>
            </p:extLst>
          </p:nvPr>
        </p:nvGraphicFramePr>
        <p:xfrm>
          <a:off x="1142810" y="637119"/>
          <a:ext cx="1494046" cy="5987415"/>
        </p:xfrm>
        <a:graphic>
          <a:graphicData uri="http://schemas.openxmlformats.org/drawingml/2006/table">
            <a:tbl>
              <a:tblPr/>
              <a:tblGrid>
                <a:gridCol w="688965">
                  <a:extLst>
                    <a:ext uri="{9D8B030D-6E8A-4147-A177-3AD203B41FA5}">
                      <a16:colId xmlns:a16="http://schemas.microsoft.com/office/drawing/2014/main" val="2472553051"/>
                    </a:ext>
                  </a:extLst>
                </a:gridCol>
                <a:gridCol w="805081">
                  <a:extLst>
                    <a:ext uri="{9D8B030D-6E8A-4147-A177-3AD203B41FA5}">
                      <a16:colId xmlns:a16="http://schemas.microsoft.com/office/drawing/2014/main" val="1324516979"/>
                    </a:ext>
                  </a:extLst>
                </a:gridCol>
              </a:tblGrid>
              <a:tr h="226486">
                <a:tc>
                  <a:txBody>
                    <a:bodyPr/>
                    <a:lstStyle/>
                    <a:p>
                      <a:pPr algn="ctr" fontAlgn="b">
                        <a:lnSpc>
                          <a:spcPts val="2200"/>
                        </a:lnSpc>
                      </a:pPr>
                      <a:r>
                        <a:rPr lang="en-US" sz="2100" b="1" i="0" u="none" strike="noStrike" dirty="0">
                          <a:solidFill>
                            <a:srgbClr val="0070C0"/>
                          </a:solidFill>
                          <a:effectLst/>
                          <a:latin typeface="Angsana New" panose="02020603050405020304" pitchFamily="18" charset="-34"/>
                          <a:cs typeface="Angsana New" panose="02020603050405020304" pitchFamily="18" charset="-34"/>
                        </a:rPr>
                        <a:t>1.25</a:t>
                      </a:r>
                      <a:endParaRPr lang="th-TH" sz="2100" b="1" i="0" u="none" strike="noStrike" dirty="0">
                        <a:solidFill>
                          <a:srgbClr val="0070C0"/>
                        </a:solidFill>
                        <a:effectLst/>
                        <a:latin typeface="Angsana New" panose="02020603050405020304" pitchFamily="18" charset="-34"/>
                        <a:cs typeface="Angsana New" panose="02020603050405020304" pitchFamily="18" charset="-34"/>
                      </a:endParaRP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3994831958"/>
                  </a:ext>
                </a:extLst>
              </a:tr>
              <a:tr h="215265">
                <a:tc>
                  <a:txBody>
                    <a:bodyPr/>
                    <a:lstStyle/>
                    <a:p>
                      <a:pPr algn="ctr" fontAlgn="b">
                        <a:lnSpc>
                          <a:spcPts val="2200"/>
                        </a:lnSpc>
                      </a:pPr>
                      <a:r>
                        <a:rPr lang="en-US" sz="2100" b="1" i="0" u="none" strike="noStrike" dirty="0">
                          <a:solidFill>
                            <a:srgbClr val="0070C0"/>
                          </a:solidFill>
                          <a:effectLst/>
                          <a:latin typeface="Angsana New" panose="02020603050405020304" pitchFamily="18" charset="-34"/>
                          <a:cs typeface="Angsana New" panose="02020603050405020304" pitchFamily="18" charset="-34"/>
                        </a:rPr>
                        <a:t>1.50</a:t>
                      </a:r>
                      <a:endParaRPr lang="th-TH" sz="2100" b="1" i="0" u="none" strike="noStrike" dirty="0">
                        <a:solidFill>
                          <a:srgbClr val="0070C0"/>
                        </a:solidFill>
                        <a:effectLst/>
                        <a:latin typeface="Angsana New" panose="02020603050405020304" pitchFamily="18" charset="-34"/>
                        <a:cs typeface="Angsana New" panose="02020603050405020304" pitchFamily="18" charset="-34"/>
                      </a:endParaRP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560027778"/>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1.70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230921359"/>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2.10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484445012"/>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2.70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028469796"/>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2.92</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3562610917"/>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3.00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2</a:t>
                      </a:r>
                    </a:p>
                  </a:txBody>
                  <a:tcPr marL="5715" marR="5715" marT="5715" marB="0">
                    <a:lnL>
                      <a:noFill/>
                    </a:lnL>
                    <a:lnR>
                      <a:noFill/>
                    </a:lnR>
                    <a:lnT>
                      <a:noFill/>
                    </a:lnT>
                    <a:lnB>
                      <a:noFill/>
                    </a:lnB>
                  </a:tcPr>
                </a:tc>
                <a:extLst>
                  <a:ext uri="{0D108BD9-81ED-4DB2-BD59-A6C34878D82A}">
                    <a16:rowId xmlns:a16="http://schemas.microsoft.com/office/drawing/2014/main" val="1235453528"/>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3.10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1917400003"/>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3.16</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42278830"/>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3.23</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2</a:t>
                      </a:r>
                    </a:p>
                  </a:txBody>
                  <a:tcPr marL="5715" marR="5715" marT="5715" marB="0">
                    <a:lnL>
                      <a:noFill/>
                    </a:lnL>
                    <a:lnR>
                      <a:noFill/>
                    </a:lnR>
                    <a:lnT>
                      <a:noFill/>
                    </a:lnT>
                    <a:lnB>
                      <a:noFill/>
                    </a:lnB>
                  </a:tcPr>
                </a:tc>
                <a:extLst>
                  <a:ext uri="{0D108BD9-81ED-4DB2-BD59-A6C34878D82A}">
                    <a16:rowId xmlns:a16="http://schemas.microsoft.com/office/drawing/2014/main" val="2874218215"/>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3.45</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3914950971"/>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3.46</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648980599"/>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3.48</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89820012"/>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3.50</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3988116072"/>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3.53</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697602311"/>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3.56</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2874549629"/>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3.61</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606050901"/>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3.75</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1410121964"/>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3.77</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983389531"/>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3.82</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1</a:t>
                      </a:r>
                    </a:p>
                  </a:txBody>
                  <a:tcPr marL="5715" marR="5715" marT="5715" marB="0">
                    <a:lnL>
                      <a:noFill/>
                    </a:lnL>
                    <a:lnR>
                      <a:noFill/>
                    </a:lnR>
                    <a:lnT>
                      <a:noFill/>
                    </a:lnT>
                    <a:lnB>
                      <a:noFill/>
                    </a:lnB>
                  </a:tcPr>
                </a:tc>
                <a:extLst>
                  <a:ext uri="{0D108BD9-81ED-4DB2-BD59-A6C34878D82A}">
                    <a16:rowId xmlns:a16="http://schemas.microsoft.com/office/drawing/2014/main" val="664181093"/>
                  </a:ext>
                </a:extLst>
              </a:tr>
              <a:tr h="215265">
                <a:tc>
                  <a:txBody>
                    <a:bodyPr/>
                    <a:lstStyle/>
                    <a:p>
                      <a:pPr algn="ctr" fontAlgn="b">
                        <a:lnSpc>
                          <a:spcPts val="2200"/>
                        </a:lnSpc>
                      </a:pPr>
                      <a:r>
                        <a:rPr lang="th-TH" sz="2100" b="1" i="0" u="none" strike="noStrike" dirty="0">
                          <a:solidFill>
                            <a:srgbClr val="0070C0"/>
                          </a:solidFill>
                          <a:effectLst/>
                          <a:latin typeface="Angsana New" panose="02020603050405020304" pitchFamily="18" charset="-34"/>
                          <a:cs typeface="Angsana New" panose="02020603050405020304" pitchFamily="18" charset="-34"/>
                        </a:rPr>
                        <a:t>3.92</a:t>
                      </a:r>
                    </a:p>
                  </a:txBody>
                  <a:tcPr marL="5715" marR="5715" marT="5715" marB="0">
                    <a:lnL>
                      <a:noFill/>
                    </a:lnL>
                    <a:lnR>
                      <a:noFill/>
                    </a:lnR>
                    <a:lnT>
                      <a:noFill/>
                    </a:lnT>
                    <a:lnB>
                      <a:noFill/>
                    </a:lnB>
                    <a:noFill/>
                  </a:tcPr>
                </a:tc>
                <a:tc>
                  <a:txBody>
                    <a:bodyPr/>
                    <a:lstStyle/>
                    <a:p>
                      <a:pPr algn="ctr" fontAlgn="b">
                        <a:lnSpc>
                          <a:spcPts val="2200"/>
                        </a:lnSpc>
                      </a:pPr>
                      <a:r>
                        <a:rPr lang="th-TH" sz="2100" b="1" i="0" u="none" strike="noStrike" dirty="0">
                          <a:solidFill>
                            <a:srgbClr val="00B050"/>
                          </a:solidFill>
                          <a:effectLst/>
                          <a:latin typeface="Angsana New" panose="02020603050405020304" pitchFamily="18" charset="-34"/>
                          <a:cs typeface="Angsana New" panose="02020603050405020304" pitchFamily="18" charset="-34"/>
                        </a:rPr>
                        <a:t>2</a:t>
                      </a:r>
                    </a:p>
                  </a:txBody>
                  <a:tcPr marL="5715" marR="5715" marT="5715" marB="0">
                    <a:lnL>
                      <a:noFill/>
                    </a:lnL>
                    <a:lnR>
                      <a:noFill/>
                    </a:lnR>
                    <a:lnT>
                      <a:noFill/>
                    </a:lnT>
                    <a:lnB>
                      <a:noFill/>
                    </a:lnB>
                  </a:tcPr>
                </a:tc>
                <a:extLst>
                  <a:ext uri="{0D108BD9-81ED-4DB2-BD59-A6C34878D82A}">
                    <a16:rowId xmlns:a16="http://schemas.microsoft.com/office/drawing/2014/main" val="1624230041"/>
                  </a:ext>
                </a:extLst>
              </a:tr>
            </a:tbl>
          </a:graphicData>
        </a:graphic>
      </p:graphicFrame>
      <p:graphicFrame>
        <p:nvGraphicFramePr>
          <p:cNvPr id="38" name="Table 37"/>
          <p:cNvGraphicFramePr>
            <a:graphicFrameLocks noGrp="1"/>
          </p:cNvGraphicFramePr>
          <p:nvPr>
            <p:extLst>
              <p:ext uri="{D42A27DB-BD31-4B8C-83A1-F6EECF244321}">
                <p14:modId xmlns:p14="http://schemas.microsoft.com/office/powerpoint/2010/main" val="3507084259"/>
              </p:ext>
            </p:extLst>
          </p:nvPr>
        </p:nvGraphicFramePr>
        <p:xfrm>
          <a:off x="2757648" y="635000"/>
          <a:ext cx="973666" cy="5987415"/>
        </p:xfrm>
        <a:graphic>
          <a:graphicData uri="http://schemas.openxmlformats.org/drawingml/2006/table">
            <a:tbl>
              <a:tblPr/>
              <a:tblGrid>
                <a:gridCol w="973666">
                  <a:extLst>
                    <a:ext uri="{9D8B030D-6E8A-4147-A177-3AD203B41FA5}">
                      <a16:colId xmlns:a16="http://schemas.microsoft.com/office/drawing/2014/main" val="703370563"/>
                    </a:ext>
                  </a:extLst>
                </a:gridCol>
              </a:tblGrid>
              <a:tr h="226486">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0.040</a:t>
                      </a:r>
                    </a:p>
                  </a:txBody>
                  <a:tcPr marL="5715" marR="5715" marT="5715" marB="0" anchor="b">
                    <a:lnL>
                      <a:noFill/>
                    </a:lnL>
                    <a:lnR>
                      <a:noFill/>
                    </a:lnR>
                    <a:lnT>
                      <a:noFill/>
                    </a:lnT>
                    <a:lnB>
                      <a:noFill/>
                    </a:lnB>
                  </a:tcPr>
                </a:tc>
                <a:extLst>
                  <a:ext uri="{0D108BD9-81ED-4DB2-BD59-A6C34878D82A}">
                    <a16:rowId xmlns:a16="http://schemas.microsoft.com/office/drawing/2014/main" val="3994831958"/>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0.080</a:t>
                      </a:r>
                    </a:p>
                  </a:txBody>
                  <a:tcPr marL="5715" marR="5715" marT="5715" marB="0" anchor="b">
                    <a:lnL>
                      <a:noFill/>
                    </a:lnL>
                    <a:lnR>
                      <a:noFill/>
                    </a:lnR>
                    <a:lnT>
                      <a:noFill/>
                    </a:lnT>
                    <a:lnB>
                      <a:noFill/>
                    </a:lnB>
                  </a:tcPr>
                </a:tc>
                <a:extLst>
                  <a:ext uri="{0D108BD9-81ED-4DB2-BD59-A6C34878D82A}">
                    <a16:rowId xmlns:a16="http://schemas.microsoft.com/office/drawing/2014/main" val="2560027778"/>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0.120</a:t>
                      </a:r>
                    </a:p>
                  </a:txBody>
                  <a:tcPr marL="5715" marR="5715" marT="5715" marB="0" anchor="b">
                    <a:lnL>
                      <a:noFill/>
                    </a:lnL>
                    <a:lnR>
                      <a:noFill/>
                    </a:lnR>
                    <a:lnT>
                      <a:noFill/>
                    </a:lnT>
                    <a:lnB>
                      <a:noFill/>
                    </a:lnB>
                  </a:tcPr>
                </a:tc>
                <a:extLst>
                  <a:ext uri="{0D108BD9-81ED-4DB2-BD59-A6C34878D82A}">
                    <a16:rowId xmlns:a16="http://schemas.microsoft.com/office/drawing/2014/main" val="2230921359"/>
                  </a:ext>
                </a:extLst>
              </a:tr>
              <a:tr h="215265">
                <a:tc>
                  <a:txBody>
                    <a:bodyPr/>
                    <a:lstStyle/>
                    <a:p>
                      <a:pPr algn="ctr" fontAlgn="b">
                        <a:lnSpc>
                          <a:spcPts val="2200"/>
                        </a:lnSpc>
                      </a:pPr>
                      <a:r>
                        <a:rPr lang="th-TH" sz="2100" b="1" i="0" u="none" strike="noStrike" dirty="0">
                          <a:solidFill>
                            <a:srgbClr val="C00000"/>
                          </a:solidFill>
                          <a:effectLst/>
                          <a:latin typeface="Angsana New" panose="02020603050405020304" pitchFamily="18" charset="-34"/>
                          <a:cs typeface="Angsana New" panose="02020603050405020304" pitchFamily="18" charset="-34"/>
                        </a:rPr>
                        <a:t>0.160</a:t>
                      </a:r>
                    </a:p>
                  </a:txBody>
                  <a:tcPr marL="5715" marR="5715" marT="5715" marB="0" anchor="b">
                    <a:lnL>
                      <a:noFill/>
                    </a:lnL>
                    <a:lnR>
                      <a:noFill/>
                    </a:lnR>
                    <a:lnT>
                      <a:noFill/>
                    </a:lnT>
                    <a:lnB>
                      <a:noFill/>
                    </a:lnB>
                  </a:tcPr>
                </a:tc>
                <a:extLst>
                  <a:ext uri="{0D108BD9-81ED-4DB2-BD59-A6C34878D82A}">
                    <a16:rowId xmlns:a16="http://schemas.microsoft.com/office/drawing/2014/main" val="2484445012"/>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0.240</a:t>
                      </a:r>
                    </a:p>
                  </a:txBody>
                  <a:tcPr marL="5715" marR="5715" marT="5715" marB="0" anchor="b">
                    <a:lnL>
                      <a:noFill/>
                    </a:lnL>
                    <a:lnR>
                      <a:noFill/>
                    </a:lnR>
                    <a:lnT>
                      <a:noFill/>
                    </a:lnT>
                    <a:lnB>
                      <a:noFill/>
                    </a:lnB>
                  </a:tcPr>
                </a:tc>
                <a:extLst>
                  <a:ext uri="{0D108BD9-81ED-4DB2-BD59-A6C34878D82A}">
                    <a16:rowId xmlns:a16="http://schemas.microsoft.com/office/drawing/2014/main" val="2028469796"/>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0.280</a:t>
                      </a:r>
                    </a:p>
                  </a:txBody>
                  <a:tcPr marL="5715" marR="5715" marT="5715" marB="0" anchor="b">
                    <a:lnL>
                      <a:noFill/>
                    </a:lnL>
                    <a:lnR>
                      <a:noFill/>
                    </a:lnR>
                    <a:lnT>
                      <a:noFill/>
                    </a:lnT>
                    <a:lnB>
                      <a:noFill/>
                    </a:lnB>
                  </a:tcPr>
                </a:tc>
                <a:extLst>
                  <a:ext uri="{0D108BD9-81ED-4DB2-BD59-A6C34878D82A}">
                    <a16:rowId xmlns:a16="http://schemas.microsoft.com/office/drawing/2014/main" val="3562610917"/>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0.360</a:t>
                      </a:r>
                    </a:p>
                  </a:txBody>
                  <a:tcPr marL="5715" marR="5715" marT="5715" marB="0" anchor="b">
                    <a:lnL>
                      <a:noFill/>
                    </a:lnL>
                    <a:lnR>
                      <a:noFill/>
                    </a:lnR>
                    <a:lnT>
                      <a:noFill/>
                    </a:lnT>
                    <a:lnB>
                      <a:noFill/>
                    </a:lnB>
                  </a:tcPr>
                </a:tc>
                <a:extLst>
                  <a:ext uri="{0D108BD9-81ED-4DB2-BD59-A6C34878D82A}">
                    <a16:rowId xmlns:a16="http://schemas.microsoft.com/office/drawing/2014/main" val="1235453528"/>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0.400</a:t>
                      </a:r>
                    </a:p>
                  </a:txBody>
                  <a:tcPr marL="5715" marR="5715" marT="5715" marB="0" anchor="b">
                    <a:lnL>
                      <a:noFill/>
                    </a:lnL>
                    <a:lnR>
                      <a:noFill/>
                    </a:lnR>
                    <a:lnT>
                      <a:noFill/>
                    </a:lnT>
                    <a:lnB>
                      <a:noFill/>
                    </a:lnB>
                  </a:tcPr>
                </a:tc>
                <a:extLst>
                  <a:ext uri="{0D108BD9-81ED-4DB2-BD59-A6C34878D82A}">
                    <a16:rowId xmlns:a16="http://schemas.microsoft.com/office/drawing/2014/main" val="1917400003"/>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0.440</a:t>
                      </a:r>
                    </a:p>
                  </a:txBody>
                  <a:tcPr marL="5715" marR="5715" marT="5715" marB="0" anchor="b">
                    <a:lnL>
                      <a:noFill/>
                    </a:lnL>
                    <a:lnR>
                      <a:noFill/>
                    </a:lnR>
                    <a:lnT>
                      <a:noFill/>
                    </a:lnT>
                    <a:lnB>
                      <a:noFill/>
                    </a:lnB>
                  </a:tcPr>
                </a:tc>
                <a:extLst>
                  <a:ext uri="{0D108BD9-81ED-4DB2-BD59-A6C34878D82A}">
                    <a16:rowId xmlns:a16="http://schemas.microsoft.com/office/drawing/2014/main" val="242278830"/>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0.520</a:t>
                      </a:r>
                    </a:p>
                  </a:txBody>
                  <a:tcPr marL="5715" marR="5715" marT="5715" marB="0" anchor="b">
                    <a:lnL>
                      <a:noFill/>
                    </a:lnL>
                    <a:lnR>
                      <a:noFill/>
                    </a:lnR>
                    <a:lnT>
                      <a:noFill/>
                    </a:lnT>
                    <a:lnB>
                      <a:noFill/>
                    </a:lnB>
                  </a:tcPr>
                </a:tc>
                <a:extLst>
                  <a:ext uri="{0D108BD9-81ED-4DB2-BD59-A6C34878D82A}">
                    <a16:rowId xmlns:a16="http://schemas.microsoft.com/office/drawing/2014/main" val="2874218215"/>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0.560</a:t>
                      </a:r>
                    </a:p>
                  </a:txBody>
                  <a:tcPr marL="5715" marR="5715" marT="5715" marB="0" anchor="b">
                    <a:lnL>
                      <a:noFill/>
                    </a:lnL>
                    <a:lnR>
                      <a:noFill/>
                    </a:lnR>
                    <a:lnT>
                      <a:noFill/>
                    </a:lnT>
                    <a:lnB>
                      <a:noFill/>
                    </a:lnB>
                  </a:tcPr>
                </a:tc>
                <a:extLst>
                  <a:ext uri="{0D108BD9-81ED-4DB2-BD59-A6C34878D82A}">
                    <a16:rowId xmlns:a16="http://schemas.microsoft.com/office/drawing/2014/main" val="3914950971"/>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0.600</a:t>
                      </a:r>
                    </a:p>
                  </a:txBody>
                  <a:tcPr marL="5715" marR="5715" marT="5715" marB="0" anchor="b">
                    <a:lnL>
                      <a:noFill/>
                    </a:lnL>
                    <a:lnR>
                      <a:noFill/>
                    </a:lnR>
                    <a:lnT>
                      <a:noFill/>
                    </a:lnT>
                    <a:lnB>
                      <a:noFill/>
                    </a:lnB>
                  </a:tcPr>
                </a:tc>
                <a:extLst>
                  <a:ext uri="{0D108BD9-81ED-4DB2-BD59-A6C34878D82A}">
                    <a16:rowId xmlns:a16="http://schemas.microsoft.com/office/drawing/2014/main" val="648980599"/>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0.640</a:t>
                      </a:r>
                    </a:p>
                  </a:txBody>
                  <a:tcPr marL="5715" marR="5715" marT="5715" marB="0" anchor="b">
                    <a:lnL>
                      <a:noFill/>
                    </a:lnL>
                    <a:lnR>
                      <a:noFill/>
                    </a:lnR>
                    <a:lnT>
                      <a:noFill/>
                    </a:lnT>
                    <a:lnB>
                      <a:noFill/>
                    </a:lnB>
                  </a:tcPr>
                </a:tc>
                <a:extLst>
                  <a:ext uri="{0D108BD9-81ED-4DB2-BD59-A6C34878D82A}">
                    <a16:rowId xmlns:a16="http://schemas.microsoft.com/office/drawing/2014/main" val="89820012"/>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0.680</a:t>
                      </a:r>
                    </a:p>
                  </a:txBody>
                  <a:tcPr marL="5715" marR="5715" marT="5715" marB="0" anchor="b">
                    <a:lnL>
                      <a:noFill/>
                    </a:lnL>
                    <a:lnR>
                      <a:noFill/>
                    </a:lnR>
                    <a:lnT>
                      <a:noFill/>
                    </a:lnT>
                    <a:lnB>
                      <a:noFill/>
                    </a:lnB>
                  </a:tcPr>
                </a:tc>
                <a:extLst>
                  <a:ext uri="{0D108BD9-81ED-4DB2-BD59-A6C34878D82A}">
                    <a16:rowId xmlns:a16="http://schemas.microsoft.com/office/drawing/2014/main" val="3988116072"/>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0.720</a:t>
                      </a:r>
                    </a:p>
                  </a:txBody>
                  <a:tcPr marL="5715" marR="5715" marT="5715" marB="0" anchor="b">
                    <a:lnL>
                      <a:noFill/>
                    </a:lnL>
                    <a:lnR>
                      <a:noFill/>
                    </a:lnR>
                    <a:lnT>
                      <a:noFill/>
                    </a:lnT>
                    <a:lnB>
                      <a:noFill/>
                    </a:lnB>
                  </a:tcPr>
                </a:tc>
                <a:extLst>
                  <a:ext uri="{0D108BD9-81ED-4DB2-BD59-A6C34878D82A}">
                    <a16:rowId xmlns:a16="http://schemas.microsoft.com/office/drawing/2014/main" val="697602311"/>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0.760</a:t>
                      </a:r>
                    </a:p>
                  </a:txBody>
                  <a:tcPr marL="5715" marR="5715" marT="5715" marB="0" anchor="b">
                    <a:lnL>
                      <a:noFill/>
                    </a:lnL>
                    <a:lnR>
                      <a:noFill/>
                    </a:lnR>
                    <a:lnT>
                      <a:noFill/>
                    </a:lnT>
                    <a:lnB>
                      <a:noFill/>
                    </a:lnB>
                  </a:tcPr>
                </a:tc>
                <a:extLst>
                  <a:ext uri="{0D108BD9-81ED-4DB2-BD59-A6C34878D82A}">
                    <a16:rowId xmlns:a16="http://schemas.microsoft.com/office/drawing/2014/main" val="2874549629"/>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0.800</a:t>
                      </a:r>
                    </a:p>
                  </a:txBody>
                  <a:tcPr marL="5715" marR="5715" marT="5715" marB="0" anchor="b">
                    <a:lnL>
                      <a:noFill/>
                    </a:lnL>
                    <a:lnR>
                      <a:noFill/>
                    </a:lnR>
                    <a:lnT>
                      <a:noFill/>
                    </a:lnT>
                    <a:lnB>
                      <a:noFill/>
                    </a:lnB>
                  </a:tcPr>
                </a:tc>
                <a:extLst>
                  <a:ext uri="{0D108BD9-81ED-4DB2-BD59-A6C34878D82A}">
                    <a16:rowId xmlns:a16="http://schemas.microsoft.com/office/drawing/2014/main" val="606050901"/>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0.840</a:t>
                      </a:r>
                    </a:p>
                  </a:txBody>
                  <a:tcPr marL="5715" marR="5715" marT="5715" marB="0" anchor="b">
                    <a:lnL>
                      <a:noFill/>
                    </a:lnL>
                    <a:lnR>
                      <a:noFill/>
                    </a:lnR>
                    <a:lnT>
                      <a:noFill/>
                    </a:lnT>
                    <a:lnB>
                      <a:noFill/>
                    </a:lnB>
                  </a:tcPr>
                </a:tc>
                <a:extLst>
                  <a:ext uri="{0D108BD9-81ED-4DB2-BD59-A6C34878D82A}">
                    <a16:rowId xmlns:a16="http://schemas.microsoft.com/office/drawing/2014/main" val="1410121964"/>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0.880</a:t>
                      </a:r>
                    </a:p>
                  </a:txBody>
                  <a:tcPr marL="5715" marR="5715" marT="5715" marB="0" anchor="b">
                    <a:lnL>
                      <a:noFill/>
                    </a:lnL>
                    <a:lnR>
                      <a:noFill/>
                    </a:lnR>
                    <a:lnT>
                      <a:noFill/>
                    </a:lnT>
                    <a:lnB>
                      <a:noFill/>
                    </a:lnB>
                  </a:tcPr>
                </a:tc>
                <a:extLst>
                  <a:ext uri="{0D108BD9-81ED-4DB2-BD59-A6C34878D82A}">
                    <a16:rowId xmlns:a16="http://schemas.microsoft.com/office/drawing/2014/main" val="983389531"/>
                  </a:ext>
                </a:extLst>
              </a:tr>
              <a:tr h="215265">
                <a:tc>
                  <a:txBody>
                    <a:bodyPr/>
                    <a:lstStyle/>
                    <a:p>
                      <a:pPr algn="ctr" fontAlgn="b">
                        <a:lnSpc>
                          <a:spcPts val="2200"/>
                        </a:lnSpc>
                      </a:pPr>
                      <a:r>
                        <a:rPr lang="th-TH" sz="2100" b="1" i="0" u="none" strike="noStrike">
                          <a:solidFill>
                            <a:srgbClr val="C00000"/>
                          </a:solidFill>
                          <a:effectLst/>
                          <a:latin typeface="Angsana New" panose="02020603050405020304" pitchFamily="18" charset="-34"/>
                          <a:cs typeface="Angsana New" panose="02020603050405020304" pitchFamily="18" charset="-34"/>
                        </a:rPr>
                        <a:t>0.920</a:t>
                      </a:r>
                    </a:p>
                  </a:txBody>
                  <a:tcPr marL="5715" marR="5715" marT="5715" marB="0" anchor="b">
                    <a:lnL>
                      <a:noFill/>
                    </a:lnL>
                    <a:lnR>
                      <a:noFill/>
                    </a:lnR>
                    <a:lnT>
                      <a:noFill/>
                    </a:lnT>
                    <a:lnB>
                      <a:noFill/>
                    </a:lnB>
                  </a:tcPr>
                </a:tc>
                <a:extLst>
                  <a:ext uri="{0D108BD9-81ED-4DB2-BD59-A6C34878D82A}">
                    <a16:rowId xmlns:a16="http://schemas.microsoft.com/office/drawing/2014/main" val="664181093"/>
                  </a:ext>
                </a:extLst>
              </a:tr>
              <a:tr h="215265">
                <a:tc>
                  <a:txBody>
                    <a:bodyPr/>
                    <a:lstStyle/>
                    <a:p>
                      <a:pPr algn="ctr" fontAlgn="b">
                        <a:lnSpc>
                          <a:spcPts val="2200"/>
                        </a:lnSpc>
                      </a:pPr>
                      <a:r>
                        <a:rPr lang="th-TH" sz="2100" b="1" i="0" u="none" strike="noStrike" dirty="0">
                          <a:solidFill>
                            <a:srgbClr val="C00000"/>
                          </a:solidFill>
                          <a:effectLst/>
                          <a:latin typeface="Angsana New" panose="02020603050405020304" pitchFamily="18" charset="-34"/>
                          <a:cs typeface="Angsana New" panose="02020603050405020304" pitchFamily="18" charset="-34"/>
                        </a:rPr>
                        <a:t>1.000</a:t>
                      </a:r>
                    </a:p>
                  </a:txBody>
                  <a:tcPr marL="5715" marR="5715" marT="5715" marB="0" anchor="b">
                    <a:lnL>
                      <a:noFill/>
                    </a:lnL>
                    <a:lnR>
                      <a:noFill/>
                    </a:lnR>
                    <a:lnT>
                      <a:noFill/>
                    </a:lnT>
                    <a:lnB>
                      <a:noFill/>
                    </a:lnB>
                  </a:tcPr>
                </a:tc>
                <a:extLst>
                  <a:ext uri="{0D108BD9-81ED-4DB2-BD59-A6C34878D82A}">
                    <a16:rowId xmlns:a16="http://schemas.microsoft.com/office/drawing/2014/main" val="1624230041"/>
                  </a:ext>
                </a:extLst>
              </a:tr>
            </a:tbl>
          </a:graphicData>
        </a:graphic>
      </p:graphicFrame>
      <p:graphicFrame>
        <p:nvGraphicFramePr>
          <p:cNvPr id="39" name="Table 38"/>
          <p:cNvGraphicFramePr>
            <a:graphicFrameLocks noGrp="1"/>
          </p:cNvGraphicFramePr>
          <p:nvPr>
            <p:extLst>
              <p:ext uri="{D42A27DB-BD31-4B8C-83A1-F6EECF244321}">
                <p14:modId xmlns:p14="http://schemas.microsoft.com/office/powerpoint/2010/main" val="3151392137"/>
              </p:ext>
            </p:extLst>
          </p:nvPr>
        </p:nvGraphicFramePr>
        <p:xfrm>
          <a:off x="3770604" y="641814"/>
          <a:ext cx="973666" cy="5987415"/>
        </p:xfrm>
        <a:graphic>
          <a:graphicData uri="http://schemas.openxmlformats.org/drawingml/2006/table">
            <a:tbl>
              <a:tblPr/>
              <a:tblGrid>
                <a:gridCol w="973666">
                  <a:extLst>
                    <a:ext uri="{9D8B030D-6E8A-4147-A177-3AD203B41FA5}">
                      <a16:colId xmlns:a16="http://schemas.microsoft.com/office/drawing/2014/main" val="703370563"/>
                    </a:ext>
                  </a:extLst>
                </a:gridCol>
              </a:tblGrid>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0.007</a:t>
                      </a:r>
                    </a:p>
                  </a:txBody>
                  <a:tcPr marL="5715" marR="5715" marT="5715" marB="0" anchor="b">
                    <a:lnL>
                      <a:noFill/>
                    </a:lnL>
                    <a:lnR>
                      <a:noFill/>
                    </a:lnR>
                    <a:lnT>
                      <a:noFill/>
                    </a:lnT>
                    <a:lnB>
                      <a:noFill/>
                    </a:lnB>
                  </a:tcPr>
                </a:tc>
                <a:extLst>
                  <a:ext uri="{0D108BD9-81ED-4DB2-BD59-A6C34878D82A}">
                    <a16:rowId xmlns:a16="http://schemas.microsoft.com/office/drawing/2014/main" val="3994831958"/>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0.016</a:t>
                      </a:r>
                    </a:p>
                  </a:txBody>
                  <a:tcPr marL="5715" marR="5715" marT="5715" marB="0" anchor="b">
                    <a:lnL>
                      <a:noFill/>
                    </a:lnL>
                    <a:lnR>
                      <a:noFill/>
                    </a:lnR>
                    <a:lnT>
                      <a:noFill/>
                    </a:lnT>
                    <a:lnB>
                      <a:noFill/>
                    </a:lnB>
                  </a:tcPr>
                </a:tc>
                <a:extLst>
                  <a:ext uri="{0D108BD9-81ED-4DB2-BD59-A6C34878D82A}">
                    <a16:rowId xmlns:a16="http://schemas.microsoft.com/office/drawing/2014/main" val="2560027778"/>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0.031</a:t>
                      </a:r>
                    </a:p>
                  </a:txBody>
                  <a:tcPr marL="5715" marR="5715" marT="5715" marB="0" anchor="b">
                    <a:lnL>
                      <a:noFill/>
                    </a:lnL>
                    <a:lnR>
                      <a:noFill/>
                    </a:lnR>
                    <a:lnT>
                      <a:noFill/>
                    </a:lnT>
                    <a:lnB>
                      <a:noFill/>
                    </a:lnB>
                  </a:tcPr>
                </a:tc>
                <a:extLst>
                  <a:ext uri="{0D108BD9-81ED-4DB2-BD59-A6C34878D82A}">
                    <a16:rowId xmlns:a16="http://schemas.microsoft.com/office/drawing/2014/main" val="2230921359"/>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0.091</a:t>
                      </a:r>
                    </a:p>
                  </a:txBody>
                  <a:tcPr marL="5715" marR="5715" marT="5715" marB="0" anchor="b">
                    <a:lnL>
                      <a:noFill/>
                    </a:lnL>
                    <a:lnR>
                      <a:noFill/>
                    </a:lnR>
                    <a:lnT>
                      <a:noFill/>
                    </a:lnT>
                    <a:lnB>
                      <a:noFill/>
                    </a:lnB>
                  </a:tcPr>
                </a:tc>
                <a:extLst>
                  <a:ext uri="{0D108BD9-81ED-4DB2-BD59-A6C34878D82A}">
                    <a16:rowId xmlns:a16="http://schemas.microsoft.com/office/drawing/2014/main" val="2484445012"/>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0.298</a:t>
                      </a:r>
                    </a:p>
                  </a:txBody>
                  <a:tcPr marL="5715" marR="5715" marT="5715" marB="0" anchor="b">
                    <a:lnL>
                      <a:noFill/>
                    </a:lnL>
                    <a:lnR>
                      <a:noFill/>
                    </a:lnR>
                    <a:lnT>
                      <a:noFill/>
                    </a:lnT>
                    <a:lnB>
                      <a:noFill/>
                    </a:lnB>
                  </a:tcPr>
                </a:tc>
                <a:extLst>
                  <a:ext uri="{0D108BD9-81ED-4DB2-BD59-A6C34878D82A}">
                    <a16:rowId xmlns:a16="http://schemas.microsoft.com/office/drawing/2014/main" val="2028469796"/>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0.298</a:t>
                      </a:r>
                    </a:p>
                  </a:txBody>
                  <a:tcPr marL="5715" marR="5715" marT="5715" marB="0" anchor="b">
                    <a:lnL>
                      <a:noFill/>
                    </a:lnL>
                    <a:lnR>
                      <a:noFill/>
                    </a:lnR>
                    <a:lnT>
                      <a:noFill/>
                    </a:lnT>
                    <a:lnB>
                      <a:noFill/>
                    </a:lnB>
                  </a:tcPr>
                </a:tc>
                <a:extLst>
                  <a:ext uri="{0D108BD9-81ED-4DB2-BD59-A6C34878D82A}">
                    <a16:rowId xmlns:a16="http://schemas.microsoft.com/office/drawing/2014/main" val="3562610917"/>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0.407</a:t>
                      </a:r>
                    </a:p>
                  </a:txBody>
                  <a:tcPr marL="5715" marR="5715" marT="5715" marB="0" anchor="b">
                    <a:lnL>
                      <a:noFill/>
                    </a:lnL>
                    <a:lnR>
                      <a:noFill/>
                    </a:lnR>
                    <a:lnT>
                      <a:noFill/>
                    </a:lnT>
                    <a:lnB>
                      <a:noFill/>
                    </a:lnB>
                  </a:tcPr>
                </a:tc>
                <a:extLst>
                  <a:ext uri="{0D108BD9-81ED-4DB2-BD59-A6C34878D82A}">
                    <a16:rowId xmlns:a16="http://schemas.microsoft.com/office/drawing/2014/main" val="1235453528"/>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0.450</a:t>
                      </a:r>
                    </a:p>
                  </a:txBody>
                  <a:tcPr marL="5715" marR="5715" marT="5715" marB="0" anchor="b">
                    <a:lnL>
                      <a:noFill/>
                    </a:lnL>
                    <a:lnR>
                      <a:noFill/>
                    </a:lnR>
                    <a:lnT>
                      <a:noFill/>
                    </a:lnT>
                    <a:lnB>
                      <a:noFill/>
                    </a:lnB>
                  </a:tcPr>
                </a:tc>
                <a:extLst>
                  <a:ext uri="{0D108BD9-81ED-4DB2-BD59-A6C34878D82A}">
                    <a16:rowId xmlns:a16="http://schemas.microsoft.com/office/drawing/2014/main" val="1917400003"/>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0.450</a:t>
                      </a:r>
                    </a:p>
                  </a:txBody>
                  <a:tcPr marL="5715" marR="5715" marT="5715" marB="0" anchor="b">
                    <a:lnL>
                      <a:noFill/>
                    </a:lnL>
                    <a:lnR>
                      <a:noFill/>
                    </a:lnR>
                    <a:lnT>
                      <a:noFill/>
                    </a:lnT>
                    <a:lnB>
                      <a:noFill/>
                    </a:lnB>
                  </a:tcPr>
                </a:tc>
                <a:extLst>
                  <a:ext uri="{0D108BD9-81ED-4DB2-BD59-A6C34878D82A}">
                    <a16:rowId xmlns:a16="http://schemas.microsoft.com/office/drawing/2014/main" val="242278830"/>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0.503</a:t>
                      </a:r>
                    </a:p>
                  </a:txBody>
                  <a:tcPr marL="5715" marR="5715" marT="5715" marB="0" anchor="b">
                    <a:lnL>
                      <a:noFill/>
                    </a:lnL>
                    <a:lnR>
                      <a:noFill/>
                    </a:lnR>
                    <a:lnT>
                      <a:noFill/>
                    </a:lnT>
                    <a:lnB>
                      <a:noFill/>
                    </a:lnB>
                  </a:tcPr>
                </a:tc>
                <a:extLst>
                  <a:ext uri="{0D108BD9-81ED-4DB2-BD59-A6C34878D82A}">
                    <a16:rowId xmlns:a16="http://schemas.microsoft.com/office/drawing/2014/main" val="2874218215"/>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0.535</a:t>
                      </a:r>
                    </a:p>
                  </a:txBody>
                  <a:tcPr marL="5715" marR="5715" marT="5715" marB="0" anchor="b">
                    <a:lnL>
                      <a:noFill/>
                    </a:lnL>
                    <a:lnR>
                      <a:noFill/>
                    </a:lnR>
                    <a:lnT>
                      <a:noFill/>
                    </a:lnT>
                    <a:lnB>
                      <a:noFill/>
                    </a:lnB>
                  </a:tcPr>
                </a:tc>
                <a:extLst>
                  <a:ext uri="{0D108BD9-81ED-4DB2-BD59-A6C34878D82A}">
                    <a16:rowId xmlns:a16="http://schemas.microsoft.com/office/drawing/2014/main" val="3914950971"/>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0.572</a:t>
                      </a:r>
                    </a:p>
                  </a:txBody>
                  <a:tcPr marL="5715" marR="5715" marT="5715" marB="0" anchor="b">
                    <a:lnL>
                      <a:noFill/>
                    </a:lnL>
                    <a:lnR>
                      <a:noFill/>
                    </a:lnR>
                    <a:lnT>
                      <a:noFill/>
                    </a:lnT>
                    <a:lnB>
                      <a:noFill/>
                    </a:lnB>
                  </a:tcPr>
                </a:tc>
                <a:extLst>
                  <a:ext uri="{0D108BD9-81ED-4DB2-BD59-A6C34878D82A}">
                    <a16:rowId xmlns:a16="http://schemas.microsoft.com/office/drawing/2014/main" val="648980599"/>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0.572</a:t>
                      </a:r>
                    </a:p>
                  </a:txBody>
                  <a:tcPr marL="5715" marR="5715" marT="5715" marB="0" anchor="b">
                    <a:lnL>
                      <a:noFill/>
                    </a:lnL>
                    <a:lnR>
                      <a:noFill/>
                    </a:lnR>
                    <a:lnT>
                      <a:noFill/>
                    </a:lnT>
                    <a:lnB>
                      <a:noFill/>
                    </a:lnB>
                  </a:tcPr>
                </a:tc>
                <a:extLst>
                  <a:ext uri="{0D108BD9-81ED-4DB2-BD59-A6C34878D82A}">
                    <a16:rowId xmlns:a16="http://schemas.microsoft.com/office/drawing/2014/main" val="89820012"/>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0.684</a:t>
                      </a:r>
                    </a:p>
                  </a:txBody>
                  <a:tcPr marL="5715" marR="5715" marT="5715" marB="0" anchor="b">
                    <a:lnL>
                      <a:noFill/>
                    </a:lnL>
                    <a:lnR>
                      <a:noFill/>
                    </a:lnR>
                    <a:lnT>
                      <a:noFill/>
                    </a:lnT>
                    <a:lnB>
                      <a:noFill/>
                    </a:lnB>
                  </a:tcPr>
                </a:tc>
                <a:extLst>
                  <a:ext uri="{0D108BD9-81ED-4DB2-BD59-A6C34878D82A}">
                    <a16:rowId xmlns:a16="http://schemas.microsoft.com/office/drawing/2014/main" val="3988116072"/>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0.688</a:t>
                      </a:r>
                    </a:p>
                  </a:txBody>
                  <a:tcPr marL="5715" marR="5715" marT="5715" marB="0" anchor="b">
                    <a:lnL>
                      <a:noFill/>
                    </a:lnL>
                    <a:lnR>
                      <a:noFill/>
                    </a:lnR>
                    <a:lnT>
                      <a:noFill/>
                    </a:lnT>
                    <a:lnB>
                      <a:noFill/>
                    </a:lnB>
                  </a:tcPr>
                </a:tc>
                <a:extLst>
                  <a:ext uri="{0D108BD9-81ED-4DB2-BD59-A6C34878D82A}">
                    <a16:rowId xmlns:a16="http://schemas.microsoft.com/office/drawing/2014/main" val="697602311"/>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0.698</a:t>
                      </a:r>
                    </a:p>
                  </a:txBody>
                  <a:tcPr marL="5715" marR="5715" marT="5715" marB="0" anchor="b">
                    <a:lnL>
                      <a:noFill/>
                    </a:lnL>
                    <a:lnR>
                      <a:noFill/>
                    </a:lnR>
                    <a:lnT>
                      <a:noFill/>
                    </a:lnT>
                    <a:lnB>
                      <a:noFill/>
                    </a:lnB>
                  </a:tcPr>
                </a:tc>
                <a:extLst>
                  <a:ext uri="{0D108BD9-81ED-4DB2-BD59-A6C34878D82A}">
                    <a16:rowId xmlns:a16="http://schemas.microsoft.com/office/drawing/2014/main" val="2874549629"/>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0.707</a:t>
                      </a:r>
                    </a:p>
                  </a:txBody>
                  <a:tcPr marL="5715" marR="5715" marT="5715" marB="0" anchor="b">
                    <a:lnL>
                      <a:noFill/>
                    </a:lnL>
                    <a:lnR>
                      <a:noFill/>
                    </a:lnR>
                    <a:lnT>
                      <a:noFill/>
                    </a:lnT>
                    <a:lnB>
                      <a:noFill/>
                    </a:lnB>
                  </a:tcPr>
                </a:tc>
                <a:extLst>
                  <a:ext uri="{0D108BD9-81ED-4DB2-BD59-A6C34878D82A}">
                    <a16:rowId xmlns:a16="http://schemas.microsoft.com/office/drawing/2014/main" val="606050901"/>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0.721</a:t>
                      </a:r>
                    </a:p>
                  </a:txBody>
                  <a:tcPr marL="5715" marR="5715" marT="5715" marB="0" anchor="b">
                    <a:lnL>
                      <a:noFill/>
                    </a:lnL>
                    <a:lnR>
                      <a:noFill/>
                    </a:lnR>
                    <a:lnT>
                      <a:noFill/>
                    </a:lnT>
                    <a:lnB>
                      <a:noFill/>
                    </a:lnB>
                  </a:tcPr>
                </a:tc>
                <a:extLst>
                  <a:ext uri="{0D108BD9-81ED-4DB2-BD59-A6C34878D82A}">
                    <a16:rowId xmlns:a16="http://schemas.microsoft.com/office/drawing/2014/main" val="1410121964"/>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0.734</a:t>
                      </a:r>
                    </a:p>
                  </a:txBody>
                  <a:tcPr marL="5715" marR="5715" marT="5715" marB="0" anchor="b">
                    <a:lnL>
                      <a:noFill/>
                    </a:lnL>
                    <a:lnR>
                      <a:noFill/>
                    </a:lnR>
                    <a:lnT>
                      <a:noFill/>
                    </a:lnT>
                    <a:lnB>
                      <a:noFill/>
                    </a:lnB>
                  </a:tcPr>
                </a:tc>
                <a:extLst>
                  <a:ext uri="{0D108BD9-81ED-4DB2-BD59-A6C34878D82A}">
                    <a16:rowId xmlns:a16="http://schemas.microsoft.com/office/drawing/2014/main" val="983389531"/>
                  </a:ext>
                </a:extLst>
              </a:tr>
              <a:tr h="215265">
                <a:tc>
                  <a:txBody>
                    <a:bodyPr/>
                    <a:lstStyle/>
                    <a:p>
                      <a:pPr algn="ctr" fontAlgn="b">
                        <a:lnSpc>
                          <a:spcPts val="2200"/>
                        </a:lnSpc>
                      </a:pPr>
                      <a:r>
                        <a:rPr lang="th-TH" sz="2100" b="1" i="0" u="none" strike="noStrike">
                          <a:solidFill>
                            <a:schemeClr val="accent4">
                              <a:lumMod val="75000"/>
                            </a:schemeClr>
                          </a:solidFill>
                          <a:effectLst/>
                          <a:latin typeface="Angsana New" panose="02020603050405020304" pitchFamily="18" charset="-34"/>
                          <a:cs typeface="Angsana New" panose="02020603050405020304" pitchFamily="18" charset="-34"/>
                        </a:rPr>
                        <a:t>0.756</a:t>
                      </a:r>
                    </a:p>
                  </a:txBody>
                  <a:tcPr marL="5715" marR="5715" marT="5715" marB="0" anchor="b">
                    <a:lnL>
                      <a:noFill/>
                    </a:lnL>
                    <a:lnR>
                      <a:noFill/>
                    </a:lnR>
                    <a:lnT>
                      <a:noFill/>
                    </a:lnT>
                    <a:lnB>
                      <a:noFill/>
                    </a:lnB>
                  </a:tcPr>
                </a:tc>
                <a:extLst>
                  <a:ext uri="{0D108BD9-81ED-4DB2-BD59-A6C34878D82A}">
                    <a16:rowId xmlns:a16="http://schemas.microsoft.com/office/drawing/2014/main" val="664181093"/>
                  </a:ext>
                </a:extLst>
              </a:tr>
              <a:tr h="215265">
                <a:tc>
                  <a:txBody>
                    <a:bodyPr/>
                    <a:lstStyle/>
                    <a:p>
                      <a:pPr algn="ctr" fontAlgn="b">
                        <a:lnSpc>
                          <a:spcPts val="2200"/>
                        </a:lnSpc>
                      </a:pPr>
                      <a:r>
                        <a:rPr lang="th-TH" sz="2100" b="1" i="0" u="none" strike="noStrike" dirty="0">
                          <a:solidFill>
                            <a:schemeClr val="accent4">
                              <a:lumMod val="75000"/>
                            </a:schemeClr>
                          </a:solidFill>
                          <a:effectLst/>
                          <a:latin typeface="Angsana New" panose="02020603050405020304" pitchFamily="18" charset="-34"/>
                          <a:cs typeface="Angsana New" panose="02020603050405020304" pitchFamily="18" charset="-34"/>
                        </a:rPr>
                        <a:t>0.811</a:t>
                      </a:r>
                    </a:p>
                  </a:txBody>
                  <a:tcPr marL="5715" marR="5715" marT="5715" marB="0" anchor="b">
                    <a:lnL>
                      <a:noFill/>
                    </a:lnL>
                    <a:lnR>
                      <a:noFill/>
                    </a:lnR>
                    <a:lnT>
                      <a:noFill/>
                    </a:lnT>
                    <a:lnB>
                      <a:noFill/>
                    </a:lnB>
                  </a:tcPr>
                </a:tc>
                <a:extLst>
                  <a:ext uri="{0D108BD9-81ED-4DB2-BD59-A6C34878D82A}">
                    <a16:rowId xmlns:a16="http://schemas.microsoft.com/office/drawing/2014/main" val="1624230041"/>
                  </a:ext>
                </a:extLst>
              </a:tr>
            </a:tbl>
          </a:graphicData>
        </a:graphic>
      </p:graphicFrame>
      <p:pic>
        <p:nvPicPr>
          <p:cNvPr id="40" name="Picture 39"/>
          <p:cNvPicPr>
            <a:picLocks noChangeAspect="1"/>
          </p:cNvPicPr>
          <p:nvPr/>
        </p:nvPicPr>
        <p:blipFill>
          <a:blip r:embed="rId2"/>
          <a:stretch>
            <a:fillRect/>
          </a:stretch>
        </p:blipFill>
        <p:spPr>
          <a:xfrm>
            <a:off x="4572000" y="3439829"/>
            <a:ext cx="4191000" cy="3358130"/>
          </a:xfrm>
          <a:prstGeom prst="rect">
            <a:avLst/>
          </a:prstGeom>
        </p:spPr>
      </p:pic>
      <p:pic>
        <p:nvPicPr>
          <p:cNvPr id="41" name="Picture 40"/>
          <p:cNvPicPr>
            <a:picLocks noChangeAspect="1"/>
          </p:cNvPicPr>
          <p:nvPr/>
        </p:nvPicPr>
        <p:blipFill>
          <a:blip r:embed="rId3"/>
          <a:stretch>
            <a:fillRect/>
          </a:stretch>
        </p:blipFill>
        <p:spPr>
          <a:xfrm>
            <a:off x="5139212" y="228601"/>
            <a:ext cx="4004788" cy="3208924"/>
          </a:xfrm>
          <a:prstGeom prst="rect">
            <a:avLst/>
          </a:prstGeom>
        </p:spPr>
      </p:pic>
      <p:sp>
        <p:nvSpPr>
          <p:cNvPr id="2" name="Slide Number Placeholder 1">
            <a:extLst>
              <a:ext uri="{FF2B5EF4-FFF2-40B4-BE49-F238E27FC236}">
                <a16:creationId xmlns:a16="http://schemas.microsoft.com/office/drawing/2014/main" id="{E997DDD8-9416-4C46-9DC9-C1EFE9D12691}"/>
              </a:ext>
            </a:extLst>
          </p:cNvPr>
          <p:cNvSpPr>
            <a:spLocks noGrp="1"/>
          </p:cNvSpPr>
          <p:nvPr>
            <p:ph type="sldNum" sz="quarter" idx="12"/>
          </p:nvPr>
        </p:nvSpPr>
        <p:spPr/>
        <p:txBody>
          <a:bodyPr/>
          <a:lstStyle/>
          <a:p>
            <a:pPr>
              <a:defRPr/>
            </a:pPr>
            <a:fld id="{3DEAF3BF-11C4-4504-A2C2-F31678299685}" type="slidenum">
              <a:rPr lang="en-US" smtClean="0"/>
              <a:pPr>
                <a:defRPr/>
              </a:pPr>
              <a:t>37</a:t>
            </a:fld>
            <a:endParaRPr lang="th-TH"/>
          </a:p>
        </p:txBody>
      </p:sp>
    </p:spTree>
    <p:extLst>
      <p:ext uri="{BB962C8B-B14F-4D97-AF65-F5344CB8AC3E}">
        <p14:creationId xmlns:p14="http://schemas.microsoft.com/office/powerpoint/2010/main" val="55022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300"/>
                            </p:stCondLst>
                            <p:childTnLst>
                              <p:par>
                                <p:cTn id="9" presetID="22" presetClass="entr" presetSubtype="8"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3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3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left)">
                                      <p:cBhvr>
                                        <p:cTn id="21" dur="300"/>
                                        <p:tgtEl>
                                          <p:spTgt spid="32"/>
                                        </p:tgtEl>
                                      </p:cBhvr>
                                    </p:animEffect>
                                  </p:childTnLst>
                                </p:cTn>
                              </p:par>
                              <p:par>
                                <p:cTn id="22" presetID="22" presetClass="entr" presetSubtype="8" fill="hold"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left)">
                                      <p:cBhvr>
                                        <p:cTn id="24" dur="300"/>
                                        <p:tgtEl>
                                          <p:spTgt spid="37"/>
                                        </p:tgtEl>
                                      </p:cBhvr>
                                    </p:animEffect>
                                  </p:childTnLst>
                                </p:cTn>
                              </p:par>
                              <p:par>
                                <p:cTn id="25" presetID="22" presetClass="entr" presetSubtype="8"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wipe(left)">
                                      <p:cBhvr>
                                        <p:cTn id="27" dur="300"/>
                                        <p:tgtEl>
                                          <p:spTgt spid="38"/>
                                        </p:tgtEl>
                                      </p:cBhvr>
                                    </p:animEffect>
                                  </p:childTnLst>
                                </p:cTn>
                              </p:par>
                              <p:par>
                                <p:cTn id="28" presetID="22" presetClass="entr" presetSubtype="8" fill="hold"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left)">
                                      <p:cBhvr>
                                        <p:cTn id="30" dur="3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5400" y="0"/>
            <a:ext cx="9169400" cy="553998"/>
          </a:xfrm>
          <a:prstGeom prst="rect">
            <a:avLst/>
          </a:prstGeom>
          <a:noFill/>
        </p:spPr>
        <p:txBody>
          <a:bodyPr wrap="square" rtlCol="0">
            <a:spAutoFit/>
          </a:bodyPr>
          <a:lstStyle/>
          <a:p>
            <a:pPr algn="ctr"/>
            <a:r>
              <a:rPr lang="en-US" sz="3000" b="1" dirty="0">
                <a:solidFill>
                  <a:srgbClr val="FF0000"/>
                </a:solidFill>
                <a:latin typeface="Angsana New" panose="02020603050405020304" pitchFamily="18" charset="-34"/>
              </a:rPr>
              <a:t>Q – Q Plot </a:t>
            </a:r>
            <a:r>
              <a:rPr lang="en-US" sz="3000" b="1" dirty="0">
                <a:solidFill>
                  <a:srgbClr val="0070C0"/>
                </a:solidFill>
                <a:latin typeface="Angsana New" panose="02020603050405020304" pitchFamily="18" charset="-34"/>
              </a:rPr>
              <a:t>= Plot of quantile of two probability distributions against each other </a:t>
            </a:r>
            <a:endParaRPr lang="th-TH" sz="3000" b="1" dirty="0">
              <a:solidFill>
                <a:srgbClr val="0070C0"/>
              </a:solidFill>
              <a:latin typeface="Angsana New" panose="02020603050405020304" pitchFamily="18" charset="-34"/>
            </a:endParaRPr>
          </a:p>
        </p:txBody>
      </p:sp>
      <p:sp>
        <p:nvSpPr>
          <p:cNvPr id="10" name="Rectangle 9"/>
          <p:cNvSpPr/>
          <p:nvPr/>
        </p:nvSpPr>
        <p:spPr>
          <a:xfrm>
            <a:off x="762000" y="6292212"/>
            <a:ext cx="4617391" cy="415498"/>
          </a:xfrm>
          <a:prstGeom prst="rect">
            <a:avLst/>
          </a:prstGeom>
        </p:spPr>
        <p:txBody>
          <a:bodyPr wrap="square">
            <a:spAutoFit/>
          </a:bodyPr>
          <a:lstStyle/>
          <a:p>
            <a:r>
              <a:rPr lang="th-TH" sz="2100" dirty="0">
                <a:latin typeface="Angsana New" panose="02020603050405020304" pitchFamily="18" charset="-34"/>
              </a:rPr>
              <a:t>  </a:t>
            </a:r>
            <a:r>
              <a:rPr lang="en-GB" sz="2100" dirty="0">
                <a:latin typeface="Angsana New" panose="02020603050405020304" pitchFamily="18" charset="-34"/>
              </a:rPr>
              <a:t>Source: https://en.wikipedia.org/wiki/Q%E2%80%93Q_plot</a:t>
            </a:r>
            <a:endParaRPr lang="th-TH" sz="2100" dirty="0">
              <a:latin typeface="Angsana New" panose="02020603050405020304" pitchFamily="18" charset="-34"/>
            </a:endParaRPr>
          </a:p>
        </p:txBody>
      </p:sp>
      <p:pic>
        <p:nvPicPr>
          <p:cNvPr id="1026" name="Picture 2" descr="https://upload.wikimedia.org/wikipedia/commons/thumb/0/08/Normal_normal_qq.svg/300px-Normal_normal_qq.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811582"/>
            <a:ext cx="6165850" cy="540539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415522" y="436602"/>
            <a:ext cx="3105678" cy="553998"/>
          </a:xfrm>
          <a:prstGeom prst="rect">
            <a:avLst/>
          </a:prstGeom>
          <a:noFill/>
        </p:spPr>
        <p:txBody>
          <a:bodyPr wrap="square" rtlCol="0">
            <a:spAutoFit/>
          </a:bodyPr>
          <a:lstStyle/>
          <a:p>
            <a:r>
              <a:rPr lang="en-US" sz="3000" b="1" dirty="0">
                <a:solidFill>
                  <a:srgbClr val="00B050"/>
                </a:solidFill>
                <a:latin typeface="Angsana New" panose="02020603050405020304" pitchFamily="18" charset="-34"/>
              </a:rPr>
              <a:t>=  Quantile – Quantile Plot</a:t>
            </a:r>
            <a:endParaRPr lang="th-TH" sz="3000" b="1" dirty="0">
              <a:solidFill>
                <a:srgbClr val="00B050"/>
              </a:solidFill>
              <a:latin typeface="Angsana New" panose="02020603050405020304" pitchFamily="18" charset="-34"/>
            </a:endParaRPr>
          </a:p>
        </p:txBody>
      </p:sp>
      <p:sp>
        <p:nvSpPr>
          <p:cNvPr id="2" name="Slide Number Placeholder 1">
            <a:extLst>
              <a:ext uri="{FF2B5EF4-FFF2-40B4-BE49-F238E27FC236}">
                <a16:creationId xmlns:a16="http://schemas.microsoft.com/office/drawing/2014/main" id="{ACB488FE-6F02-4672-86FA-9FF65A3F4938}"/>
              </a:ext>
            </a:extLst>
          </p:cNvPr>
          <p:cNvSpPr>
            <a:spLocks noGrp="1"/>
          </p:cNvSpPr>
          <p:nvPr>
            <p:ph type="sldNum" sz="quarter" idx="12"/>
          </p:nvPr>
        </p:nvSpPr>
        <p:spPr/>
        <p:txBody>
          <a:bodyPr/>
          <a:lstStyle/>
          <a:p>
            <a:pPr>
              <a:defRPr/>
            </a:pPr>
            <a:fld id="{0598EADD-7714-4E0A-AD4B-AC83F9F5DA12}" type="slidenum">
              <a:rPr lang="en-US" smtClean="0"/>
              <a:pPr>
                <a:defRPr/>
              </a:pPr>
              <a:t>38</a:t>
            </a:fld>
            <a:endParaRPr lang="th-TH"/>
          </a:p>
        </p:txBody>
      </p:sp>
    </p:spTree>
    <p:extLst>
      <p:ext uri="{BB962C8B-B14F-4D97-AF65-F5344CB8AC3E}">
        <p14:creationId xmlns:p14="http://schemas.microsoft.com/office/powerpoint/2010/main" val="112361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300"/>
                                        <p:tgtEl>
                                          <p:spTgt spid="7"/>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300"/>
                                        <p:tgtEl>
                                          <p:spTgt spid="5"/>
                                        </p:tgtEl>
                                      </p:cBhvr>
                                    </p:animEffect>
                                  </p:childTnLst>
                                </p:cTn>
                              </p:par>
                            </p:childTnLst>
                          </p:cTn>
                        </p:par>
                        <p:par>
                          <p:cTn id="12" fill="hold">
                            <p:stCondLst>
                              <p:cond delay="600"/>
                            </p:stCondLst>
                            <p:childTnLst>
                              <p:par>
                                <p:cTn id="13" presetID="9" presetClass="entr" presetSubtype="0" fill="hold" nodeType="afterEffect">
                                  <p:stCondLst>
                                    <p:cond delay="0"/>
                                  </p:stCondLst>
                                  <p:childTnLst>
                                    <p:set>
                                      <p:cBhvr>
                                        <p:cTn id="14" dur="1" fill="hold">
                                          <p:stCondLst>
                                            <p:cond delay="0"/>
                                          </p:stCondLst>
                                        </p:cTn>
                                        <p:tgtEl>
                                          <p:spTgt spid="1026"/>
                                        </p:tgtEl>
                                        <p:attrNameLst>
                                          <p:attrName>style.visibility</p:attrName>
                                        </p:attrNameLst>
                                      </p:cBhvr>
                                      <p:to>
                                        <p:strVal val="visible"/>
                                      </p:to>
                                    </p:set>
                                    <p:animEffect transition="in" filter="dissolve">
                                      <p:cBhvr>
                                        <p:cTn id="15" dur="300"/>
                                        <p:tgtEl>
                                          <p:spTgt spid="1026"/>
                                        </p:tgtEl>
                                      </p:cBhvr>
                                    </p:animEffect>
                                  </p:childTnLst>
                                </p:cTn>
                              </p:par>
                            </p:childTnLst>
                          </p:cTn>
                        </p:par>
                        <p:par>
                          <p:cTn id="16" fill="hold">
                            <p:stCondLst>
                              <p:cond delay="900"/>
                            </p:stCondLst>
                            <p:childTnLst>
                              <p:par>
                                <p:cTn id="17" presetID="22" presetClass="entr" presetSubtype="8"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8639" y="871225"/>
            <a:ext cx="8886672" cy="523220"/>
          </a:xfrm>
          <a:prstGeom prst="rect">
            <a:avLst/>
          </a:prstGeom>
          <a:noFill/>
        </p:spPr>
        <p:txBody>
          <a:bodyPr wrap="square" rtlCol="0">
            <a:spAutoFit/>
          </a:bodyPr>
          <a:lstStyle/>
          <a:p>
            <a:r>
              <a:rPr lang="en-US" b="1" dirty="0">
                <a:solidFill>
                  <a:srgbClr val="800000"/>
                </a:solidFill>
                <a:latin typeface="Angsana New" panose="02020603050405020304" pitchFamily="18" charset="-34"/>
              </a:rPr>
              <a:t>=&gt; A point (</a:t>
            </a:r>
            <a:r>
              <a:rPr lang="en-US" b="1" i="1" dirty="0">
                <a:solidFill>
                  <a:srgbClr val="800000"/>
                </a:solidFill>
                <a:latin typeface="Angsana New" panose="02020603050405020304" pitchFamily="18" charset="-34"/>
              </a:rPr>
              <a:t>x</a:t>
            </a:r>
            <a:r>
              <a:rPr lang="en-US" b="1" dirty="0">
                <a:solidFill>
                  <a:srgbClr val="800000"/>
                </a:solidFill>
                <a:latin typeface="Angsana New" panose="02020603050405020304" pitchFamily="18" charset="-34"/>
              </a:rPr>
              <a:t>, y) on the plot corresponds to the same quantile of the two distributions</a:t>
            </a:r>
            <a:endParaRPr lang="th-TH" b="1" dirty="0">
              <a:solidFill>
                <a:srgbClr val="800000"/>
              </a:solidFill>
              <a:latin typeface="Angsana New" panose="02020603050405020304" pitchFamily="18" charset="-34"/>
            </a:endParaRPr>
          </a:p>
        </p:txBody>
      </p:sp>
      <p:sp>
        <p:nvSpPr>
          <p:cNvPr id="6" name="TextBox 5"/>
          <p:cNvSpPr txBox="1"/>
          <p:nvPr/>
        </p:nvSpPr>
        <p:spPr>
          <a:xfrm>
            <a:off x="150283" y="1473464"/>
            <a:ext cx="8875028" cy="954107"/>
          </a:xfrm>
          <a:prstGeom prst="rect">
            <a:avLst/>
          </a:prstGeom>
          <a:noFill/>
        </p:spPr>
        <p:txBody>
          <a:bodyPr wrap="square" rtlCol="0">
            <a:spAutoFit/>
          </a:bodyPr>
          <a:lstStyle/>
          <a:p>
            <a:pPr marL="332185" indent="-332185"/>
            <a:r>
              <a:rPr lang="en-US" b="1" dirty="0">
                <a:solidFill>
                  <a:srgbClr val="7030A0"/>
                </a:solidFill>
                <a:latin typeface="Angsana New" panose="02020603050405020304" pitchFamily="18" charset="-34"/>
              </a:rPr>
              <a:t>=&gt; If two distributions being compared are similar, the points will approximately lie on the line y = </a:t>
            </a:r>
            <a:r>
              <a:rPr lang="en-US" b="1" i="1" dirty="0">
                <a:solidFill>
                  <a:srgbClr val="7030A0"/>
                </a:solidFill>
                <a:latin typeface="Angsana New" panose="02020603050405020304" pitchFamily="18" charset="-34"/>
              </a:rPr>
              <a:t>x.</a:t>
            </a:r>
            <a:endParaRPr lang="th-TH" b="1" i="1" dirty="0">
              <a:solidFill>
                <a:srgbClr val="7030A0"/>
              </a:solidFill>
              <a:latin typeface="Angsana New" panose="02020603050405020304" pitchFamily="18" charset="-34"/>
            </a:endParaRPr>
          </a:p>
        </p:txBody>
      </p:sp>
      <p:sp>
        <p:nvSpPr>
          <p:cNvPr id="8" name="TextBox 7"/>
          <p:cNvSpPr txBox="1"/>
          <p:nvPr/>
        </p:nvSpPr>
        <p:spPr>
          <a:xfrm>
            <a:off x="151339" y="2473285"/>
            <a:ext cx="8906202" cy="954107"/>
          </a:xfrm>
          <a:prstGeom prst="rect">
            <a:avLst/>
          </a:prstGeom>
          <a:noFill/>
        </p:spPr>
        <p:txBody>
          <a:bodyPr wrap="square" rtlCol="0">
            <a:spAutoFit/>
          </a:bodyPr>
          <a:lstStyle/>
          <a:p>
            <a:pPr marL="332185" indent="-332185"/>
            <a:r>
              <a:rPr lang="en-US" b="1" dirty="0">
                <a:solidFill>
                  <a:srgbClr val="996633"/>
                </a:solidFill>
                <a:latin typeface="Angsana New" panose="02020603050405020304" pitchFamily="18" charset="-34"/>
              </a:rPr>
              <a:t>=&gt; If the distribution are linearly related, the points will approximately lie on a line,</a:t>
            </a:r>
          </a:p>
          <a:p>
            <a:pPr marL="332185" indent="-332185"/>
            <a:r>
              <a:rPr lang="en-US" b="1" dirty="0">
                <a:solidFill>
                  <a:srgbClr val="996633"/>
                </a:solidFill>
                <a:latin typeface="Angsana New" panose="02020603050405020304" pitchFamily="18" charset="-34"/>
              </a:rPr>
              <a:t>      but may not on the line y = </a:t>
            </a:r>
            <a:r>
              <a:rPr lang="en-US" b="1" i="1" dirty="0">
                <a:solidFill>
                  <a:srgbClr val="996633"/>
                </a:solidFill>
                <a:latin typeface="Angsana New" panose="02020603050405020304" pitchFamily="18" charset="-34"/>
              </a:rPr>
              <a:t>x.</a:t>
            </a:r>
            <a:endParaRPr lang="th-TH" b="1" i="1" dirty="0">
              <a:solidFill>
                <a:srgbClr val="996633"/>
              </a:solidFill>
              <a:latin typeface="Angsana New" panose="02020603050405020304" pitchFamily="18" charset="-34"/>
            </a:endParaRPr>
          </a:p>
        </p:txBody>
      </p:sp>
      <p:sp>
        <p:nvSpPr>
          <p:cNvPr id="9" name="TextBox 8"/>
          <p:cNvSpPr txBox="1"/>
          <p:nvPr/>
        </p:nvSpPr>
        <p:spPr>
          <a:xfrm>
            <a:off x="148898" y="3505063"/>
            <a:ext cx="8931602" cy="954107"/>
          </a:xfrm>
          <a:prstGeom prst="rect">
            <a:avLst/>
          </a:prstGeom>
          <a:noFill/>
        </p:spPr>
        <p:txBody>
          <a:bodyPr wrap="square" rtlCol="0">
            <a:spAutoFit/>
          </a:bodyPr>
          <a:lstStyle/>
          <a:p>
            <a:pPr marL="332185" indent="-332185"/>
            <a:r>
              <a:rPr lang="en-US" b="1" dirty="0">
                <a:solidFill>
                  <a:srgbClr val="00B050"/>
                </a:solidFill>
                <a:latin typeface="Angsana New" panose="02020603050405020304" pitchFamily="18" charset="-34"/>
              </a:rPr>
              <a:t>=&gt; 	Comparing the shapes of distributions, providing a graphical view of how location,</a:t>
            </a:r>
          </a:p>
          <a:p>
            <a:pPr marL="332185" indent="-332185"/>
            <a:r>
              <a:rPr lang="en-US" b="1" dirty="0">
                <a:solidFill>
                  <a:srgbClr val="00B050"/>
                </a:solidFill>
                <a:latin typeface="Angsana New" panose="02020603050405020304" pitchFamily="18" charset="-34"/>
              </a:rPr>
              <a:t>      scale, and skewness are similar or different in two distributions.</a:t>
            </a:r>
          </a:p>
        </p:txBody>
      </p:sp>
      <p:sp>
        <p:nvSpPr>
          <p:cNvPr id="13" name="TextBox 12"/>
          <p:cNvSpPr txBox="1"/>
          <p:nvPr/>
        </p:nvSpPr>
        <p:spPr>
          <a:xfrm>
            <a:off x="143549" y="4544080"/>
            <a:ext cx="8691321" cy="523220"/>
          </a:xfrm>
          <a:prstGeom prst="rect">
            <a:avLst/>
          </a:prstGeom>
          <a:noFill/>
        </p:spPr>
        <p:txBody>
          <a:bodyPr wrap="square" rtlCol="0">
            <a:spAutoFit/>
          </a:bodyPr>
          <a:lstStyle/>
          <a:p>
            <a:pPr marL="332185" indent="-332185"/>
            <a:r>
              <a:rPr lang="en-US" b="1" dirty="0">
                <a:solidFill>
                  <a:srgbClr val="3333FF"/>
                </a:solidFill>
                <a:latin typeface="Angsana New" panose="02020603050405020304" pitchFamily="18" charset="-34"/>
              </a:rPr>
              <a:t>=&gt; 	Can be used to compare two samples of data =&gt; nonparametric approach</a:t>
            </a:r>
          </a:p>
        </p:txBody>
      </p:sp>
      <p:sp>
        <p:nvSpPr>
          <p:cNvPr id="14" name="TextBox 13"/>
          <p:cNvSpPr txBox="1"/>
          <p:nvPr/>
        </p:nvSpPr>
        <p:spPr>
          <a:xfrm>
            <a:off x="143549" y="5191780"/>
            <a:ext cx="8691321" cy="523220"/>
          </a:xfrm>
          <a:prstGeom prst="rect">
            <a:avLst/>
          </a:prstGeom>
          <a:noFill/>
        </p:spPr>
        <p:txBody>
          <a:bodyPr wrap="square" rtlCol="0">
            <a:spAutoFit/>
          </a:bodyPr>
          <a:lstStyle/>
          <a:p>
            <a:pPr marL="332185" indent="-332185"/>
            <a:r>
              <a:rPr lang="en-US" b="1" dirty="0">
                <a:solidFill>
                  <a:srgbClr val="BC0024"/>
                </a:solidFill>
                <a:latin typeface="Angsana New" panose="02020603050405020304" pitchFamily="18" charset="-34"/>
              </a:rPr>
              <a:t>=&gt; 	More powerful than histogram, etc. </a:t>
            </a:r>
          </a:p>
        </p:txBody>
      </p:sp>
      <p:sp>
        <p:nvSpPr>
          <p:cNvPr id="10" name="TextBox 9"/>
          <p:cNvSpPr txBox="1"/>
          <p:nvPr/>
        </p:nvSpPr>
        <p:spPr>
          <a:xfrm>
            <a:off x="-25400" y="0"/>
            <a:ext cx="9169400" cy="553998"/>
          </a:xfrm>
          <a:prstGeom prst="rect">
            <a:avLst/>
          </a:prstGeom>
          <a:noFill/>
        </p:spPr>
        <p:txBody>
          <a:bodyPr wrap="square" rtlCol="0">
            <a:spAutoFit/>
          </a:bodyPr>
          <a:lstStyle/>
          <a:p>
            <a:pPr algn="ctr"/>
            <a:r>
              <a:rPr lang="en-US" sz="3000" b="1" dirty="0">
                <a:solidFill>
                  <a:srgbClr val="FF0000"/>
                </a:solidFill>
                <a:latin typeface="Angsana New" panose="02020603050405020304" pitchFamily="18" charset="-34"/>
              </a:rPr>
              <a:t>Q – Q Plot </a:t>
            </a:r>
            <a:r>
              <a:rPr lang="en-US" sz="3000" b="1" dirty="0">
                <a:solidFill>
                  <a:srgbClr val="0070C0"/>
                </a:solidFill>
                <a:latin typeface="Angsana New" panose="02020603050405020304" pitchFamily="18" charset="-34"/>
              </a:rPr>
              <a:t>= Plot of quantile of two probability distributions against each other </a:t>
            </a:r>
            <a:endParaRPr lang="th-TH" sz="3000" b="1" dirty="0">
              <a:solidFill>
                <a:srgbClr val="0070C0"/>
              </a:solidFill>
              <a:latin typeface="Angsana New" panose="02020603050405020304" pitchFamily="18" charset="-34"/>
            </a:endParaRPr>
          </a:p>
        </p:txBody>
      </p:sp>
      <p:sp>
        <p:nvSpPr>
          <p:cNvPr id="2" name="Slide Number Placeholder 1">
            <a:extLst>
              <a:ext uri="{FF2B5EF4-FFF2-40B4-BE49-F238E27FC236}">
                <a16:creationId xmlns:a16="http://schemas.microsoft.com/office/drawing/2014/main" id="{B29493F2-ED04-4431-BE32-C33415A5EF5C}"/>
              </a:ext>
            </a:extLst>
          </p:cNvPr>
          <p:cNvSpPr>
            <a:spLocks noGrp="1"/>
          </p:cNvSpPr>
          <p:nvPr>
            <p:ph type="sldNum" sz="quarter" idx="12"/>
          </p:nvPr>
        </p:nvSpPr>
        <p:spPr/>
        <p:txBody>
          <a:bodyPr/>
          <a:lstStyle/>
          <a:p>
            <a:pPr>
              <a:defRPr/>
            </a:pPr>
            <a:fld id="{0598EADD-7714-4E0A-AD4B-AC83F9F5DA12}" type="slidenum">
              <a:rPr lang="en-US" smtClean="0"/>
              <a:pPr>
                <a:defRPr/>
              </a:pPr>
              <a:t>39</a:t>
            </a:fld>
            <a:endParaRPr lang="th-TH"/>
          </a:p>
        </p:txBody>
      </p:sp>
    </p:spTree>
    <p:extLst>
      <p:ext uri="{BB962C8B-B14F-4D97-AF65-F5344CB8AC3E}">
        <p14:creationId xmlns:p14="http://schemas.microsoft.com/office/powerpoint/2010/main" val="171524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3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3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wipe(left)">
                                      <p:cBhvr>
                                        <p:cTn id="17" dur="300"/>
                                        <p:tgtEl>
                                          <p:spTgt spid="8">
                                            <p:txEl>
                                              <p:pRg st="0" end="0"/>
                                            </p:txEl>
                                          </p:spTgt>
                                        </p:tgtEl>
                                      </p:cBhvr>
                                    </p:animEffect>
                                  </p:childTnLst>
                                </p:cTn>
                              </p:par>
                            </p:childTnLst>
                          </p:cTn>
                        </p:par>
                        <p:par>
                          <p:cTn id="18" fill="hold">
                            <p:stCondLst>
                              <p:cond delay="300"/>
                            </p:stCondLst>
                            <p:childTnLst>
                              <p:par>
                                <p:cTn id="19" presetID="22" presetClass="entr" presetSubtype="8" fill="hold" grpId="0" nodeType="after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wipe(left)">
                                      <p:cBhvr>
                                        <p:cTn id="21" dur="300"/>
                                        <p:tgtEl>
                                          <p:spTgt spid="8">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
                                            <p:txEl>
                                              <p:pRg st="0" end="0"/>
                                            </p:txEl>
                                          </p:spTgt>
                                        </p:tgtEl>
                                        <p:attrNameLst>
                                          <p:attrName>style.visibility</p:attrName>
                                        </p:attrNameLst>
                                      </p:cBhvr>
                                      <p:to>
                                        <p:strVal val="visible"/>
                                      </p:to>
                                    </p:set>
                                    <p:animEffect transition="in" filter="wipe(left)">
                                      <p:cBhvr>
                                        <p:cTn id="26" dur="300"/>
                                        <p:tgtEl>
                                          <p:spTgt spid="9">
                                            <p:txEl>
                                              <p:pRg st="0" end="0"/>
                                            </p:txEl>
                                          </p:spTgt>
                                        </p:tgtEl>
                                      </p:cBhvr>
                                    </p:animEffect>
                                  </p:childTnLst>
                                </p:cTn>
                              </p:par>
                            </p:childTnLst>
                          </p:cTn>
                        </p:par>
                        <p:par>
                          <p:cTn id="27" fill="hold">
                            <p:stCondLst>
                              <p:cond delay="300"/>
                            </p:stCondLst>
                            <p:childTnLst>
                              <p:par>
                                <p:cTn id="28" presetID="22" presetClass="entr" presetSubtype="8" fill="hold" grpId="0" nodeType="afterEffect">
                                  <p:stCondLst>
                                    <p:cond delay="0"/>
                                  </p:stCondLst>
                                  <p:childTnLst>
                                    <p:set>
                                      <p:cBhvr>
                                        <p:cTn id="29" dur="1" fill="hold">
                                          <p:stCondLst>
                                            <p:cond delay="0"/>
                                          </p:stCondLst>
                                        </p:cTn>
                                        <p:tgtEl>
                                          <p:spTgt spid="9">
                                            <p:txEl>
                                              <p:pRg st="1" end="1"/>
                                            </p:txEl>
                                          </p:spTgt>
                                        </p:tgtEl>
                                        <p:attrNameLst>
                                          <p:attrName>style.visibility</p:attrName>
                                        </p:attrNameLst>
                                      </p:cBhvr>
                                      <p:to>
                                        <p:strVal val="visible"/>
                                      </p:to>
                                    </p:set>
                                    <p:animEffect transition="in" filter="wipe(left)">
                                      <p:cBhvr>
                                        <p:cTn id="30" dur="300"/>
                                        <p:tgtEl>
                                          <p:spTgt spid="9">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animEffect transition="in" filter="wipe(left)">
                                      <p:cBhvr>
                                        <p:cTn id="35" dur="300"/>
                                        <p:tgtEl>
                                          <p:spTgt spid="13">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wipe(left)">
                                      <p:cBhvr>
                                        <p:cTn id="40" dur="3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uiExpand="1" build="p"/>
      <p:bldP spid="8" grpId="0" uiExpand="1" build="p"/>
      <p:bldP spid="9" grpId="0" uiExpand="1" build="p"/>
      <p:bldP spid="13" grpId="0" build="p"/>
      <p:bldP spid="1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88086" y="2108200"/>
            <a:ext cx="2892277" cy="2317500"/>
          </a:xfrm>
          <a:prstGeom prst="rect">
            <a:avLst/>
          </a:prstGeom>
        </p:spPr>
      </p:pic>
      <p:pic>
        <p:nvPicPr>
          <p:cNvPr id="3" name="Picture 2"/>
          <p:cNvPicPr>
            <a:picLocks noChangeAspect="1"/>
          </p:cNvPicPr>
          <p:nvPr/>
        </p:nvPicPr>
        <p:blipFill>
          <a:blip r:embed="rId3"/>
          <a:stretch>
            <a:fillRect/>
          </a:stretch>
        </p:blipFill>
        <p:spPr>
          <a:xfrm>
            <a:off x="6615096" y="16685"/>
            <a:ext cx="2732104" cy="2189158"/>
          </a:xfrm>
          <a:prstGeom prst="rect">
            <a:avLst/>
          </a:prstGeom>
        </p:spPr>
      </p:pic>
      <p:pic>
        <p:nvPicPr>
          <p:cNvPr id="27" name="Picture 26"/>
          <p:cNvPicPr>
            <a:picLocks noChangeAspect="1"/>
          </p:cNvPicPr>
          <p:nvPr/>
        </p:nvPicPr>
        <p:blipFill>
          <a:blip r:embed="rId4"/>
          <a:stretch>
            <a:fillRect/>
          </a:stretch>
        </p:blipFill>
        <p:spPr>
          <a:xfrm>
            <a:off x="3860159" y="0"/>
            <a:ext cx="2743841" cy="2198563"/>
          </a:xfrm>
          <a:prstGeom prst="rect">
            <a:avLst/>
          </a:prstGeom>
        </p:spPr>
      </p:pic>
      <p:pic>
        <p:nvPicPr>
          <p:cNvPr id="28" name="Picture 27"/>
          <p:cNvPicPr>
            <a:picLocks noChangeAspect="1"/>
          </p:cNvPicPr>
          <p:nvPr/>
        </p:nvPicPr>
        <p:blipFill>
          <a:blip r:embed="rId5"/>
          <a:stretch>
            <a:fillRect/>
          </a:stretch>
        </p:blipFill>
        <p:spPr>
          <a:xfrm>
            <a:off x="3464027" y="2108200"/>
            <a:ext cx="2808679" cy="2250517"/>
          </a:xfrm>
          <a:prstGeom prst="rect">
            <a:avLst/>
          </a:prstGeom>
        </p:spPr>
      </p:pic>
      <p:pic>
        <p:nvPicPr>
          <p:cNvPr id="31" name="Picture 30"/>
          <p:cNvPicPr>
            <a:picLocks noChangeAspect="1"/>
          </p:cNvPicPr>
          <p:nvPr/>
        </p:nvPicPr>
        <p:blipFill>
          <a:blip r:embed="rId6"/>
          <a:stretch>
            <a:fillRect/>
          </a:stretch>
        </p:blipFill>
        <p:spPr>
          <a:xfrm>
            <a:off x="828391" y="2141995"/>
            <a:ext cx="2840115" cy="2275703"/>
          </a:xfrm>
          <a:prstGeom prst="rect">
            <a:avLst/>
          </a:prstGeom>
        </p:spPr>
      </p:pic>
      <p:pic>
        <p:nvPicPr>
          <p:cNvPr id="35" name="Picture 34"/>
          <p:cNvPicPr>
            <a:picLocks noChangeAspect="1"/>
          </p:cNvPicPr>
          <p:nvPr/>
        </p:nvPicPr>
        <p:blipFill>
          <a:blip r:embed="rId7"/>
          <a:stretch>
            <a:fillRect/>
          </a:stretch>
        </p:blipFill>
        <p:spPr>
          <a:xfrm>
            <a:off x="1216964" y="32739"/>
            <a:ext cx="2796236" cy="2240546"/>
          </a:xfrm>
          <a:prstGeom prst="rect">
            <a:avLst/>
          </a:prstGeom>
        </p:spPr>
      </p:pic>
      <p:pic>
        <p:nvPicPr>
          <p:cNvPr id="4" name="Picture 3"/>
          <p:cNvPicPr>
            <a:picLocks noChangeAspect="1"/>
          </p:cNvPicPr>
          <p:nvPr/>
        </p:nvPicPr>
        <p:blipFill>
          <a:blip r:embed="rId8"/>
          <a:stretch>
            <a:fillRect/>
          </a:stretch>
        </p:blipFill>
        <p:spPr>
          <a:xfrm>
            <a:off x="722815" y="4469019"/>
            <a:ext cx="3029035" cy="2427081"/>
          </a:xfrm>
          <a:prstGeom prst="rect">
            <a:avLst/>
          </a:prstGeom>
        </p:spPr>
      </p:pic>
      <p:pic>
        <p:nvPicPr>
          <p:cNvPr id="6" name="Picture 5"/>
          <p:cNvPicPr>
            <a:picLocks noChangeAspect="1"/>
          </p:cNvPicPr>
          <p:nvPr/>
        </p:nvPicPr>
        <p:blipFill>
          <a:blip r:embed="rId9"/>
          <a:stretch>
            <a:fillRect/>
          </a:stretch>
        </p:blipFill>
        <p:spPr>
          <a:xfrm>
            <a:off x="6164049" y="4492668"/>
            <a:ext cx="2969250" cy="2379177"/>
          </a:xfrm>
          <a:prstGeom prst="rect">
            <a:avLst/>
          </a:prstGeom>
        </p:spPr>
      </p:pic>
      <p:pic>
        <p:nvPicPr>
          <p:cNvPr id="7" name="Picture 6"/>
          <p:cNvPicPr>
            <a:picLocks noChangeAspect="1"/>
          </p:cNvPicPr>
          <p:nvPr/>
        </p:nvPicPr>
        <p:blipFill>
          <a:blip r:embed="rId10"/>
          <a:stretch>
            <a:fillRect/>
          </a:stretch>
        </p:blipFill>
        <p:spPr>
          <a:xfrm>
            <a:off x="3402091" y="4466176"/>
            <a:ext cx="2948021" cy="2362166"/>
          </a:xfrm>
          <a:prstGeom prst="rect">
            <a:avLst/>
          </a:prstGeom>
        </p:spPr>
      </p:pic>
      <p:sp>
        <p:nvSpPr>
          <p:cNvPr id="33" name="TextBox 32"/>
          <p:cNvSpPr txBox="1"/>
          <p:nvPr/>
        </p:nvSpPr>
        <p:spPr>
          <a:xfrm>
            <a:off x="31169" y="0"/>
            <a:ext cx="1309254" cy="584775"/>
          </a:xfrm>
          <a:prstGeom prst="rect">
            <a:avLst/>
          </a:prstGeom>
          <a:noFill/>
        </p:spPr>
        <p:txBody>
          <a:bodyPr wrap="square" rtlCol="0">
            <a:spAutoFit/>
          </a:bodyPr>
          <a:lstStyle/>
          <a:p>
            <a:r>
              <a:rPr lang="en-GB" sz="3200" b="1" dirty="0">
                <a:solidFill>
                  <a:srgbClr val="7030A0"/>
                </a:solidFill>
                <a:latin typeface="Angsana New" panose="02020603050405020304" pitchFamily="18" charset="-34"/>
              </a:rPr>
              <a:t>Example</a:t>
            </a:r>
            <a:endParaRPr lang="th-TH" sz="3200" b="1" dirty="0">
              <a:solidFill>
                <a:srgbClr val="7030A0"/>
              </a:solidFill>
              <a:latin typeface="Angsana New" panose="02020603050405020304" pitchFamily="18" charset="-34"/>
            </a:endParaRPr>
          </a:p>
        </p:txBody>
      </p:sp>
      <p:sp>
        <p:nvSpPr>
          <p:cNvPr id="5" name="Slide Number Placeholder 4">
            <a:extLst>
              <a:ext uri="{FF2B5EF4-FFF2-40B4-BE49-F238E27FC236}">
                <a16:creationId xmlns:a16="http://schemas.microsoft.com/office/drawing/2014/main" id="{CBF214C0-480D-4593-B865-8245E459E5E5}"/>
              </a:ext>
            </a:extLst>
          </p:cNvPr>
          <p:cNvSpPr>
            <a:spLocks noGrp="1"/>
          </p:cNvSpPr>
          <p:nvPr>
            <p:ph type="sldNum" sz="quarter" idx="12"/>
          </p:nvPr>
        </p:nvSpPr>
        <p:spPr/>
        <p:txBody>
          <a:bodyPr/>
          <a:lstStyle/>
          <a:p>
            <a:pPr>
              <a:defRPr/>
            </a:pPr>
            <a:fld id="{3DEAF3BF-11C4-4504-A2C2-F31678299685}" type="slidenum">
              <a:rPr lang="en-US" smtClean="0"/>
              <a:pPr>
                <a:defRPr/>
              </a:pPr>
              <a:t>40</a:t>
            </a:fld>
            <a:endParaRPr lang="th-TH"/>
          </a:p>
        </p:txBody>
      </p:sp>
    </p:spTree>
    <p:extLst>
      <p:ext uri="{BB962C8B-B14F-4D97-AF65-F5344CB8AC3E}">
        <p14:creationId xmlns:p14="http://schemas.microsoft.com/office/powerpoint/2010/main" val="20033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300"/>
                            </p:stCondLst>
                            <p:childTnLst>
                              <p:par>
                                <p:cTn id="9" presetID="22" presetClass="entr" presetSubtype="1"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up)">
                                      <p:cBhvr>
                                        <p:cTn id="11" dur="300"/>
                                        <p:tgtEl>
                                          <p:spTgt spid="35"/>
                                        </p:tgtEl>
                                      </p:cBhvr>
                                    </p:animEffect>
                                  </p:childTnLst>
                                </p:cTn>
                              </p:par>
                            </p:childTnLst>
                          </p:cTn>
                        </p:par>
                        <p:par>
                          <p:cTn id="12" fill="hold">
                            <p:stCondLst>
                              <p:cond delay="600"/>
                            </p:stCondLst>
                            <p:childTnLst>
                              <p:par>
                                <p:cTn id="13" presetID="22" presetClass="entr" presetSubtype="1"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up)">
                                      <p:cBhvr>
                                        <p:cTn id="15" dur="300"/>
                                        <p:tgtEl>
                                          <p:spTgt spid="31"/>
                                        </p:tgtEl>
                                      </p:cBhvr>
                                    </p:animEffect>
                                  </p:childTnLst>
                                </p:cTn>
                              </p:par>
                            </p:childTnLst>
                          </p:cTn>
                        </p:par>
                        <p:par>
                          <p:cTn id="16" fill="hold">
                            <p:stCondLst>
                              <p:cond delay="900"/>
                            </p:stCondLst>
                            <p:childTnLst>
                              <p:par>
                                <p:cTn id="17" presetID="22" presetClass="entr" presetSubtype="1"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up)">
                                      <p:cBhvr>
                                        <p:cTn id="19" dur="3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up)">
                                      <p:cBhvr>
                                        <p:cTn id="24" dur="300"/>
                                        <p:tgtEl>
                                          <p:spTgt spid="27"/>
                                        </p:tgtEl>
                                      </p:cBhvr>
                                    </p:animEffect>
                                  </p:childTnLst>
                                </p:cTn>
                              </p:par>
                            </p:childTnLst>
                          </p:cTn>
                        </p:par>
                        <p:par>
                          <p:cTn id="25" fill="hold">
                            <p:stCondLst>
                              <p:cond delay="300"/>
                            </p:stCondLst>
                            <p:childTnLst>
                              <p:par>
                                <p:cTn id="26" presetID="22" presetClass="entr" presetSubtype="1" fill="hold" nodeType="after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up)">
                                      <p:cBhvr>
                                        <p:cTn id="28" dur="300"/>
                                        <p:tgtEl>
                                          <p:spTgt spid="28"/>
                                        </p:tgtEl>
                                      </p:cBhvr>
                                    </p:animEffect>
                                  </p:childTnLst>
                                </p:cTn>
                              </p:par>
                            </p:childTnLst>
                          </p:cTn>
                        </p:par>
                        <p:par>
                          <p:cTn id="29" fill="hold">
                            <p:stCondLst>
                              <p:cond delay="600"/>
                            </p:stCondLst>
                            <p:childTnLst>
                              <p:par>
                                <p:cTn id="30" presetID="22" presetClass="entr" presetSubtype="1"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3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up)">
                                      <p:cBhvr>
                                        <p:cTn id="37" dur="300"/>
                                        <p:tgtEl>
                                          <p:spTgt spid="3"/>
                                        </p:tgtEl>
                                      </p:cBhvr>
                                    </p:animEffect>
                                  </p:childTnLst>
                                </p:cTn>
                              </p:par>
                            </p:childTnLst>
                          </p:cTn>
                        </p:par>
                        <p:par>
                          <p:cTn id="38" fill="hold">
                            <p:stCondLst>
                              <p:cond delay="300"/>
                            </p:stCondLst>
                            <p:childTnLst>
                              <p:par>
                                <p:cTn id="39" presetID="22" presetClass="entr" presetSubtype="1" fill="hold"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ipe(up)">
                                      <p:cBhvr>
                                        <p:cTn id="41" dur="300"/>
                                        <p:tgtEl>
                                          <p:spTgt spid="2"/>
                                        </p:tgtEl>
                                      </p:cBhvr>
                                    </p:animEffect>
                                  </p:childTnLst>
                                </p:cTn>
                              </p:par>
                            </p:childTnLst>
                          </p:cTn>
                        </p:par>
                        <p:par>
                          <p:cTn id="42" fill="hold">
                            <p:stCondLst>
                              <p:cond delay="600"/>
                            </p:stCondLst>
                            <p:childTnLst>
                              <p:par>
                                <p:cTn id="43" presetID="22" presetClass="entr" presetSubtype="1" fill="hold" nodeType="after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up)">
                                      <p:cBhvr>
                                        <p:cTn id="45"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7000" y="762000"/>
            <a:ext cx="8920159" cy="2117246"/>
          </a:xfrm>
          <a:prstGeom prst="rect">
            <a:avLst/>
          </a:prstGeom>
          <a:noFill/>
        </p:spPr>
        <p:txBody>
          <a:bodyPr wrap="square" rtlCol="0">
            <a:spAutoFit/>
          </a:bodyPr>
          <a:lstStyle/>
          <a:p>
            <a:pPr marL="457200" indent="-457200">
              <a:lnSpc>
                <a:spcPts val="2600"/>
              </a:lnSpc>
            </a:pPr>
            <a:r>
              <a:rPr lang="en-US" b="1" dirty="0">
                <a:solidFill>
                  <a:srgbClr val="008000"/>
                </a:solidFill>
                <a:latin typeface="Angsana New" panose="02020603050405020304" pitchFamily="18" charset="-34"/>
              </a:rPr>
              <a:t>Problem:</a:t>
            </a:r>
          </a:p>
          <a:p>
            <a:pPr marL="457200" indent="-457200">
              <a:lnSpc>
                <a:spcPts val="2600"/>
              </a:lnSpc>
            </a:pPr>
            <a:r>
              <a:rPr lang="en-US" b="1" dirty="0">
                <a:solidFill>
                  <a:srgbClr val="008000"/>
                </a:solidFill>
                <a:latin typeface="Angsana New" panose="02020603050405020304" pitchFamily="18" charset="-34"/>
              </a:rPr>
              <a:t>6.22 The file </a:t>
            </a:r>
            <a:r>
              <a:rPr lang="en-US" b="1" i="1" dirty="0">
                <a:solidFill>
                  <a:srgbClr val="FF0000"/>
                </a:solidFill>
                <a:latin typeface="Angsana New" panose="02020603050405020304" pitchFamily="18" charset="-34"/>
              </a:rPr>
              <a:t>Utility </a:t>
            </a:r>
            <a:r>
              <a:rPr lang="en-US" b="1" dirty="0">
                <a:solidFill>
                  <a:srgbClr val="008000"/>
                </a:solidFill>
                <a:latin typeface="Angsana New" panose="02020603050405020304" pitchFamily="18" charset="-34"/>
              </a:rPr>
              <a:t>contains the electricity costs, in dollars, during July 2010 for a random sample of 50 one-bedroom apartments in a large city. 	</a:t>
            </a:r>
          </a:p>
          <a:p>
            <a:pPr marL="457200" indent="-457200">
              <a:lnSpc>
                <a:spcPts val="2600"/>
              </a:lnSpc>
            </a:pPr>
            <a:r>
              <a:rPr lang="en-US" b="1" dirty="0">
                <a:solidFill>
                  <a:srgbClr val="008000"/>
                </a:solidFill>
                <a:latin typeface="Angsana New" panose="02020603050405020304" pitchFamily="18" charset="-34"/>
              </a:rPr>
              <a:t>        Decide whether the data appear to be approximately normally distributed by</a:t>
            </a:r>
          </a:p>
          <a:p>
            <a:pPr>
              <a:lnSpc>
                <a:spcPts val="2600"/>
              </a:lnSpc>
              <a:tabLst>
                <a:tab pos="914400" algn="l"/>
              </a:tabLst>
            </a:pPr>
            <a:r>
              <a:rPr lang="en-US" b="1" dirty="0">
                <a:solidFill>
                  <a:srgbClr val="008000"/>
                </a:solidFill>
                <a:latin typeface="Angsana New" panose="02020603050405020304" pitchFamily="18" charset="-34"/>
              </a:rPr>
              <a:t>	a. construct a boxplot and describe the shape of the distribution.</a:t>
            </a:r>
          </a:p>
          <a:p>
            <a:pPr>
              <a:lnSpc>
                <a:spcPts val="2600"/>
              </a:lnSpc>
              <a:tabLst>
                <a:tab pos="914400" algn="l"/>
              </a:tabLst>
            </a:pPr>
            <a:r>
              <a:rPr lang="en-US" b="1" dirty="0">
                <a:solidFill>
                  <a:srgbClr val="008000"/>
                </a:solidFill>
                <a:latin typeface="Angsana New" panose="02020603050405020304" pitchFamily="18" charset="-34"/>
              </a:rPr>
              <a:t>	b. construct a </a:t>
            </a:r>
            <a:r>
              <a:rPr lang="en-US" b="1">
                <a:solidFill>
                  <a:srgbClr val="008000"/>
                </a:solidFill>
                <a:latin typeface="Angsana New" panose="02020603050405020304" pitchFamily="18" charset="-34"/>
              </a:rPr>
              <a:t>QQ plot</a:t>
            </a:r>
            <a:endParaRPr lang="th-TH" b="1" dirty="0">
              <a:solidFill>
                <a:srgbClr val="008000"/>
              </a:solidFill>
              <a:latin typeface="Angsana New" panose="02020603050405020304" pitchFamily="18" charset="-34"/>
            </a:endParaRPr>
          </a:p>
        </p:txBody>
      </p:sp>
      <p:sp>
        <p:nvSpPr>
          <p:cNvPr id="5" name="TextBox 4"/>
          <p:cNvSpPr txBox="1"/>
          <p:nvPr/>
        </p:nvSpPr>
        <p:spPr>
          <a:xfrm>
            <a:off x="71441" y="2861783"/>
            <a:ext cx="9072559" cy="1116972"/>
          </a:xfrm>
          <a:prstGeom prst="rect">
            <a:avLst/>
          </a:prstGeom>
          <a:noFill/>
        </p:spPr>
        <p:txBody>
          <a:bodyPr wrap="square" rtlCol="0">
            <a:spAutoFit/>
          </a:bodyPr>
          <a:lstStyle/>
          <a:p>
            <a:pPr marL="1254125" indent="-1254125">
              <a:lnSpc>
                <a:spcPts val="2600"/>
              </a:lnSpc>
            </a:pPr>
            <a:r>
              <a:rPr lang="th-TH" b="1" dirty="0">
                <a:solidFill>
                  <a:srgbClr val="FF0000"/>
                </a:solidFill>
                <a:latin typeface="Angsana New" panose="02020603050405020304" pitchFamily="18" charset="-34"/>
              </a:rPr>
              <a:t> </a:t>
            </a:r>
            <a:r>
              <a:rPr lang="en-US" b="1" dirty="0">
                <a:solidFill>
                  <a:srgbClr val="008000"/>
                </a:solidFill>
                <a:latin typeface="Angsana New" panose="02020603050405020304" pitchFamily="18" charset="-34"/>
              </a:rPr>
              <a:t>File </a:t>
            </a:r>
            <a:r>
              <a:rPr lang="en-US" b="1" i="1" dirty="0">
                <a:solidFill>
                  <a:srgbClr val="FF0000"/>
                </a:solidFill>
                <a:latin typeface="Angsana New" panose="02020603050405020304" pitchFamily="18" charset="-34"/>
              </a:rPr>
              <a:t>Utility : </a:t>
            </a:r>
            <a:r>
              <a:rPr lang="th-TH" b="1" i="1" dirty="0">
                <a:solidFill>
                  <a:srgbClr val="FF0000"/>
                </a:solidFill>
                <a:latin typeface="Angsana New" panose="02020603050405020304" pitchFamily="18" charset="-34"/>
              </a:rPr>
              <a:t> </a:t>
            </a:r>
            <a:r>
              <a:rPr lang="th-TH" b="1" dirty="0">
                <a:solidFill>
                  <a:srgbClr val="0066FF"/>
                </a:solidFill>
                <a:latin typeface="Angsana New" panose="02020603050405020304" pitchFamily="18" charset="-34"/>
              </a:rPr>
              <a:t>96 171 202 178 147 102 153 197 127   82 157 185  90 116 172 111 148 213   130 165 141 149 206 175 123 128 144 168 109 167  95 163 150 154 130 143 187 166 139 149 108 119 183 151 114 135 191 137 129 158</a:t>
            </a:r>
            <a:endParaRPr lang="th-TH" dirty="0">
              <a:solidFill>
                <a:srgbClr val="0066FF"/>
              </a:solidFill>
            </a:endParaRPr>
          </a:p>
        </p:txBody>
      </p:sp>
      <p:sp>
        <p:nvSpPr>
          <p:cNvPr id="6" name="Rectangle 2"/>
          <p:cNvSpPr txBox="1">
            <a:spLocks noChangeArrowheads="1"/>
          </p:cNvSpPr>
          <p:nvPr/>
        </p:nvSpPr>
        <p:spPr bwMode="auto">
          <a:xfrm>
            <a:off x="0" y="6018574"/>
            <a:ext cx="8996357" cy="8256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ngsana New" pitchFamily="18" charset="-34"/>
              </a:defRPr>
            </a:lvl2pPr>
            <a:lvl3pPr algn="ctr" rtl="0" eaLnBrk="0" fontAlgn="base" hangingPunct="0">
              <a:spcBef>
                <a:spcPct val="0"/>
              </a:spcBef>
              <a:spcAft>
                <a:spcPct val="0"/>
              </a:spcAft>
              <a:defRPr sz="4400">
                <a:solidFill>
                  <a:schemeClr val="tx2"/>
                </a:solidFill>
                <a:latin typeface="Arial" pitchFamily="34" charset="0"/>
                <a:cs typeface="Angsana New" pitchFamily="18" charset="-34"/>
              </a:defRPr>
            </a:lvl3pPr>
            <a:lvl4pPr algn="ctr" rtl="0" eaLnBrk="0" fontAlgn="base" hangingPunct="0">
              <a:spcBef>
                <a:spcPct val="0"/>
              </a:spcBef>
              <a:spcAft>
                <a:spcPct val="0"/>
              </a:spcAft>
              <a:defRPr sz="4400">
                <a:solidFill>
                  <a:schemeClr val="tx2"/>
                </a:solidFill>
                <a:latin typeface="Arial" pitchFamily="34" charset="0"/>
                <a:cs typeface="Angsana New" pitchFamily="18" charset="-34"/>
              </a:defRPr>
            </a:lvl4pPr>
            <a:lvl5pPr algn="ctr" rtl="0" eaLnBrk="0" fontAlgn="base" hangingPunct="0">
              <a:spcBef>
                <a:spcPct val="0"/>
              </a:spcBef>
              <a:spcAft>
                <a:spcPct val="0"/>
              </a:spcAft>
              <a:defRPr sz="4400">
                <a:solidFill>
                  <a:schemeClr val="tx2"/>
                </a:solidFill>
                <a:latin typeface="Arial" pitchFamily="34" charset="0"/>
                <a:cs typeface="Angsana New" pitchFamily="18" charset="-34"/>
              </a:defRPr>
            </a:lvl5pPr>
            <a:lvl6pPr marL="457200" algn="ctr" rtl="0" fontAlgn="base">
              <a:spcBef>
                <a:spcPct val="0"/>
              </a:spcBef>
              <a:spcAft>
                <a:spcPct val="0"/>
              </a:spcAft>
              <a:defRPr sz="4400">
                <a:solidFill>
                  <a:schemeClr val="tx2"/>
                </a:solidFill>
                <a:latin typeface="Arial" pitchFamily="34" charset="0"/>
                <a:cs typeface="Angsana New" pitchFamily="18" charset="-34"/>
              </a:defRPr>
            </a:lvl6pPr>
            <a:lvl7pPr marL="914400" algn="ctr" rtl="0" fontAlgn="base">
              <a:spcBef>
                <a:spcPct val="0"/>
              </a:spcBef>
              <a:spcAft>
                <a:spcPct val="0"/>
              </a:spcAft>
              <a:defRPr sz="4400">
                <a:solidFill>
                  <a:schemeClr val="tx2"/>
                </a:solidFill>
                <a:latin typeface="Arial" pitchFamily="34" charset="0"/>
                <a:cs typeface="Angsana New" pitchFamily="18" charset="-34"/>
              </a:defRPr>
            </a:lvl7pPr>
            <a:lvl8pPr marL="1371600" algn="ctr" rtl="0" fontAlgn="base">
              <a:spcBef>
                <a:spcPct val="0"/>
              </a:spcBef>
              <a:spcAft>
                <a:spcPct val="0"/>
              </a:spcAft>
              <a:defRPr sz="4400">
                <a:solidFill>
                  <a:schemeClr val="tx2"/>
                </a:solidFill>
                <a:latin typeface="Arial" pitchFamily="34" charset="0"/>
                <a:cs typeface="Angsana New" pitchFamily="18" charset="-34"/>
              </a:defRPr>
            </a:lvl8pPr>
            <a:lvl9pPr marL="1828800" algn="ctr" rtl="0" fontAlgn="base">
              <a:spcBef>
                <a:spcPct val="0"/>
              </a:spcBef>
              <a:spcAft>
                <a:spcPct val="0"/>
              </a:spcAft>
              <a:defRPr sz="4400">
                <a:solidFill>
                  <a:schemeClr val="tx2"/>
                </a:solidFill>
                <a:latin typeface="Arial" pitchFamily="34" charset="0"/>
                <a:cs typeface="Angsana New" pitchFamily="18" charset="-34"/>
              </a:defRPr>
            </a:lvl9pPr>
          </a:lstStyle>
          <a:p>
            <a:pPr marL="812800" indent="-812800" algn="l" eaLnBrk="1" hangingPunct="1">
              <a:lnSpc>
                <a:spcPct val="90000"/>
              </a:lnSpc>
            </a:pPr>
            <a:r>
              <a:rPr lang="en-US" sz="2400" b="1" kern="0" dirty="0">
                <a:solidFill>
                  <a:srgbClr val="CC00CC"/>
                </a:solidFill>
                <a:latin typeface="Angsana New" pitchFamily="18" charset="-34"/>
              </a:rPr>
              <a:t>Source: </a:t>
            </a:r>
            <a:r>
              <a:rPr lang="en-US" sz="2400" b="1" kern="0" dirty="0">
                <a:solidFill>
                  <a:srgbClr val="002060"/>
                </a:solidFill>
                <a:latin typeface="Angsana New" pitchFamily="18" charset="-34"/>
              </a:rPr>
              <a:t>Berenson, M., Levine, D.M., and </a:t>
            </a:r>
            <a:r>
              <a:rPr lang="en-US" sz="2400" b="1" kern="0" dirty="0" err="1">
                <a:solidFill>
                  <a:srgbClr val="002060"/>
                </a:solidFill>
                <a:latin typeface="Angsana New" pitchFamily="18" charset="-34"/>
              </a:rPr>
              <a:t>Krehbiel</a:t>
            </a:r>
            <a:r>
              <a:rPr lang="en-US" sz="2400" b="1" kern="0" dirty="0">
                <a:solidFill>
                  <a:srgbClr val="002060"/>
                </a:solidFill>
                <a:latin typeface="Angsana New" pitchFamily="18" charset="-34"/>
              </a:rPr>
              <a:t>, T.C. (2012).  </a:t>
            </a:r>
            <a:r>
              <a:rPr lang="en-US" sz="2400" b="1" i="1" kern="0" dirty="0">
                <a:solidFill>
                  <a:srgbClr val="002060"/>
                </a:solidFill>
                <a:latin typeface="Angsana New" pitchFamily="18" charset="-34"/>
              </a:rPr>
              <a:t>Basic Business  Statistics: Concepts </a:t>
            </a:r>
          </a:p>
          <a:p>
            <a:pPr marL="812800" indent="-812800" algn="l" eaLnBrk="1" hangingPunct="1">
              <a:lnSpc>
                <a:spcPct val="90000"/>
              </a:lnSpc>
            </a:pPr>
            <a:r>
              <a:rPr lang="en-US" sz="2400" b="1" i="1" kern="0" dirty="0">
                <a:solidFill>
                  <a:srgbClr val="002060"/>
                </a:solidFill>
                <a:latin typeface="Angsana New" pitchFamily="18" charset="-34"/>
              </a:rPr>
              <a:t>              and Applications</a:t>
            </a:r>
            <a:r>
              <a:rPr lang="en-US" sz="2400" b="1" kern="0" dirty="0">
                <a:solidFill>
                  <a:srgbClr val="002060"/>
                </a:solidFill>
                <a:latin typeface="Angsana New" pitchFamily="18" charset="-34"/>
              </a:rPr>
              <a:t>, 12</a:t>
            </a:r>
            <a:r>
              <a:rPr lang="en-US" sz="2400" b="1" kern="0" baseline="30000" dirty="0">
                <a:solidFill>
                  <a:srgbClr val="002060"/>
                </a:solidFill>
                <a:latin typeface="Angsana New" pitchFamily="18" charset="-34"/>
              </a:rPr>
              <a:t>th</a:t>
            </a:r>
            <a:r>
              <a:rPr lang="en-US" sz="2400" b="1" kern="0" dirty="0">
                <a:solidFill>
                  <a:srgbClr val="002060"/>
                </a:solidFill>
                <a:latin typeface="Angsana New" pitchFamily="18" charset="-34"/>
              </a:rPr>
              <a:t> edition, Pearson.</a:t>
            </a:r>
          </a:p>
        </p:txBody>
      </p:sp>
      <p:sp>
        <p:nvSpPr>
          <p:cNvPr id="2" name="Slide Number Placeholder 1">
            <a:extLst>
              <a:ext uri="{FF2B5EF4-FFF2-40B4-BE49-F238E27FC236}">
                <a16:creationId xmlns:a16="http://schemas.microsoft.com/office/drawing/2014/main" id="{E4CE5E87-16EF-4FE6-8561-DA02F738EECB}"/>
              </a:ext>
            </a:extLst>
          </p:cNvPr>
          <p:cNvSpPr>
            <a:spLocks noGrp="1"/>
          </p:cNvSpPr>
          <p:nvPr>
            <p:ph type="sldNum" sz="quarter" idx="12"/>
          </p:nvPr>
        </p:nvSpPr>
        <p:spPr/>
        <p:txBody>
          <a:bodyPr/>
          <a:lstStyle/>
          <a:p>
            <a:pPr>
              <a:defRPr/>
            </a:pPr>
            <a:fld id="{3448488D-3A17-4FDB-A0CA-814435731D14}" type="slidenum">
              <a:rPr lang="en-US" smtClean="0"/>
              <a:pPr>
                <a:defRPr/>
              </a:pPr>
              <a:t>41</a:t>
            </a:fld>
            <a:endParaRPr lang="th-TH"/>
          </a:p>
        </p:txBody>
      </p:sp>
    </p:spTree>
    <p:extLst>
      <p:ext uri="{BB962C8B-B14F-4D97-AF65-F5344CB8AC3E}">
        <p14:creationId xmlns:p14="http://schemas.microsoft.com/office/powerpoint/2010/main" val="3567048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300"/>
                                        <p:tgtEl>
                                          <p:spTgt spid="4"/>
                                        </p:tgtEl>
                                      </p:cBhvr>
                                    </p:animEffect>
                                  </p:childTnLst>
                                </p:cTn>
                              </p:par>
                            </p:childTnLst>
                          </p:cTn>
                        </p:par>
                        <p:par>
                          <p:cTn id="13" fill="hold">
                            <p:stCondLst>
                              <p:cond delay="300"/>
                            </p:stCondLst>
                            <p:childTnLst>
                              <p:par>
                                <p:cTn id="14" presetID="22" presetClass="entr" presetSubtype="1"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ngsana New"/>
      </a:majorFont>
      <a:minorFont>
        <a:latin typeface="Arial"/>
        <a:ea typeface=""/>
        <a:cs typeface="Angsana New"/>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5746246347D7F4792C1A3903781635D" ma:contentTypeVersion="3" ma:contentTypeDescription="Create a new document." ma:contentTypeScope="" ma:versionID="cb02b0854ccafec3bffed6dd44e163d6">
  <xsd:schema xmlns:xsd="http://www.w3.org/2001/XMLSchema" xmlns:xs="http://www.w3.org/2001/XMLSchema" xmlns:p="http://schemas.microsoft.com/office/2006/metadata/properties" xmlns:ns2="be450e9a-ef92-4cdb-a4ab-9ff71cad7892" targetNamespace="http://schemas.microsoft.com/office/2006/metadata/properties" ma:root="true" ma:fieldsID="f5ba5446dcdfb28e6b62b374b870fdb3" ns2:_="">
    <xsd:import namespace="be450e9a-ef92-4cdb-a4ab-9ff71cad789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450e9a-ef92-4cdb-a4ab-9ff71cad789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F977149-B14D-4E96-B6EC-589508A40883}"/>
</file>

<file path=customXml/itemProps2.xml><?xml version="1.0" encoding="utf-8"?>
<ds:datastoreItem xmlns:ds="http://schemas.openxmlformats.org/officeDocument/2006/customXml" ds:itemID="{33357C4D-A2D6-43B7-9575-61DC9ED389B2}"/>
</file>

<file path=customXml/itemProps3.xml><?xml version="1.0" encoding="utf-8"?>
<ds:datastoreItem xmlns:ds="http://schemas.openxmlformats.org/officeDocument/2006/customXml" ds:itemID="{3196EE33-66E7-4837-B93D-EC4DA0AF1DFF}"/>
</file>

<file path=docProps/app.xml><?xml version="1.0" encoding="utf-8"?>
<Properties xmlns="http://schemas.openxmlformats.org/officeDocument/2006/extended-properties" xmlns:vt="http://schemas.openxmlformats.org/officeDocument/2006/docPropsVTypes">
  <Template/>
  <TotalTime>3560</TotalTime>
  <Words>5337</Words>
  <Application>Microsoft Office PowerPoint</Application>
  <PresentationFormat>On-screen Show (4:3)</PresentationFormat>
  <Paragraphs>1186</Paragraphs>
  <Slides>41</Slides>
  <Notes>2</Notes>
  <HiddenSlides>4</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7" baseType="lpstr">
      <vt:lpstr>Angsana New</vt:lpstr>
      <vt:lpstr>Arial</vt:lpstr>
      <vt:lpstr>Lucida Sans Unicode</vt:lpstr>
      <vt:lpstr>Symbol</vt:lpstr>
      <vt:lpstr>Default Design</vt:lpstr>
      <vt:lpstr>Equation</vt:lpstr>
      <vt:lpstr>Introduction to Probability and Sampling distribution</vt:lpstr>
      <vt:lpstr>การทดลองสุ่ม (Random Experiment)</vt:lpstr>
      <vt:lpstr>ตัวอย่าง : โยนลูกเต๋า 1 ลูก</vt:lpstr>
      <vt:lpstr>PowerPoint Presentation</vt:lpstr>
      <vt:lpstr>PowerPoint Presentation</vt:lpstr>
      <vt:lpstr>PowerPoint Presentation</vt:lpstr>
      <vt:lpstr>การเกิดของเหตุการณ์</vt:lpstr>
      <vt:lpstr>การสร้างเหตุการณ์จากเหตุการณ์</vt:lpstr>
      <vt:lpstr>PowerPoint Presentation</vt:lpstr>
      <vt:lpstr>ความน่าจะเป็นของเหตุการณ์ (Probability of an Event)</vt:lpstr>
      <vt:lpstr>คุณสมบัติสำคัญของความน่าจะเป็น</vt:lpstr>
      <vt:lpstr>วิธีการหาความน่าจะเป็นของเหตุการณ์</vt:lpstr>
      <vt:lpstr>ตัวแปรสุ่ม (Random Variable)</vt:lpstr>
      <vt:lpstr>ตัวแปรสุ่มแบบไม่ต่อเนื่อง</vt:lpstr>
      <vt:lpstr>ค่าเฉลี่ยและความแปรปรวนของตัวแปรสุ่มแบบไม่ต่อเนื่อง</vt:lpstr>
      <vt:lpstr>ตัวอย่างตัวแปรสุ่มแบบไม่ต่อเนื่อง</vt:lpstr>
      <vt:lpstr>PowerPoint Presentation</vt:lpstr>
      <vt:lpstr>PowerPoint Presentation</vt:lpstr>
      <vt:lpstr>การแจกแจงทวินาม (Binomial Distribution) : X  ~  B(n, p)</vt:lpstr>
      <vt:lpstr>การแจกแจงทวินาม (Binomial Distribution) : X  ~  B(n, p)</vt:lpstr>
      <vt:lpstr>PowerPoint Presentation</vt:lpstr>
      <vt:lpstr>PowerPoint Presentation</vt:lpstr>
      <vt:lpstr>ตัวแปรสุ่มแบบต่อเนื่อง</vt:lpstr>
      <vt:lpstr>การแจกแจงปกติ (Normal Distribution):  X   N( , 2) </vt:lpstr>
      <vt:lpstr>การแจกแจงปกติ (Normal Distribution):  X   N( , 2) </vt:lpstr>
      <vt:lpstr>การแจกแจงปกติ (Normal Distribution)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ความน่าจะเป็น (Probability)</dc:title>
  <dc:creator>Pachitjanut</dc:creator>
  <cp:lastModifiedBy>Ramidha Srihera</cp:lastModifiedBy>
  <cp:revision>167</cp:revision>
  <cp:lastPrinted>2019-06-05T05:02:48Z</cp:lastPrinted>
  <dcterms:created xsi:type="dcterms:W3CDTF">2007-02-09T11:37:00Z</dcterms:created>
  <dcterms:modified xsi:type="dcterms:W3CDTF">2026-08-07T10:20:28Z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0x010100D5746246347D7F4792C1A3903781635D</vt:lpwstr>
  </property>
</Properties>
</file>